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72" r:id="rId8"/>
    <p:sldId id="273" r:id="rId9"/>
    <p:sldId id="274" r:id="rId10"/>
    <p:sldId id="261" r:id="rId11"/>
    <p:sldId id="262" r:id="rId12"/>
    <p:sldId id="263" r:id="rId13"/>
    <p:sldId id="264" r:id="rId14"/>
    <p:sldId id="265" r:id="rId15"/>
    <p:sldId id="271" r:id="rId16"/>
    <p:sldId id="275" r:id="rId17"/>
    <p:sldId id="276" r:id="rId18"/>
    <p:sldId id="277" r:id="rId19"/>
    <p:sldId id="266" r:id="rId20"/>
    <p:sldId id="269" r:id="rId21"/>
    <p:sldId id="267" r:id="rId22"/>
    <p:sldId id="270" r:id="rId23"/>
    <p:sldId id="268" r:id="rId24"/>
    <p:sldId id="278" r:id="rId25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1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/>
      <dgm:spPr/>
      <dgm:t>
        <a:bodyPr/>
        <a:lstStyle/>
        <a:p>
          <a:pPr latinLnBrk="1"/>
          <a:r>
            <a:rPr lang="ko-KR" altLang="en-US" dirty="0" smtClean="0"/>
            <a:t>초기화</a:t>
          </a:r>
          <a:endParaRPr lang="ko-KR" altLang="en-US" dirty="0"/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B7F8F49B-1976-48D6-A87E-8A30F56A873D}">
      <dgm:prSet phldrT="[텍스트]"/>
      <dgm:spPr/>
      <dgm:t>
        <a:bodyPr/>
        <a:lstStyle/>
        <a:p>
          <a:pPr latinLnBrk="1"/>
          <a:r>
            <a:rPr lang="en-US" altLang="ko-KR" dirty="0" smtClean="0"/>
            <a:t>3.</a:t>
          </a:r>
          <a:r>
            <a:rPr lang="ko-KR" altLang="en-US" dirty="0" smtClean="0"/>
            <a:t>화질 </a:t>
          </a:r>
          <a:r>
            <a:rPr lang="en-US" altLang="ko-KR" dirty="0" smtClean="0"/>
            <a:t>Z</a:t>
          </a:r>
          <a:r>
            <a:rPr lang="ko-KR" altLang="en-US" dirty="0" smtClean="0"/>
            <a:t> </a:t>
          </a:r>
          <a:r>
            <a:rPr lang="en-US" altLang="ko-KR" dirty="0" smtClean="0"/>
            <a:t>Homing</a:t>
          </a:r>
          <a:endParaRPr lang="ko-KR" altLang="en-US" dirty="0"/>
        </a:p>
      </dgm:t>
    </dgm:pt>
    <dgm:pt modelId="{26AA80B8-90B3-477F-8F56-F34C11BAC408}" type="par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813938A6-E107-4150-8EA1-761723105ADE}" type="sib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B5EAE202-B654-4B0D-BE19-CAC8F5401225}">
      <dgm:prSet phldrT="[텍스트]"/>
      <dgm:spPr/>
      <dgm:t>
        <a:bodyPr/>
        <a:lstStyle/>
        <a:p>
          <a:pPr latinLnBrk="1"/>
          <a:r>
            <a:rPr lang="en-US" altLang="ko-KR" dirty="0" smtClean="0"/>
            <a:t>4. Probe Z Homing -&gt; Done</a:t>
          </a:r>
          <a:endParaRPr lang="ko-KR" altLang="en-US" dirty="0"/>
        </a:p>
      </dgm:t>
    </dgm:pt>
    <dgm:pt modelId="{921AA3A4-623D-434F-ABE2-01BCB1DC11C7}" type="par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3CBFD3F-D9A6-48AD-B19B-FA9E433032FA}" type="sib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E5F3DBEF-061C-470C-B42F-36D25F949E3F}">
      <dgm:prSet phldrT="[텍스트]"/>
      <dgm:spPr/>
      <dgm:t>
        <a:bodyPr/>
        <a:lstStyle/>
        <a:p>
          <a:pPr latinLnBrk="1"/>
          <a:r>
            <a:rPr lang="en-US" altLang="ko-KR" dirty="0" smtClean="0"/>
            <a:t>5. Stage X / Y Homing</a:t>
          </a:r>
          <a:endParaRPr lang="ko-KR" altLang="en-US" dirty="0"/>
        </a:p>
      </dgm:t>
    </dgm:pt>
    <dgm:pt modelId="{B000E835-1C5E-490B-8AB8-CD1E9EA2DB8E}" type="parTrans" cxnId="{D59BFA11-6B0A-4AA7-980E-F1B7319E2E44}">
      <dgm:prSet/>
      <dgm:spPr/>
      <dgm:t>
        <a:bodyPr/>
        <a:lstStyle/>
        <a:p>
          <a:pPr latinLnBrk="1"/>
          <a:endParaRPr lang="ko-KR" altLang="en-US"/>
        </a:p>
      </dgm:t>
    </dgm:pt>
    <dgm:pt modelId="{E9EC4665-D20D-4DB2-9A11-CE892606826D}" type="sibTrans" cxnId="{D59BFA11-6B0A-4AA7-980E-F1B7319E2E44}">
      <dgm:prSet/>
      <dgm:spPr/>
      <dgm:t>
        <a:bodyPr/>
        <a:lstStyle/>
        <a:p>
          <a:pPr latinLnBrk="1"/>
          <a:endParaRPr lang="ko-KR" altLang="en-US"/>
        </a:p>
      </dgm:t>
    </dgm:pt>
    <dgm:pt modelId="{20E7B3E9-B003-40C8-9B12-24F6F51D7A0B}">
      <dgm:prSet phldrT="[텍스트]"/>
      <dgm:spPr/>
      <dgm:t>
        <a:bodyPr/>
        <a:lstStyle/>
        <a:p>
          <a:pPr latinLnBrk="1"/>
          <a:r>
            <a:rPr lang="en-US" altLang="ko-KR" dirty="0" smtClean="0"/>
            <a:t>7.</a:t>
          </a:r>
          <a:r>
            <a:rPr lang="ko-KR" altLang="en-US" dirty="0" smtClean="0"/>
            <a:t>나머지 </a:t>
          </a:r>
          <a:r>
            <a:rPr lang="en-US" altLang="ko-KR" dirty="0" smtClean="0"/>
            <a:t>Homing(Life Pin </a:t>
          </a:r>
          <a:r>
            <a:rPr lang="ko-KR" altLang="en-US" dirty="0" smtClean="0"/>
            <a:t>제외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4CF571E9-8590-458C-A001-63E0E3D0D2B7}" type="parTrans" cxnId="{24EAA523-78DA-434E-AEFB-1B43B8BC7FB8}">
      <dgm:prSet/>
      <dgm:spPr/>
      <dgm:t>
        <a:bodyPr/>
        <a:lstStyle/>
        <a:p>
          <a:pPr latinLnBrk="1"/>
          <a:endParaRPr lang="ko-KR" altLang="en-US"/>
        </a:p>
      </dgm:t>
    </dgm:pt>
    <dgm:pt modelId="{D3224710-A9FB-45D0-802C-C0EA33552D9A}" type="sibTrans" cxnId="{24EAA523-78DA-434E-AEFB-1B43B8BC7FB8}">
      <dgm:prSet/>
      <dgm:spPr/>
      <dgm:t>
        <a:bodyPr/>
        <a:lstStyle/>
        <a:p>
          <a:pPr latinLnBrk="1"/>
          <a:endParaRPr lang="ko-KR" altLang="en-US"/>
        </a:p>
      </dgm:t>
    </dgm:pt>
    <dgm:pt modelId="{8C09E6F5-4338-4D1D-8B89-6AB82B8BDB26}">
      <dgm:prSet phldrT="[텍스트]"/>
      <dgm:spPr/>
      <dgm:t>
        <a:bodyPr/>
        <a:lstStyle/>
        <a:p>
          <a:pPr latinLnBrk="1"/>
          <a:r>
            <a:rPr lang="en-US" altLang="ko-KR" dirty="0" smtClean="0"/>
            <a:t>6. Probe Homing</a:t>
          </a:r>
          <a:endParaRPr lang="ko-KR" altLang="en-US" dirty="0"/>
        </a:p>
      </dgm:t>
    </dgm:pt>
    <dgm:pt modelId="{50191A9D-D9D0-48EE-A365-BF4DBFE1FF30}" type="parTrans" cxnId="{F1D79409-556E-42AB-8211-1340E90C9E68}">
      <dgm:prSet/>
      <dgm:spPr/>
      <dgm:t>
        <a:bodyPr/>
        <a:lstStyle/>
        <a:p>
          <a:pPr latinLnBrk="1"/>
          <a:endParaRPr lang="ko-KR" altLang="en-US"/>
        </a:p>
      </dgm:t>
    </dgm:pt>
    <dgm:pt modelId="{BB739EEE-6FCE-4D5C-BD3E-20E37A9A6CD5}" type="sibTrans" cxnId="{F1D79409-556E-42AB-8211-1340E90C9E68}">
      <dgm:prSet/>
      <dgm:spPr/>
      <dgm:t>
        <a:bodyPr/>
        <a:lstStyle/>
        <a:p>
          <a:pPr latinLnBrk="1"/>
          <a:endParaRPr lang="ko-KR" altLang="en-US"/>
        </a:p>
      </dgm:t>
    </dgm:pt>
    <dgm:pt modelId="{B8D05A4E-11EA-4237-9BB8-A5903C9A859B}">
      <dgm:prSet phldrT="[텍스트]"/>
      <dgm:spPr/>
      <dgm:t>
        <a:bodyPr/>
        <a:lstStyle/>
        <a:p>
          <a:pPr latinLnBrk="1"/>
          <a:r>
            <a:rPr lang="en-US" altLang="ko-KR" dirty="0" smtClean="0"/>
            <a:t>2.</a:t>
          </a:r>
          <a:r>
            <a:rPr lang="ko-KR" altLang="en-US" dirty="0" err="1" smtClean="0"/>
            <a:t>시야각</a:t>
          </a:r>
          <a:r>
            <a:rPr lang="ko-KR" altLang="en-US" dirty="0" smtClean="0"/>
            <a:t> </a:t>
          </a:r>
          <a:r>
            <a:rPr lang="en-US" altLang="ko-KR" dirty="0" smtClean="0"/>
            <a:t>Z Homing</a:t>
          </a:r>
          <a:endParaRPr lang="ko-KR" altLang="en-US" dirty="0"/>
        </a:p>
      </dgm:t>
    </dgm:pt>
    <dgm:pt modelId="{6A5F8614-B7D3-4313-8165-F01E0FDFC389}" type="parTrans" cxnId="{10BE858A-710E-4D35-9C59-EC6257CD5465}">
      <dgm:prSet/>
      <dgm:spPr/>
      <dgm:t>
        <a:bodyPr/>
        <a:lstStyle/>
        <a:p>
          <a:pPr latinLnBrk="1"/>
          <a:endParaRPr lang="ko-KR" altLang="en-US"/>
        </a:p>
      </dgm:t>
    </dgm:pt>
    <dgm:pt modelId="{62363ED0-891C-4D3A-B098-8AD9DB888F19}" type="sibTrans" cxnId="{10BE858A-710E-4D35-9C59-EC6257CD5465}">
      <dgm:prSet/>
      <dgm:spPr/>
      <dgm:t>
        <a:bodyPr/>
        <a:lstStyle/>
        <a:p>
          <a:pPr latinLnBrk="1"/>
          <a:endParaRPr lang="ko-KR" altLang="en-US"/>
        </a:p>
      </dgm:t>
    </dgm:pt>
    <dgm:pt modelId="{E1718089-19E4-4867-94DA-E3E1E22A3714}">
      <dgm:prSet phldrT="[텍스트]"/>
      <dgm:spPr/>
      <dgm:t>
        <a:bodyPr/>
        <a:lstStyle/>
        <a:p>
          <a:pPr latinLnBrk="1"/>
          <a:r>
            <a:rPr lang="en-US" altLang="ko-KR" dirty="0" smtClean="0"/>
            <a:t>1.If (Life Pin Down)</a:t>
          </a:r>
          <a:endParaRPr lang="ko-KR" altLang="en-US" dirty="0"/>
        </a:p>
      </dgm:t>
    </dgm:pt>
    <dgm:pt modelId="{FB1B1FB8-A4D3-4830-8D76-B3158A7A5526}" type="parTrans" cxnId="{C34C3319-3684-4EAF-B35A-7040DD558A44}">
      <dgm:prSet/>
      <dgm:spPr/>
      <dgm:t>
        <a:bodyPr/>
        <a:lstStyle/>
        <a:p>
          <a:pPr latinLnBrk="1"/>
          <a:endParaRPr lang="ko-KR" altLang="en-US"/>
        </a:p>
      </dgm:t>
    </dgm:pt>
    <dgm:pt modelId="{27C819B3-6B3F-47CE-8957-AAEE62107202}" type="sibTrans" cxnId="{C34C3319-3684-4EAF-B35A-7040DD558A44}">
      <dgm:prSet/>
      <dgm:spPr/>
      <dgm:t>
        <a:bodyPr/>
        <a:lstStyle/>
        <a:p>
          <a:pPr latinLnBrk="1"/>
          <a:endParaRPr lang="ko-KR" altLang="en-US"/>
        </a:p>
      </dgm:t>
    </dgm:pt>
    <dgm:pt modelId="{B2181A32-3F5E-42E0-81D2-070165545A8C}">
      <dgm:prSet phldrT="[텍스트]"/>
      <dgm:spPr/>
      <dgm:t>
        <a:bodyPr/>
        <a:lstStyle/>
        <a:p>
          <a:pPr latinLnBrk="1"/>
          <a:r>
            <a:rPr lang="en-US" altLang="ko-KR" dirty="0" smtClean="0"/>
            <a:t>Not Down </a:t>
          </a:r>
          <a:endParaRPr lang="ko-KR" altLang="en-US" dirty="0"/>
        </a:p>
      </dgm:t>
    </dgm:pt>
    <dgm:pt modelId="{9C3453F2-4670-4827-A834-B2E996DDE2A6}" type="parTrans" cxnId="{C41A117C-1116-4394-A17D-8717D0EC7975}">
      <dgm:prSet/>
      <dgm:spPr/>
      <dgm:t>
        <a:bodyPr/>
        <a:lstStyle/>
        <a:p>
          <a:pPr latinLnBrk="1"/>
          <a:endParaRPr lang="ko-KR" altLang="en-US"/>
        </a:p>
      </dgm:t>
    </dgm:pt>
    <dgm:pt modelId="{51CBE4A0-A0E4-417A-AD87-47DFC0C805C9}" type="sibTrans" cxnId="{C41A117C-1116-4394-A17D-8717D0EC7975}">
      <dgm:prSet/>
      <dgm:spPr/>
      <dgm:t>
        <a:bodyPr/>
        <a:lstStyle/>
        <a:p>
          <a:pPr latinLnBrk="1"/>
          <a:endParaRPr lang="ko-KR" altLang="en-US"/>
        </a:p>
      </dgm:t>
    </dgm:pt>
    <dgm:pt modelId="{5A673184-4EE4-497A-881B-2C92F63AE699}">
      <dgm:prSet phldrT="[텍스트]"/>
      <dgm:spPr/>
      <dgm:t>
        <a:bodyPr/>
        <a:lstStyle/>
        <a:p>
          <a:pPr latinLnBrk="1"/>
          <a:r>
            <a:rPr lang="en-US" altLang="ko-KR" dirty="0" smtClean="0"/>
            <a:t>Homing Done</a:t>
          </a:r>
          <a:endParaRPr lang="ko-KR" altLang="en-US" dirty="0"/>
        </a:p>
      </dgm:t>
    </dgm:pt>
    <dgm:pt modelId="{0B749A21-37F0-4ED0-A114-B79D5A2447D1}" type="parTrans" cxnId="{3FFA13A8-3C87-42C5-8D8D-02D645EA5702}">
      <dgm:prSet/>
      <dgm:spPr/>
      <dgm:t>
        <a:bodyPr/>
        <a:lstStyle/>
        <a:p>
          <a:pPr latinLnBrk="1"/>
          <a:endParaRPr lang="ko-KR" altLang="en-US"/>
        </a:p>
      </dgm:t>
    </dgm:pt>
    <dgm:pt modelId="{161491CD-31DC-4957-83C9-376BE44F6A96}" type="sibTrans" cxnId="{3FFA13A8-3C87-42C5-8D8D-02D645EA5702}">
      <dgm:prSet/>
      <dgm:spPr/>
      <dgm:t>
        <a:bodyPr/>
        <a:lstStyle/>
        <a:p>
          <a:pPr latinLnBrk="1"/>
          <a:endParaRPr lang="ko-KR" altLang="en-US"/>
        </a:p>
      </dgm:t>
    </dgm:pt>
    <dgm:pt modelId="{44DD10B1-DA37-4BC1-A302-83B1CD7EFC01}">
      <dgm:prSet phldrT="[텍스트]"/>
      <dgm:spPr/>
      <dgm:t>
        <a:bodyPr/>
        <a:lstStyle/>
        <a:p>
          <a:pPr latinLnBrk="1"/>
          <a:r>
            <a:rPr lang="en-US" altLang="ko-KR" dirty="0" smtClean="0"/>
            <a:t>Move Safety</a:t>
          </a:r>
          <a:endParaRPr lang="ko-KR" altLang="en-US" dirty="0"/>
        </a:p>
      </dgm:t>
    </dgm:pt>
    <dgm:pt modelId="{3F2A4AA6-B629-428D-9715-4C3CC7B10C9F}" type="parTrans" cxnId="{3467A571-6338-4F1D-A82B-CE73F70503E2}">
      <dgm:prSet/>
      <dgm:spPr/>
      <dgm:t>
        <a:bodyPr/>
        <a:lstStyle/>
        <a:p>
          <a:pPr latinLnBrk="1"/>
          <a:endParaRPr lang="ko-KR" altLang="en-US"/>
        </a:p>
      </dgm:t>
    </dgm:pt>
    <dgm:pt modelId="{13C98247-6F91-40E8-AB37-0A372FF99569}" type="sibTrans" cxnId="{3467A571-6338-4F1D-A82B-CE73F70503E2}">
      <dgm:prSet/>
      <dgm:spPr/>
      <dgm:t>
        <a:bodyPr/>
        <a:lstStyle/>
        <a:p>
          <a:pPr latinLnBrk="1"/>
          <a:endParaRPr lang="ko-KR" altLang="en-US"/>
        </a:p>
      </dgm:t>
    </dgm:pt>
    <dgm:pt modelId="{4C7EB116-65B9-48F0-BDE9-A9CD5C5CFEEE}">
      <dgm:prSet phldrT="[텍스트]"/>
      <dgm:spPr/>
      <dgm:t>
        <a:bodyPr/>
        <a:lstStyle/>
        <a:p>
          <a:pPr latinLnBrk="1"/>
          <a:r>
            <a:rPr lang="en-US" altLang="ko-KR" dirty="0" smtClean="0"/>
            <a:t>Stage </a:t>
          </a:r>
          <a:r>
            <a:rPr lang="ko-KR" altLang="en-US" dirty="0" smtClean="0"/>
            <a:t>상태 확인</a:t>
          </a:r>
          <a:endParaRPr lang="ko-KR" altLang="en-US" dirty="0"/>
        </a:p>
      </dgm:t>
    </dgm:pt>
    <dgm:pt modelId="{0EB22B46-BDBD-4DE6-A0D3-D7D7CCE5BFC9}" type="parTrans" cxnId="{EE9A5D1B-211F-48C4-84F6-AC71F491CE7F}">
      <dgm:prSet/>
      <dgm:spPr/>
      <dgm:t>
        <a:bodyPr/>
        <a:lstStyle/>
        <a:p>
          <a:pPr latinLnBrk="1"/>
          <a:endParaRPr lang="ko-KR" altLang="en-US"/>
        </a:p>
      </dgm:t>
    </dgm:pt>
    <dgm:pt modelId="{961C8AB1-CCFE-49FA-B794-AA4B5A9B4C7B}" type="sibTrans" cxnId="{EE9A5D1B-211F-48C4-84F6-AC71F491CE7F}">
      <dgm:prSet/>
      <dgm:spPr/>
      <dgm:t>
        <a:bodyPr/>
        <a:lstStyle/>
        <a:p>
          <a:pPr latinLnBrk="1"/>
          <a:endParaRPr lang="ko-KR" altLang="en-US"/>
        </a:p>
      </dgm:t>
    </dgm:pt>
    <dgm:pt modelId="{373B180C-17DE-4E9C-A6FB-6B92AFAE9DDF}">
      <dgm:prSet phldrT="[텍스트]"/>
      <dgm:spPr/>
      <dgm:t>
        <a:bodyPr/>
        <a:lstStyle/>
        <a:p>
          <a:pPr latinLnBrk="1"/>
          <a:r>
            <a:rPr lang="en-US" altLang="ko-KR" dirty="0" smtClean="0"/>
            <a:t>Ready </a:t>
          </a:r>
          <a:r>
            <a:rPr lang="ko-KR" altLang="en-US" dirty="0" smtClean="0"/>
            <a:t>상태로 변경</a:t>
          </a:r>
          <a:endParaRPr lang="ko-KR" altLang="en-US" dirty="0"/>
        </a:p>
      </dgm:t>
    </dgm:pt>
    <dgm:pt modelId="{3C1E4994-7EEB-46B0-9C4E-A3DEB6DBA491}" type="parTrans" cxnId="{D178346A-5562-4982-90BD-47FAD0FC90F4}">
      <dgm:prSet/>
      <dgm:spPr/>
      <dgm:t>
        <a:bodyPr/>
        <a:lstStyle/>
        <a:p>
          <a:pPr latinLnBrk="1"/>
          <a:endParaRPr lang="ko-KR" altLang="en-US"/>
        </a:p>
      </dgm:t>
    </dgm:pt>
    <dgm:pt modelId="{AB663752-6E01-4262-AC50-63CB66AD8949}" type="sibTrans" cxnId="{D178346A-5562-4982-90BD-47FAD0FC90F4}">
      <dgm:prSet/>
      <dgm:spPr/>
      <dgm:t>
        <a:bodyPr/>
        <a:lstStyle/>
        <a:p>
          <a:pPr latinLnBrk="1"/>
          <a:endParaRPr lang="ko-KR" altLang="en-US"/>
        </a:p>
      </dgm:t>
    </dgm:pt>
    <dgm:pt modelId="{E803CF8B-188F-4A09-AEE0-98A4B12D68B2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Homing -&gt; Done</a:t>
          </a:r>
          <a:endParaRPr lang="ko-KR" altLang="en-US" dirty="0"/>
        </a:p>
      </dgm:t>
    </dgm:pt>
    <dgm:pt modelId="{25AC32A0-BC19-485B-A14E-B524EFAC97B8}" type="parTrans" cxnId="{A492A4B2-7C83-481C-88AE-5AC4E52F4EFB}">
      <dgm:prSet/>
      <dgm:spPr/>
      <dgm:t>
        <a:bodyPr/>
        <a:lstStyle/>
        <a:p>
          <a:pPr latinLnBrk="1"/>
          <a:endParaRPr lang="ko-KR" altLang="en-US"/>
        </a:p>
      </dgm:t>
    </dgm:pt>
    <dgm:pt modelId="{B205DBC8-71AF-4B37-8F54-6C97D525D7BC}" type="sibTrans" cxnId="{A492A4B2-7C83-481C-88AE-5AC4E52F4EFB}">
      <dgm:prSet/>
      <dgm:spPr/>
      <dgm:t>
        <a:bodyPr/>
        <a:lstStyle/>
        <a:p>
          <a:pPr latinLnBrk="1"/>
          <a:endParaRPr lang="ko-KR" altLang="en-US"/>
        </a:p>
      </dgm:t>
    </dgm:pt>
    <dgm:pt modelId="{9B03DDCD-0E4D-4596-A057-0E83A37AD14D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Homing -&gt; Done</a:t>
          </a:r>
          <a:endParaRPr lang="ko-KR" altLang="en-US" dirty="0"/>
        </a:p>
      </dgm:t>
    </dgm:pt>
    <dgm:pt modelId="{DCD67CCC-989B-4DFA-B1B8-EA149E5A000D}" type="parTrans" cxnId="{499E355D-9F2A-443D-9982-71B8543CCFF9}">
      <dgm:prSet/>
      <dgm:spPr/>
      <dgm:t>
        <a:bodyPr/>
        <a:lstStyle/>
        <a:p>
          <a:pPr latinLnBrk="1"/>
          <a:endParaRPr lang="ko-KR" altLang="en-US"/>
        </a:p>
      </dgm:t>
    </dgm:pt>
    <dgm:pt modelId="{24D8D632-FD09-41F6-8E48-E8BC09CE0410}" type="sibTrans" cxnId="{499E355D-9F2A-443D-9982-71B8543CCFF9}">
      <dgm:prSet/>
      <dgm:spPr/>
      <dgm:t>
        <a:bodyPr/>
        <a:lstStyle/>
        <a:p>
          <a:pPr latinLnBrk="1"/>
          <a:endParaRPr lang="ko-KR" altLang="en-US"/>
        </a:p>
      </dgm:t>
    </dgm:pt>
    <dgm:pt modelId="{DA54B837-6775-4C35-A954-1F857CF9D66D}">
      <dgm:prSet phldrT="[텍스트]"/>
      <dgm:spPr/>
      <dgm:t>
        <a:bodyPr/>
        <a:lstStyle/>
        <a:p>
          <a:pPr latinLnBrk="1"/>
          <a:r>
            <a:rPr lang="en-US" altLang="ko-KR" dirty="0" smtClean="0"/>
            <a:t>Measure </a:t>
          </a:r>
          <a:r>
            <a:rPr lang="ko-KR" altLang="en-US" dirty="0" smtClean="0"/>
            <a:t>상태</a:t>
          </a:r>
          <a:endParaRPr lang="ko-KR" altLang="en-US" dirty="0"/>
        </a:p>
      </dgm:t>
    </dgm:pt>
    <dgm:pt modelId="{1D374782-013D-44AF-97A0-333A27169B85}" type="parTrans" cxnId="{3A3D71F5-0819-4F1D-AC52-C5831A45A9B1}">
      <dgm:prSet/>
      <dgm:spPr/>
      <dgm:t>
        <a:bodyPr/>
        <a:lstStyle/>
        <a:p>
          <a:pPr latinLnBrk="1"/>
          <a:endParaRPr lang="ko-KR" altLang="en-US"/>
        </a:p>
      </dgm:t>
    </dgm:pt>
    <dgm:pt modelId="{9DB81DFC-1290-4B44-8FF0-3C2859A02C02}" type="sibTrans" cxnId="{3A3D71F5-0819-4F1D-AC52-C5831A45A9B1}">
      <dgm:prSet/>
      <dgm:spPr/>
      <dgm:t>
        <a:bodyPr/>
        <a:lstStyle/>
        <a:p>
          <a:pPr latinLnBrk="1"/>
          <a:endParaRPr lang="ko-KR" altLang="en-US"/>
        </a:p>
      </dgm:t>
    </dgm:pt>
    <dgm:pt modelId="{AD783C1C-0E36-4DB6-B06A-ABDE5F87CB1E}">
      <dgm:prSet phldrT="[텍스트]"/>
      <dgm:spPr/>
      <dgm:t>
        <a:bodyPr/>
        <a:lstStyle/>
        <a:p>
          <a:pPr latinLnBrk="1"/>
          <a:r>
            <a:rPr lang="en-US" altLang="ko-KR" dirty="0" smtClean="0"/>
            <a:t>Load </a:t>
          </a:r>
          <a:r>
            <a:rPr lang="ko-KR" altLang="en-US" dirty="0" smtClean="0"/>
            <a:t>상태</a:t>
          </a:r>
          <a:endParaRPr lang="ko-KR" altLang="en-US" dirty="0"/>
        </a:p>
      </dgm:t>
    </dgm:pt>
    <dgm:pt modelId="{EDAFB4DB-9551-4CB6-B980-C81DAEA9150A}" type="parTrans" cxnId="{2C15957F-636C-4A7D-B60E-FD869FD92B6A}">
      <dgm:prSet/>
      <dgm:spPr/>
      <dgm:t>
        <a:bodyPr/>
        <a:lstStyle/>
        <a:p>
          <a:pPr latinLnBrk="1"/>
          <a:endParaRPr lang="ko-KR" altLang="en-US"/>
        </a:p>
      </dgm:t>
    </dgm:pt>
    <dgm:pt modelId="{4C42A78F-8EE3-4726-942E-C78DD20E30CD}" type="sibTrans" cxnId="{2C15957F-636C-4A7D-B60E-FD869FD92B6A}">
      <dgm:prSet/>
      <dgm:spPr/>
      <dgm:t>
        <a:bodyPr/>
        <a:lstStyle/>
        <a:p>
          <a:pPr latinLnBrk="1"/>
          <a:endParaRPr lang="ko-KR" altLang="en-US"/>
        </a:p>
      </dgm:t>
    </dgm:pt>
    <dgm:pt modelId="{1AE6CE0E-74A1-4B9A-868A-DB58D1D5DAB6}">
      <dgm:prSet phldrT="[텍스트]"/>
      <dgm:spPr/>
      <dgm:t>
        <a:bodyPr/>
        <a:lstStyle/>
        <a:p>
          <a:pPr latinLnBrk="1"/>
          <a:r>
            <a:rPr lang="ko-KR" altLang="en-US" dirty="0" smtClean="0"/>
            <a:t>진행</a:t>
          </a:r>
          <a:endParaRPr lang="ko-KR" altLang="en-US" dirty="0"/>
        </a:p>
      </dgm:t>
    </dgm:pt>
    <dgm:pt modelId="{0FFC175B-D341-453A-8CB0-B4C63D38EDD0}" type="parTrans" cxnId="{3B4D9E52-F662-4504-BC88-886901635ACD}">
      <dgm:prSet/>
      <dgm:spPr/>
      <dgm:t>
        <a:bodyPr/>
        <a:lstStyle/>
        <a:p>
          <a:pPr latinLnBrk="1"/>
          <a:endParaRPr lang="ko-KR" altLang="en-US"/>
        </a:p>
      </dgm:t>
    </dgm:pt>
    <dgm:pt modelId="{ED1466EB-802C-40FB-8C31-9DE4F95A61FE}" type="sibTrans" cxnId="{3B4D9E52-F662-4504-BC88-886901635ACD}">
      <dgm:prSet/>
      <dgm:spPr/>
      <dgm:t>
        <a:bodyPr/>
        <a:lstStyle/>
        <a:p>
          <a:pPr latinLnBrk="1"/>
          <a:endParaRPr lang="ko-KR" altLang="en-US"/>
        </a:p>
      </dgm:t>
    </dgm:pt>
    <dgm:pt modelId="{73C3AD24-B34C-432B-89C7-02C06933AEE2}">
      <dgm:prSet phldrT="[텍스트]"/>
      <dgm:spPr/>
      <dgm:t>
        <a:bodyPr/>
        <a:lstStyle/>
        <a:p>
          <a:pPr latinLnBrk="1"/>
          <a:r>
            <a:rPr lang="ko-KR" altLang="en-US" dirty="0" smtClean="0"/>
            <a:t>나머지</a:t>
          </a:r>
          <a:endParaRPr lang="ko-KR" altLang="en-US" dirty="0"/>
        </a:p>
      </dgm:t>
    </dgm:pt>
    <dgm:pt modelId="{E553DFF3-E564-4FDD-B397-B944E9FE2343}" type="parTrans" cxnId="{A28C8754-76E4-4B8D-9E24-447C66B61ADB}">
      <dgm:prSet/>
      <dgm:spPr/>
      <dgm:t>
        <a:bodyPr/>
        <a:lstStyle/>
        <a:p>
          <a:pPr latinLnBrk="1"/>
          <a:endParaRPr lang="ko-KR" altLang="en-US"/>
        </a:p>
      </dgm:t>
    </dgm:pt>
    <dgm:pt modelId="{3CAC8E55-CA26-4DB7-8804-F12A1B4710D9}" type="sibTrans" cxnId="{A28C8754-76E4-4B8D-9E24-447C66B61ADB}">
      <dgm:prSet/>
      <dgm:spPr/>
      <dgm:t>
        <a:bodyPr/>
        <a:lstStyle/>
        <a:p>
          <a:pPr latinLnBrk="1"/>
          <a:endParaRPr lang="ko-KR" altLang="en-US"/>
        </a:p>
      </dgm:t>
    </dgm:pt>
    <dgm:pt modelId="{0D492E9D-6A67-4CD2-A87E-38C570773596}">
      <dgm:prSet phldrT="[텍스트]"/>
      <dgm:spPr/>
      <dgm:t>
        <a:bodyPr/>
        <a:lstStyle/>
        <a:p>
          <a:pPr latinLnBrk="1"/>
          <a:r>
            <a:rPr lang="ko-KR" altLang="en-US" dirty="0" err="1" smtClean="0"/>
            <a:t>알람</a:t>
          </a:r>
          <a:endParaRPr lang="ko-KR" altLang="en-US" dirty="0"/>
        </a:p>
      </dgm:t>
    </dgm:pt>
    <dgm:pt modelId="{49DC3DB6-1B80-402E-AABF-C79AF8C89E13}" type="parTrans" cxnId="{8E06D9EB-6537-4D77-ADCD-0962E7BF8987}">
      <dgm:prSet/>
      <dgm:spPr/>
      <dgm:t>
        <a:bodyPr/>
        <a:lstStyle/>
        <a:p>
          <a:pPr latinLnBrk="1"/>
          <a:endParaRPr lang="ko-KR" altLang="en-US"/>
        </a:p>
      </dgm:t>
    </dgm:pt>
    <dgm:pt modelId="{2D0EA32A-F61C-4288-9894-59C6BA1749CF}" type="sibTrans" cxnId="{8E06D9EB-6537-4D77-ADCD-0962E7BF8987}">
      <dgm:prSet/>
      <dgm:spPr/>
      <dgm:t>
        <a:bodyPr/>
        <a:lstStyle/>
        <a:p>
          <a:pPr latinLnBrk="1"/>
          <a:endParaRPr lang="ko-KR" altLang="en-US"/>
        </a:p>
      </dgm:t>
    </dgm:pt>
    <dgm:pt modelId="{F02C0D1C-56AC-4CFE-9205-5EABD48C241E}">
      <dgm:prSet phldrT="[텍스트]"/>
      <dgm:spPr/>
      <dgm:t>
        <a:bodyPr/>
        <a:lstStyle/>
        <a:p>
          <a:pPr latinLnBrk="1"/>
          <a:r>
            <a:rPr lang="en-US" altLang="ko-KR" dirty="0" smtClean="0"/>
            <a:t>Probe1 XS Homing -&gt; Done</a:t>
          </a:r>
          <a:endParaRPr lang="ko-KR" altLang="en-US" dirty="0"/>
        </a:p>
      </dgm:t>
    </dgm:pt>
    <dgm:pt modelId="{93474352-A14B-460B-9E2A-80B24AC78DB0}" type="parTrans" cxnId="{C4ED86E2-347A-46FB-9AFC-CAD7B1A5E9A7}">
      <dgm:prSet/>
      <dgm:spPr/>
      <dgm:t>
        <a:bodyPr/>
        <a:lstStyle/>
        <a:p>
          <a:pPr latinLnBrk="1"/>
          <a:endParaRPr lang="ko-KR" altLang="en-US"/>
        </a:p>
      </dgm:t>
    </dgm:pt>
    <dgm:pt modelId="{8379497A-22EB-421A-B331-DA64F113F976}" type="sibTrans" cxnId="{C4ED86E2-347A-46FB-9AFC-CAD7B1A5E9A7}">
      <dgm:prSet/>
      <dgm:spPr/>
      <dgm:t>
        <a:bodyPr/>
        <a:lstStyle/>
        <a:p>
          <a:pPr latinLnBrk="1"/>
          <a:endParaRPr lang="ko-KR" altLang="en-US"/>
        </a:p>
      </dgm:t>
    </dgm:pt>
    <dgm:pt modelId="{AC8E0C8D-FB11-4927-B158-C9850C294EA0}">
      <dgm:prSet phldrT="[텍스트]"/>
      <dgm:spPr/>
      <dgm:t>
        <a:bodyPr/>
        <a:lstStyle/>
        <a:p>
          <a:pPr latinLnBrk="1"/>
          <a:r>
            <a:rPr lang="en-US" altLang="ko-KR" dirty="0" smtClean="0"/>
            <a:t>Probe3 XS Homing -&gt; Done</a:t>
          </a:r>
          <a:endParaRPr lang="ko-KR" altLang="en-US" dirty="0"/>
        </a:p>
      </dgm:t>
    </dgm:pt>
    <dgm:pt modelId="{06656228-F3EA-43EF-924D-D0ACEE69A620}" type="parTrans" cxnId="{D106B7DC-0E59-49C7-9DEB-699162F50173}">
      <dgm:prSet/>
      <dgm:spPr/>
      <dgm:t>
        <a:bodyPr/>
        <a:lstStyle/>
        <a:p>
          <a:pPr latinLnBrk="1"/>
          <a:endParaRPr lang="ko-KR" altLang="en-US"/>
        </a:p>
      </dgm:t>
    </dgm:pt>
    <dgm:pt modelId="{6BE2294E-0279-4F4B-9C9B-C286C5A8F029}" type="sibTrans" cxnId="{D106B7DC-0E59-49C7-9DEB-699162F50173}">
      <dgm:prSet/>
      <dgm:spPr/>
      <dgm:t>
        <a:bodyPr/>
        <a:lstStyle/>
        <a:p>
          <a:pPr latinLnBrk="1"/>
          <a:endParaRPr lang="ko-KR" altLang="en-US"/>
        </a:p>
      </dgm:t>
    </dgm:pt>
    <dgm:pt modelId="{CC5AFA2C-34E1-45FC-BE71-1D117FCC068F}">
      <dgm:prSet phldrT="[텍스트]"/>
      <dgm:spPr/>
      <dgm:t>
        <a:bodyPr/>
        <a:lstStyle/>
        <a:p>
          <a:pPr latinLnBrk="1"/>
          <a:r>
            <a:rPr lang="en-US" altLang="ko-KR" dirty="0" smtClean="0"/>
            <a:t>Probe2 XS Homing -&gt; Done</a:t>
          </a:r>
          <a:endParaRPr lang="ko-KR" altLang="en-US" dirty="0"/>
        </a:p>
      </dgm:t>
    </dgm:pt>
    <dgm:pt modelId="{ADF57828-A775-42E7-BA9F-082A2CA865C2}" type="parTrans" cxnId="{2575E42B-8A1C-4E36-9B4D-F6FCC0C90561}">
      <dgm:prSet/>
      <dgm:spPr/>
      <dgm:t>
        <a:bodyPr/>
        <a:lstStyle/>
        <a:p>
          <a:pPr latinLnBrk="1"/>
          <a:endParaRPr lang="ko-KR" altLang="en-US"/>
        </a:p>
      </dgm:t>
    </dgm:pt>
    <dgm:pt modelId="{D34AC656-47CE-4587-AE04-2032ADA7AC95}" type="sibTrans" cxnId="{2575E42B-8A1C-4E36-9B4D-F6FCC0C90561}">
      <dgm:prSet/>
      <dgm:spPr/>
      <dgm:t>
        <a:bodyPr/>
        <a:lstStyle/>
        <a:p>
          <a:pPr latinLnBrk="1"/>
          <a:endParaRPr lang="ko-KR" altLang="en-US"/>
        </a:p>
      </dgm:t>
    </dgm:pt>
    <dgm:pt modelId="{22527452-86A2-435D-9A04-A4DE259337B8}">
      <dgm:prSet phldrT="[텍스트]"/>
      <dgm:spPr/>
      <dgm:t>
        <a:bodyPr/>
        <a:lstStyle/>
        <a:p>
          <a:pPr latinLnBrk="1"/>
          <a:r>
            <a:rPr lang="en-US" altLang="ko-KR" dirty="0" smtClean="0"/>
            <a:t>Probe4 XS Homing -&gt; Done</a:t>
          </a:r>
          <a:endParaRPr lang="ko-KR" altLang="en-US" dirty="0"/>
        </a:p>
      </dgm:t>
    </dgm:pt>
    <dgm:pt modelId="{AA1D0343-0545-4441-A8BF-FF7CBEE8EB34}" type="parTrans" cxnId="{0DD0DCCE-97E0-4C13-9833-1C45F3A55EBF}">
      <dgm:prSet/>
      <dgm:spPr/>
      <dgm:t>
        <a:bodyPr/>
        <a:lstStyle/>
        <a:p>
          <a:pPr latinLnBrk="1"/>
          <a:endParaRPr lang="ko-KR" altLang="en-US"/>
        </a:p>
      </dgm:t>
    </dgm:pt>
    <dgm:pt modelId="{D4576B41-471D-47DE-A37A-9CE0327C73BA}" type="sibTrans" cxnId="{0DD0DCCE-97E0-4C13-9833-1C45F3A55EBF}">
      <dgm:prSet/>
      <dgm:spPr/>
      <dgm:t>
        <a:bodyPr/>
        <a:lstStyle/>
        <a:p>
          <a:pPr latinLnBrk="1"/>
          <a:endParaRPr lang="ko-KR" altLang="en-US"/>
        </a:p>
      </dgm:t>
    </dgm:pt>
    <dgm:pt modelId="{F016007B-3500-40A4-9646-A3CBADE4F1C2}">
      <dgm:prSet phldrT="[텍스트]"/>
      <dgm:spPr/>
      <dgm:t>
        <a:bodyPr/>
        <a:lstStyle/>
        <a:p>
          <a:pPr latinLnBrk="1"/>
          <a:r>
            <a:rPr lang="en-US" altLang="ko-KR" dirty="0" smtClean="0"/>
            <a:t>Probe5 XS Homing -&gt; Done</a:t>
          </a:r>
          <a:endParaRPr lang="ko-KR" altLang="en-US" dirty="0"/>
        </a:p>
      </dgm:t>
    </dgm:pt>
    <dgm:pt modelId="{C08D31B3-3741-4BDA-942E-78C9EB518473}" type="parTrans" cxnId="{DD861E3E-B0DE-4B15-A659-06012D544B04}">
      <dgm:prSet/>
      <dgm:spPr/>
      <dgm:t>
        <a:bodyPr/>
        <a:lstStyle/>
        <a:p>
          <a:pPr latinLnBrk="1"/>
          <a:endParaRPr lang="ko-KR" altLang="en-US"/>
        </a:p>
      </dgm:t>
    </dgm:pt>
    <dgm:pt modelId="{518E402D-BDB3-45F2-A532-24C1D3BBE7A9}" type="sibTrans" cxnId="{DD861E3E-B0DE-4B15-A659-06012D544B04}">
      <dgm:prSet/>
      <dgm:spPr/>
      <dgm:t>
        <a:bodyPr/>
        <a:lstStyle/>
        <a:p>
          <a:pPr latinLnBrk="1"/>
          <a:endParaRPr lang="ko-KR" altLang="en-US"/>
        </a:p>
      </dgm:t>
    </dgm:pt>
    <dgm:pt modelId="{0C77765D-2286-4A09-B2B4-0F455DECDDD4}">
      <dgm:prSet phldrT="[텍스트]"/>
      <dgm:spPr/>
      <dgm:t>
        <a:bodyPr/>
        <a:lstStyle/>
        <a:p>
          <a:pPr latinLnBrk="1"/>
          <a:r>
            <a:rPr lang="en-US" altLang="ko-KR" dirty="0" smtClean="0"/>
            <a:t>Probe Y / Theta Homing</a:t>
          </a:r>
          <a:endParaRPr lang="ko-KR" altLang="en-US" dirty="0"/>
        </a:p>
      </dgm:t>
    </dgm:pt>
    <dgm:pt modelId="{0634AD7A-C1FE-4264-B15C-2194A979D336}" type="parTrans" cxnId="{180C0667-82EC-49A7-B3AE-D06C2EACDB1B}">
      <dgm:prSet/>
      <dgm:spPr/>
      <dgm:t>
        <a:bodyPr/>
        <a:lstStyle/>
        <a:p>
          <a:pPr latinLnBrk="1"/>
          <a:endParaRPr lang="ko-KR" altLang="en-US"/>
        </a:p>
      </dgm:t>
    </dgm:pt>
    <dgm:pt modelId="{6DA8D473-D6F6-45E8-9BD4-5DB6D0C7BE6E}" type="sibTrans" cxnId="{180C0667-82EC-49A7-B3AE-D06C2EACDB1B}">
      <dgm:prSet/>
      <dgm:spPr/>
      <dgm:t>
        <a:bodyPr/>
        <a:lstStyle/>
        <a:p>
          <a:pPr latinLnBrk="1"/>
          <a:endParaRPr lang="ko-KR" altLang="en-US"/>
        </a:p>
      </dgm:t>
    </dgm:pt>
    <dgm:pt modelId="{81B27824-D0C1-429C-BE72-5C2309A3D351}">
      <dgm:prSet phldrT="[텍스트]"/>
      <dgm:spPr/>
      <dgm:t>
        <a:bodyPr/>
        <a:lstStyle/>
        <a:p>
          <a:pPr latinLnBrk="1"/>
          <a:r>
            <a:rPr lang="en-US" altLang="ko-KR" dirty="0" smtClean="0"/>
            <a:t>Homing Done</a:t>
          </a:r>
          <a:endParaRPr lang="ko-KR" altLang="en-US" dirty="0"/>
        </a:p>
      </dgm:t>
    </dgm:pt>
    <dgm:pt modelId="{ED844ADA-5E77-448D-BFE0-FD3F506D443D}" type="parTrans" cxnId="{032A7740-0F12-4377-AE39-B43752CF3445}">
      <dgm:prSet/>
      <dgm:spPr/>
      <dgm:t>
        <a:bodyPr/>
        <a:lstStyle/>
        <a:p>
          <a:pPr latinLnBrk="1"/>
          <a:endParaRPr lang="ko-KR" altLang="en-US"/>
        </a:p>
      </dgm:t>
    </dgm:pt>
    <dgm:pt modelId="{CAA6AA0A-607C-4142-9190-7680D0BF98E8}" type="sibTrans" cxnId="{032A7740-0F12-4377-AE39-B43752CF3445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1" custLinFactNeighborY="28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CD475A15-F82E-4AB4-9CD7-F4ED395E62E5}" type="presOf" srcId="{AC8E0C8D-FB11-4927-B158-C9850C294EA0}" destId="{8635CFE1-F483-4694-945A-7581FA536F45}" srcOrd="0" destOrd="12" presId="urn:microsoft.com/office/officeart/2005/8/layout/vList2"/>
    <dgm:cxn modelId="{24EAA523-78DA-434E-AEFB-1B43B8BC7FB8}" srcId="{40950B9A-2AD9-4B07-A86E-A22003769AE9}" destId="{20E7B3E9-B003-40C8-9B12-24F6F51D7A0B}" srcOrd="7" destOrd="0" parTransId="{4CF571E9-8590-458C-A001-63E0E3D0D2B7}" sibTransId="{D3224710-A9FB-45D0-802C-C0EA33552D9A}"/>
    <dgm:cxn modelId="{FD567B67-A10A-4D0A-AD22-BA0DA5AB41CA}" type="presOf" srcId="{20E7B3E9-B003-40C8-9B12-24F6F51D7A0B}" destId="{8635CFE1-F483-4694-945A-7581FA536F45}" srcOrd="0" destOrd="15" presId="urn:microsoft.com/office/officeart/2005/8/layout/vList2"/>
    <dgm:cxn modelId="{AD95D9D1-4B95-4051-B421-29A62C91F7C5}" type="presOf" srcId="{373B180C-17DE-4E9C-A6FB-6B92AFAE9DDF}" destId="{8635CFE1-F483-4694-945A-7581FA536F45}" srcOrd="0" destOrd="19" presId="urn:microsoft.com/office/officeart/2005/8/layout/vList2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D662F427-F430-4988-A1F3-494060091940}" type="presOf" srcId="{0D492E9D-6A67-4CD2-A87E-38C570773596}" destId="{8635CFE1-F483-4694-945A-7581FA536F45}" srcOrd="0" destOrd="21" presId="urn:microsoft.com/office/officeart/2005/8/layout/vList2"/>
    <dgm:cxn modelId="{D07B7ECC-6910-4262-917F-80CD7BF46259}" type="presOf" srcId="{AD783C1C-0E36-4DB6-B06A-ABDE5F87CB1E}" destId="{8635CFE1-F483-4694-945A-7581FA536F45}" srcOrd="0" destOrd="20" presId="urn:microsoft.com/office/officeart/2005/8/layout/vList2"/>
    <dgm:cxn modelId="{E4D93D12-D2CA-4861-9574-A5FBCF5FDDC1}" type="presOf" srcId="{1AE6CE0E-74A1-4B9A-868A-DB58D1D5DAB6}" destId="{8635CFE1-F483-4694-945A-7581FA536F45}" srcOrd="0" destOrd="23" presId="urn:microsoft.com/office/officeart/2005/8/layout/vList2"/>
    <dgm:cxn modelId="{10BE858A-710E-4D35-9C59-EC6257CD5465}" srcId="{40950B9A-2AD9-4B07-A86E-A22003769AE9}" destId="{B8D05A4E-11EA-4237-9BB8-A5903C9A859B}" srcOrd="1" destOrd="0" parTransId="{6A5F8614-B7D3-4313-8165-F01E0FDFC389}" sibTransId="{62363ED0-891C-4D3A-B098-8AD9DB888F19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E8D45A93-33DA-4491-9D5E-4CBB04392899}" type="presOf" srcId="{22527452-86A2-435D-9A04-A4DE259337B8}" destId="{8635CFE1-F483-4694-945A-7581FA536F45}" srcOrd="0" destOrd="13" presId="urn:microsoft.com/office/officeart/2005/8/layout/vList2"/>
    <dgm:cxn modelId="{DD861E3E-B0DE-4B15-A659-06012D544B04}" srcId="{8C09E6F5-4338-4D1D-8B89-6AB82B8BDB26}" destId="{F016007B-3500-40A4-9646-A3CBADE4F1C2}" srcOrd="5" destOrd="0" parTransId="{C08D31B3-3741-4BDA-942E-78C9EB518473}" sibTransId="{518E402D-BDB3-45F2-A532-24C1D3BBE7A9}"/>
    <dgm:cxn modelId="{D178346A-5562-4982-90BD-47FAD0FC90F4}" srcId="{DA54B837-6775-4C35-A954-1F857CF9D66D}" destId="{373B180C-17DE-4E9C-A6FB-6B92AFAE9DDF}" srcOrd="0" destOrd="0" parTransId="{3C1E4994-7EEB-46B0-9C4E-A3DEB6DBA491}" sibTransId="{AB663752-6E01-4262-AC50-63CB66AD8949}"/>
    <dgm:cxn modelId="{D106B7DC-0E59-49C7-9DEB-699162F50173}" srcId="{8C09E6F5-4338-4D1D-8B89-6AB82B8BDB26}" destId="{AC8E0C8D-FB11-4927-B158-C9850C294EA0}" srcOrd="3" destOrd="0" parTransId="{06656228-F3EA-43EF-924D-D0ACEE69A620}" sibTransId="{6BE2294E-0279-4F4B-9C9B-C286C5A8F029}"/>
    <dgm:cxn modelId="{EE9A5D1B-211F-48C4-84F6-AC71F491CE7F}" srcId="{40950B9A-2AD9-4B07-A86E-A22003769AE9}" destId="{4C7EB116-65B9-48F0-BDE9-A9CD5C5CFEEE}" srcOrd="9" destOrd="0" parTransId="{0EB22B46-BDBD-4DE6-A0D3-D7D7CCE5BFC9}" sibTransId="{961C8AB1-CCFE-49FA-B794-AA4B5A9B4C7B}"/>
    <dgm:cxn modelId="{2A5C1AA1-84CD-48E6-981D-C4529073837C}" type="presOf" srcId="{0C77765D-2286-4A09-B2B4-0F455DECDDD4}" destId="{8635CFE1-F483-4694-945A-7581FA536F45}" srcOrd="0" destOrd="9" presId="urn:microsoft.com/office/officeart/2005/8/layout/vList2"/>
    <dgm:cxn modelId="{C34C3319-3684-4EAF-B35A-7040DD558A44}" srcId="{40950B9A-2AD9-4B07-A86E-A22003769AE9}" destId="{E1718089-19E4-4867-94DA-E3E1E22A3714}" srcOrd="0" destOrd="0" parTransId="{FB1B1FB8-A4D3-4830-8D76-B3158A7A5526}" sibTransId="{27C819B3-6B3F-47CE-8957-AAEE62107202}"/>
    <dgm:cxn modelId="{180C0667-82EC-49A7-B3AE-D06C2EACDB1B}" srcId="{8C09E6F5-4338-4D1D-8B89-6AB82B8BDB26}" destId="{0C77765D-2286-4A09-B2B4-0F455DECDDD4}" srcOrd="0" destOrd="0" parTransId="{0634AD7A-C1FE-4264-B15C-2194A979D336}" sibTransId="{6DA8D473-D6F6-45E8-9BD4-5DB6D0C7BE6E}"/>
    <dgm:cxn modelId="{453C2E1B-251B-454B-859E-F472E5FE1B3D}" type="presOf" srcId="{4C7EB116-65B9-48F0-BDE9-A9CD5C5CFEEE}" destId="{8635CFE1-F483-4694-945A-7581FA536F45}" srcOrd="0" destOrd="17" presId="urn:microsoft.com/office/officeart/2005/8/layout/vList2"/>
    <dgm:cxn modelId="{C4ED86E2-347A-46FB-9AFC-CAD7B1A5E9A7}" srcId="{8C09E6F5-4338-4D1D-8B89-6AB82B8BDB26}" destId="{F02C0D1C-56AC-4CFE-9205-5EABD48C241E}" srcOrd="1" destOrd="0" parTransId="{93474352-A14B-460B-9E2A-80B24AC78DB0}" sibTransId="{8379497A-22EB-421A-B331-DA64F113F976}"/>
    <dgm:cxn modelId="{8E06D9EB-6537-4D77-ADCD-0962E7BF8987}" srcId="{AD783C1C-0E36-4DB6-B06A-ABDE5F87CB1E}" destId="{0D492E9D-6A67-4CD2-A87E-38C570773596}" srcOrd="0" destOrd="0" parTransId="{49DC3DB6-1B80-402E-AABF-C79AF8C89E13}" sibTransId="{2D0EA32A-F61C-4288-9894-59C6BA1749CF}"/>
    <dgm:cxn modelId="{DF3757D6-8717-461D-995D-A275D8B37BC4}" type="presOf" srcId="{9B03DDCD-0E4D-4596-A057-0E83A37AD14D}" destId="{8635CFE1-F483-4694-945A-7581FA536F45}" srcOrd="0" destOrd="2" presId="urn:microsoft.com/office/officeart/2005/8/layout/vList2"/>
    <dgm:cxn modelId="{3B4D9E52-F662-4504-BC88-886901635ACD}" srcId="{73C3AD24-B34C-432B-89C7-02C06933AEE2}" destId="{1AE6CE0E-74A1-4B9A-868A-DB58D1D5DAB6}" srcOrd="0" destOrd="0" parTransId="{0FFC175B-D341-453A-8CB0-B4C63D38EDD0}" sibTransId="{ED1466EB-802C-40FB-8C31-9DE4F95A61FE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65E4393E-7BE9-46E3-9AB2-4289A153E6DD}" type="presOf" srcId="{CC5AFA2C-34E1-45FC-BE71-1D117FCC068F}" destId="{8635CFE1-F483-4694-945A-7581FA536F45}" srcOrd="0" destOrd="11" presId="urn:microsoft.com/office/officeart/2005/8/layout/vList2"/>
    <dgm:cxn modelId="{2575E42B-8A1C-4E36-9B4D-F6FCC0C90561}" srcId="{8C09E6F5-4338-4D1D-8B89-6AB82B8BDB26}" destId="{CC5AFA2C-34E1-45FC-BE71-1D117FCC068F}" srcOrd="2" destOrd="0" parTransId="{ADF57828-A775-42E7-BA9F-082A2CA865C2}" sibTransId="{D34AC656-47CE-4587-AE04-2032ADA7AC95}"/>
    <dgm:cxn modelId="{F1D79409-556E-42AB-8211-1340E90C9E68}" srcId="{40950B9A-2AD9-4B07-A86E-A22003769AE9}" destId="{8C09E6F5-4338-4D1D-8B89-6AB82B8BDB26}" srcOrd="6" destOrd="0" parTransId="{50191A9D-D9D0-48EE-A365-BF4DBFE1FF30}" sibTransId="{BB739EEE-6FCE-4D5C-BD3E-20E37A9A6CD5}"/>
    <dgm:cxn modelId="{3997C29A-EA15-4526-9605-A100A5D7CE0D}" type="presOf" srcId="{E803CF8B-188F-4A09-AEE0-98A4B12D68B2}" destId="{8635CFE1-F483-4694-945A-7581FA536F45}" srcOrd="0" destOrd="24" presId="urn:microsoft.com/office/officeart/2005/8/layout/vList2"/>
    <dgm:cxn modelId="{A81CAF15-50AE-4E22-A07B-84CE22516733}" type="presOf" srcId="{73C3AD24-B34C-432B-89C7-02C06933AEE2}" destId="{8635CFE1-F483-4694-945A-7581FA536F45}" srcOrd="0" destOrd="22" presId="urn:microsoft.com/office/officeart/2005/8/layout/vList2"/>
    <dgm:cxn modelId="{3467A571-6338-4F1D-A82B-CE73F70503E2}" srcId="{40950B9A-2AD9-4B07-A86E-A22003769AE9}" destId="{44DD10B1-DA37-4BC1-A302-83B1CD7EFC01}" srcOrd="11" destOrd="0" parTransId="{3F2A4AA6-B629-428D-9715-4C3CC7B10C9F}" sibTransId="{13C98247-6F91-40E8-AB37-0A372FF99569}"/>
    <dgm:cxn modelId="{A28C8754-76E4-4B8D-9E24-447C66B61ADB}" srcId="{4C7EB116-65B9-48F0-BDE9-A9CD5C5CFEEE}" destId="{73C3AD24-B34C-432B-89C7-02C06933AEE2}" srcOrd="2" destOrd="0" parTransId="{E553DFF3-E564-4FDD-B397-B944E9FE2343}" sibTransId="{3CAC8E55-CA26-4DB7-8804-F12A1B4710D9}"/>
    <dgm:cxn modelId="{7B29F290-FE77-4D87-BBE2-38221C57BBFC}" type="presOf" srcId="{F02C0D1C-56AC-4CFE-9205-5EABD48C241E}" destId="{8635CFE1-F483-4694-945A-7581FA536F45}" srcOrd="0" destOrd="10" presId="urn:microsoft.com/office/officeart/2005/8/layout/vList2"/>
    <dgm:cxn modelId="{2C15957F-636C-4A7D-B60E-FD869FD92B6A}" srcId="{4C7EB116-65B9-48F0-BDE9-A9CD5C5CFEEE}" destId="{AD783C1C-0E36-4DB6-B06A-ABDE5F87CB1E}" srcOrd="1" destOrd="0" parTransId="{EDAFB4DB-9551-4CB6-B980-C81DAEA9150A}" sibTransId="{4C42A78F-8EE3-4726-942E-C78DD20E30CD}"/>
    <dgm:cxn modelId="{69B10B8B-36DA-41CE-806A-935B1D2CE1A9}" type="presOf" srcId="{44DD10B1-DA37-4BC1-A302-83B1CD7EFC01}" destId="{8635CFE1-F483-4694-945A-7581FA536F45}" srcOrd="0" destOrd="25" presId="urn:microsoft.com/office/officeart/2005/8/layout/vList2"/>
    <dgm:cxn modelId="{30C9BB37-AE23-41A9-B631-F50130DB1D60}" type="presOf" srcId="{B7F8F49B-1976-48D6-A87E-8A30F56A873D}" destId="{8635CFE1-F483-4694-945A-7581FA536F45}" srcOrd="0" destOrd="4" presId="urn:microsoft.com/office/officeart/2005/8/layout/vList2"/>
    <dgm:cxn modelId="{0DD0DCCE-97E0-4C13-9833-1C45F3A55EBF}" srcId="{8C09E6F5-4338-4D1D-8B89-6AB82B8BDB26}" destId="{22527452-86A2-435D-9A04-A4DE259337B8}" srcOrd="4" destOrd="0" parTransId="{AA1D0343-0545-4441-A8BF-FF7CBEE8EB34}" sibTransId="{D4576B41-471D-47DE-A37A-9CE0327C73BA}"/>
    <dgm:cxn modelId="{80543540-8163-432E-9100-F47FBCD4E895}" type="presOf" srcId="{F016007B-3500-40A4-9646-A3CBADE4F1C2}" destId="{8635CFE1-F483-4694-945A-7581FA536F45}" srcOrd="0" destOrd="14" presId="urn:microsoft.com/office/officeart/2005/8/layout/vList2"/>
    <dgm:cxn modelId="{C41A117C-1116-4394-A17D-8717D0EC7975}" srcId="{E1718089-19E4-4867-94DA-E3E1E22A3714}" destId="{B2181A32-3F5E-42E0-81D2-070165545A8C}" srcOrd="0" destOrd="0" parTransId="{9C3453F2-4670-4827-A834-B2E996DDE2A6}" sibTransId="{51CBE4A0-A0E4-417A-AD87-47DFC0C805C9}"/>
    <dgm:cxn modelId="{509AFEF5-3745-45EE-929D-7B0001128A86}" type="presOf" srcId="{B5EAE202-B654-4B0D-BE19-CAC8F5401225}" destId="{8635CFE1-F483-4694-945A-7581FA536F45}" srcOrd="0" destOrd="6" presId="urn:microsoft.com/office/officeart/2005/8/layout/vList2"/>
    <dgm:cxn modelId="{3A3D71F5-0819-4F1D-AC52-C5831A45A9B1}" srcId="{4C7EB116-65B9-48F0-BDE9-A9CD5C5CFEEE}" destId="{DA54B837-6775-4C35-A954-1F857CF9D66D}" srcOrd="0" destOrd="0" parTransId="{1D374782-013D-44AF-97A0-333A27169B85}" sibTransId="{9DB81DFC-1290-4B44-8FF0-3C2859A02C02}"/>
    <dgm:cxn modelId="{40901DA6-16DC-4490-9BF8-7DBC8A2F447E}" type="presOf" srcId="{81B27824-D0C1-429C-BE72-5C2309A3D351}" destId="{8635CFE1-F483-4694-945A-7581FA536F45}" srcOrd="0" destOrd="5" presId="urn:microsoft.com/office/officeart/2005/8/layout/vList2"/>
    <dgm:cxn modelId="{8ABF7D1D-FDBC-4884-9E0C-C78FACF569C7}" type="presOf" srcId="{E5F3DBEF-061C-470C-B42F-36D25F949E3F}" destId="{8635CFE1-F483-4694-945A-7581FA536F45}" srcOrd="0" destOrd="7" presId="urn:microsoft.com/office/officeart/2005/8/layout/vList2"/>
    <dgm:cxn modelId="{A492A4B2-7C83-481C-88AE-5AC4E52F4EFB}" srcId="{40950B9A-2AD9-4B07-A86E-A22003769AE9}" destId="{E803CF8B-188F-4A09-AEE0-98A4B12D68B2}" srcOrd="10" destOrd="0" parTransId="{25AC32A0-BC19-485B-A14E-B524EFAC97B8}" sibTransId="{B205DBC8-71AF-4B37-8F54-6C97D525D7BC}"/>
    <dgm:cxn modelId="{62471535-061D-41F5-A33F-9F5BA85E2F58}" type="presOf" srcId="{E1718089-19E4-4867-94DA-E3E1E22A3714}" destId="{8635CFE1-F483-4694-945A-7581FA536F45}" srcOrd="0" destOrd="0" presId="urn:microsoft.com/office/officeart/2005/8/layout/vList2"/>
    <dgm:cxn modelId="{CB201EB9-BE64-462C-B53C-1FC35E59692B}" srcId="{40950B9A-2AD9-4B07-A86E-A22003769AE9}" destId="{B5EAE202-B654-4B0D-BE19-CAC8F5401225}" srcOrd="4" destOrd="0" parTransId="{921AA3A4-623D-434F-ABE2-01BCB1DC11C7}" sibTransId="{A3CBFD3F-D9A6-48AD-B19B-FA9E433032FA}"/>
    <dgm:cxn modelId="{5F2FD583-5A9C-4748-8DEB-5C35742CB4E1}" type="presOf" srcId="{DA54B837-6775-4C35-A954-1F857CF9D66D}" destId="{8635CFE1-F483-4694-945A-7581FA536F45}" srcOrd="0" destOrd="18" presId="urn:microsoft.com/office/officeart/2005/8/layout/vList2"/>
    <dgm:cxn modelId="{032A7740-0F12-4377-AE39-B43752CF3445}" srcId="{40950B9A-2AD9-4B07-A86E-A22003769AE9}" destId="{81B27824-D0C1-429C-BE72-5C2309A3D351}" srcOrd="3" destOrd="0" parTransId="{ED844ADA-5E77-448D-BFE0-FD3F506D443D}" sibTransId="{CAA6AA0A-607C-4142-9190-7680D0BF98E8}"/>
    <dgm:cxn modelId="{672D0076-63B4-4EE4-989F-00869F73DF88}" type="presOf" srcId="{B8D05A4E-11EA-4237-9BB8-A5903C9A859B}" destId="{8635CFE1-F483-4694-945A-7581FA536F45}" srcOrd="0" destOrd="3" presId="urn:microsoft.com/office/officeart/2005/8/layout/vList2"/>
    <dgm:cxn modelId="{C8B9A7DB-3CEB-4D4C-B536-2215CEF37395}" type="presOf" srcId="{8C09E6F5-4338-4D1D-8B89-6AB82B8BDB26}" destId="{8635CFE1-F483-4694-945A-7581FA536F45}" srcOrd="0" destOrd="8" presId="urn:microsoft.com/office/officeart/2005/8/layout/vList2"/>
    <dgm:cxn modelId="{D59BFA11-6B0A-4AA7-980E-F1B7319E2E44}" srcId="{40950B9A-2AD9-4B07-A86E-A22003769AE9}" destId="{E5F3DBEF-061C-470C-B42F-36D25F949E3F}" srcOrd="5" destOrd="0" parTransId="{B000E835-1C5E-490B-8AB8-CD1E9EA2DB8E}" sibTransId="{E9EC4665-D20D-4DB2-9A11-CE892606826D}"/>
    <dgm:cxn modelId="{8F1A3C52-AF82-44DF-837F-CF36BCBEAC65}" type="presOf" srcId="{5A673184-4EE4-497A-881B-2C92F63AE699}" destId="{8635CFE1-F483-4694-945A-7581FA536F45}" srcOrd="0" destOrd="16" presId="urn:microsoft.com/office/officeart/2005/8/layout/vList2"/>
    <dgm:cxn modelId="{3FFA13A8-3C87-42C5-8D8D-02D645EA5702}" srcId="{40950B9A-2AD9-4B07-A86E-A22003769AE9}" destId="{5A673184-4EE4-497A-881B-2C92F63AE699}" srcOrd="8" destOrd="0" parTransId="{0B749A21-37F0-4ED0-A114-B79D5A2447D1}" sibTransId="{161491CD-31DC-4957-83C9-376BE44F6A96}"/>
    <dgm:cxn modelId="{0ED29776-74D8-46C6-A955-10F90A5A327E}" srcId="{40950B9A-2AD9-4B07-A86E-A22003769AE9}" destId="{B7F8F49B-1976-48D6-A87E-8A30F56A873D}" srcOrd="2" destOrd="0" parTransId="{26AA80B8-90B3-477F-8F56-F34C11BAC408}" sibTransId="{813938A6-E107-4150-8EA1-761723105ADE}"/>
    <dgm:cxn modelId="{3E33840D-507D-462A-B171-F469CA80FBC0}" type="presOf" srcId="{B2181A32-3F5E-42E0-81D2-070165545A8C}" destId="{8635CFE1-F483-4694-945A-7581FA536F45}" srcOrd="0" destOrd="1" presId="urn:microsoft.com/office/officeart/2005/8/layout/vList2"/>
    <dgm:cxn modelId="{499E355D-9F2A-443D-9982-71B8543CCFF9}" srcId="{B2181A32-3F5E-42E0-81D2-070165545A8C}" destId="{9B03DDCD-0E4D-4596-A057-0E83A37AD14D}" srcOrd="0" destOrd="0" parTransId="{DCD67CCC-989B-4DFA-B1B8-EA149E5A000D}" sibTransId="{24D8D632-FD09-41F6-8E48-E8BC09CE0410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1D8202DD-9BAE-433B-BA33-A505492825D4}" type="presParOf" srcId="{AE52379A-9BF4-4B74-AB37-736B55538F61}" destId="{8635CFE1-F483-4694-945A-7581FA536F4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 custT="1"/>
      <dgm:spPr/>
      <dgm:t>
        <a:bodyPr/>
        <a:lstStyle/>
        <a:p>
          <a:pPr latinLnBrk="1"/>
          <a:r>
            <a:rPr lang="ko-KR" altLang="en-US" sz="1050" dirty="0" smtClean="0">
              <a:latin typeface="+mn-ea"/>
              <a:ea typeface="+mn-ea"/>
            </a:rPr>
            <a:t>화질 </a:t>
          </a:r>
          <a:r>
            <a:rPr lang="en-US" altLang="ko-KR" sz="1050" dirty="0" smtClean="0">
              <a:latin typeface="+mn-ea"/>
              <a:ea typeface="+mn-ea"/>
            </a:rPr>
            <a:t>/ </a:t>
          </a:r>
          <a:r>
            <a:rPr lang="ko-KR" altLang="en-US" sz="1050" dirty="0" err="1" smtClean="0">
              <a:latin typeface="+mn-ea"/>
              <a:ea typeface="+mn-ea"/>
            </a:rPr>
            <a:t>시야각</a:t>
          </a:r>
          <a:r>
            <a:rPr lang="ko-KR" altLang="en-US" sz="1050" dirty="0" smtClean="0">
              <a:latin typeface="+mn-ea"/>
              <a:ea typeface="+mn-ea"/>
            </a:rPr>
            <a:t> </a:t>
          </a:r>
          <a:r>
            <a:rPr lang="en-US" altLang="ko-KR" sz="1050" dirty="0" smtClean="0">
              <a:latin typeface="+mn-ea"/>
              <a:ea typeface="+mn-ea"/>
            </a:rPr>
            <a:t>Gantry </a:t>
          </a:r>
          <a:r>
            <a:rPr lang="ko-KR" altLang="en-US" sz="1050" dirty="0" smtClean="0">
              <a:latin typeface="+mn-ea"/>
              <a:ea typeface="+mn-ea"/>
            </a:rPr>
            <a:t>이동</a:t>
          </a:r>
          <a:endParaRPr lang="ko-KR" altLang="en-US" sz="1050" dirty="0">
            <a:latin typeface="+mn-ea"/>
            <a:ea typeface="+mn-ea"/>
          </a:endParaRPr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C2329251-B18F-413F-8425-FFF6EF7E30A7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화질 </a:t>
          </a:r>
          <a:r>
            <a:rPr lang="en-US" altLang="ko-KR" sz="800" dirty="0" smtClean="0">
              <a:latin typeface="+mn-ea"/>
              <a:ea typeface="+mn-ea"/>
            </a:rPr>
            <a:t>/ </a:t>
          </a:r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Gantry / Z </a:t>
          </a:r>
          <a:r>
            <a:rPr lang="ko-KR" altLang="en-US" sz="800" dirty="0" smtClean="0">
              <a:latin typeface="+mn-ea"/>
              <a:ea typeface="+mn-ea"/>
            </a:rPr>
            <a:t>위치 센서</a:t>
          </a:r>
          <a:endParaRPr lang="ko-KR" altLang="en-US" sz="800" dirty="0">
            <a:latin typeface="+mn-ea"/>
            <a:ea typeface="+mn-ea"/>
          </a:endParaRPr>
        </a:p>
      </dgm:t>
    </dgm:pt>
    <dgm:pt modelId="{F106ADB7-C999-4406-8905-C2C1EA6E5BCB}" type="parTrans" cxnId="{65591241-9573-45B1-9FAD-B0C1D2A96298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CABEE303-CD69-4856-95D6-70C2193D488C}" type="sibTrans" cxnId="{65591241-9573-45B1-9FAD-B0C1D2A96298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581D5382-B7D2-4094-B2F3-007FE5A04540}">
      <dgm:prSet phldrT="[텍스트]" custT="1"/>
      <dgm:spPr/>
      <dgm:t>
        <a:bodyPr/>
        <a:lstStyle/>
        <a:p>
          <a:pPr latinLnBrk="1"/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 </a:t>
          </a:r>
          <a:r>
            <a:rPr lang="en-US" altLang="ko-KR" sz="800" dirty="0" smtClean="0">
              <a:latin typeface="+mn-ea"/>
              <a:ea typeface="+mn-ea"/>
            </a:rPr>
            <a:t>Gantry </a:t>
          </a:r>
          <a:r>
            <a:rPr lang="ko-KR" altLang="en-US" sz="800" dirty="0" smtClean="0">
              <a:latin typeface="+mn-ea"/>
              <a:ea typeface="+mn-ea"/>
            </a:rPr>
            <a:t>위치 센서</a:t>
          </a:r>
          <a:endParaRPr lang="ko-KR" altLang="en-US" sz="800" dirty="0">
            <a:latin typeface="+mn-ea"/>
            <a:ea typeface="+mn-ea"/>
          </a:endParaRPr>
        </a:p>
      </dgm:t>
    </dgm:pt>
    <dgm:pt modelId="{85938E4C-E533-4346-A537-FF2224C34375}" type="parTrans" cxnId="{85281A5E-3450-4169-A0C0-EAF2F008CBAD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0863B956-804F-4808-8C9B-06925ED21D07}" type="sibTrans" cxnId="{85281A5E-3450-4169-A0C0-EAF2F008CBAD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192D19C-41B0-414F-BDB1-55FEECD28ACE}">
      <dgm:prSet phldrT="[텍스트]" custT="1"/>
      <dgm:spPr/>
      <dgm:t>
        <a:bodyPr/>
        <a:lstStyle/>
        <a:p>
          <a:pPr latinLnBrk="1"/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Z</a:t>
          </a:r>
          <a:r>
            <a:rPr lang="ko-KR" altLang="en-US" sz="800" dirty="0" smtClean="0">
              <a:latin typeface="+mn-ea"/>
              <a:ea typeface="+mn-ea"/>
            </a:rPr>
            <a:t>축 위치에 따라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이동 금지 추가</a:t>
          </a:r>
          <a:endParaRPr lang="ko-KR" altLang="en-US" sz="800" dirty="0">
            <a:latin typeface="+mn-ea"/>
            <a:ea typeface="+mn-ea"/>
          </a:endParaRPr>
        </a:p>
      </dgm:t>
    </dgm:pt>
    <dgm:pt modelId="{B6567E1B-4A0D-4166-B187-5BA7CF2361BE}" type="parTrans" cxnId="{471F1CC0-AC35-4FFF-A4FC-476DB43FD020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117F695D-A602-49ED-9781-65958D63E621}" type="sibTrans" cxnId="{471F1CC0-AC35-4FFF-A4FC-476DB43FD020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F103C22-3A8A-4A4B-AB36-C63D4CA38608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화질 </a:t>
          </a:r>
          <a:r>
            <a:rPr lang="en-US" altLang="ko-KR" sz="800" dirty="0" smtClean="0">
              <a:latin typeface="+mn-ea"/>
              <a:ea typeface="+mn-ea"/>
            </a:rPr>
            <a:t>/ </a:t>
          </a:r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Gantry </a:t>
          </a:r>
          <a:r>
            <a:rPr lang="ko-KR" altLang="en-US" sz="800" dirty="0" smtClean="0">
              <a:latin typeface="+mn-ea"/>
              <a:ea typeface="+mn-ea"/>
            </a:rPr>
            <a:t>간격 확인</a:t>
          </a:r>
          <a:r>
            <a:rPr lang="en-US" altLang="ko-KR" sz="800" dirty="0" smtClean="0">
              <a:latin typeface="+mn-ea"/>
              <a:ea typeface="+mn-ea"/>
            </a:rPr>
            <a:t>(</a:t>
          </a:r>
          <a:r>
            <a:rPr lang="ko-KR" altLang="en-US" sz="800" dirty="0" smtClean="0">
              <a:latin typeface="+mn-ea"/>
              <a:ea typeface="+mn-ea"/>
            </a:rPr>
            <a:t>최소 </a:t>
          </a:r>
          <a:r>
            <a:rPr lang="en-US" altLang="ko-KR" sz="800" dirty="0" smtClean="0">
              <a:latin typeface="+mn-ea"/>
              <a:ea typeface="+mn-ea"/>
            </a:rPr>
            <a:t>Gap </a:t>
          </a:r>
          <a:r>
            <a:rPr lang="ko-KR" altLang="en-US" sz="800" dirty="0" smtClean="0">
              <a:latin typeface="+mn-ea"/>
              <a:ea typeface="+mn-ea"/>
            </a:rPr>
            <a:t>설정</a:t>
          </a:r>
          <a:r>
            <a:rPr lang="en-US" altLang="ko-KR" sz="800" dirty="0" smtClean="0">
              <a:latin typeface="+mn-ea"/>
              <a:ea typeface="+mn-ea"/>
            </a:rPr>
            <a:t>)</a:t>
          </a:r>
          <a:endParaRPr lang="ko-KR" altLang="en-US" sz="800" dirty="0">
            <a:latin typeface="+mn-ea"/>
            <a:ea typeface="+mn-ea"/>
          </a:endParaRPr>
        </a:p>
      </dgm:t>
    </dgm:pt>
    <dgm:pt modelId="{ED3E027F-C285-42D4-AC47-6C9EA33BC59F}" type="par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A462FD9-71A1-4343-A29D-9006E50B098B}" type="sib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45B5BC50-6780-4E24-A1D7-C9601AFF0DF9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이동 범위 확인</a:t>
          </a:r>
          <a:endParaRPr lang="ko-KR" altLang="en-US" sz="800" dirty="0">
            <a:latin typeface="+mn-ea"/>
            <a:ea typeface="+mn-ea"/>
          </a:endParaRPr>
        </a:p>
      </dgm:t>
    </dgm:pt>
    <dgm:pt modelId="{44B0F994-F3FD-4BDB-8617-19C274134754}" type="parTrans" cxnId="{A386BFF4-9F7C-4741-AE6E-3539337EA4CC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0221D5E1-4D64-4894-B339-3521BA95EF18}" type="sibTrans" cxnId="{A386BFF4-9F7C-4741-AE6E-3539337EA4CC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804967AA-E0C1-4D85-8DF2-08C5F0ED1F34}">
      <dgm:prSet phldrT="[텍스트]" custT="1"/>
      <dgm:spPr/>
      <dgm:t>
        <a:bodyPr/>
        <a:lstStyle/>
        <a:p>
          <a:pPr latinLnBrk="1"/>
          <a:r>
            <a:rPr lang="ko-KR" altLang="en-US" sz="1050" dirty="0" smtClean="0">
              <a:latin typeface="+mn-ea"/>
              <a:ea typeface="+mn-ea"/>
            </a:rPr>
            <a:t>기본 이동</a:t>
          </a:r>
          <a:endParaRPr lang="ko-KR" altLang="en-US" sz="1050" dirty="0">
            <a:latin typeface="+mn-ea"/>
            <a:ea typeface="+mn-ea"/>
          </a:endParaRPr>
        </a:p>
      </dgm:t>
    </dgm:pt>
    <dgm:pt modelId="{D67D83A9-A518-4093-9A8B-1BC87AE85B6A}" type="parTrans" cxnId="{A434775F-0071-4D9D-B2D5-19B92F89FF55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9EDF3DB9-E780-4171-9681-79172BA45416}" type="sibTrans" cxnId="{A434775F-0071-4D9D-B2D5-19B92F89FF55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2E7F0A6D-85C0-44F0-AE7D-86FE329ED280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Clamp Not Down</a:t>
          </a:r>
          <a:endParaRPr lang="ko-KR" altLang="en-US" sz="800" dirty="0">
            <a:latin typeface="+mn-ea"/>
            <a:ea typeface="+mn-ea"/>
          </a:endParaRPr>
        </a:p>
      </dgm:t>
    </dgm:pt>
    <dgm:pt modelId="{26D2FA20-EE1C-4F3A-A29A-91A8F98996B3}" type="parTrans" cxnId="{E6B78213-CC35-4920-921E-4079B4C64B13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626B3066-2F4B-4B43-B5FE-288C24F35D40}" type="sibTrans" cxnId="{E6B78213-CC35-4920-921E-4079B4C64B13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9B71326-FEC9-4431-AB99-2329311A5F59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Not Uncontacted</a:t>
          </a:r>
          <a:endParaRPr lang="ko-KR" altLang="en-US" sz="800" dirty="0">
            <a:latin typeface="+mn-ea"/>
            <a:ea typeface="+mn-ea"/>
          </a:endParaRPr>
        </a:p>
      </dgm:t>
    </dgm:pt>
    <dgm:pt modelId="{35394743-37C6-43D1-8F06-8A4CDC4AEF9A}" type="parTrans" cxnId="{67DFB592-E49F-4D12-9132-B68C71F4D55B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684299CD-1C8E-408E-9250-B168AA60AB71}" type="sibTrans" cxnId="{67DFB592-E49F-4D12-9132-B68C71F4D55B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5E30F7AA-3D7E-40DF-A478-C765CBE81B54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Life Pin Not Down</a:t>
          </a:r>
          <a:endParaRPr lang="ko-KR" altLang="en-US" sz="800" dirty="0">
            <a:latin typeface="+mn-ea"/>
            <a:ea typeface="+mn-ea"/>
          </a:endParaRPr>
        </a:p>
      </dgm:t>
    </dgm:pt>
    <dgm:pt modelId="{8783441F-D3D1-46FD-AFA7-8A5C30322FC7}" type="parTrans" cxnId="{303C8775-6103-41D8-89AD-490B0FBCB43E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D451DA03-2020-4E56-9DF0-C9AB4DD1DC0E}" type="sibTrans" cxnId="{303C8775-6103-41D8-89AD-490B0FBCB43E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614DDCA9-E8A5-4025-A372-3ADD23322916}">
      <dgm:prSet phldrT="[텍스트]" custT="1"/>
      <dgm:spPr/>
      <dgm:t>
        <a:bodyPr/>
        <a:lstStyle/>
        <a:p>
          <a:pPr latinLnBrk="1"/>
          <a:r>
            <a:rPr lang="en-US" altLang="ko-KR" sz="1050" dirty="0" smtClean="0">
              <a:latin typeface="+mn-ea"/>
              <a:ea typeface="+mn-ea"/>
            </a:rPr>
            <a:t>Probe </a:t>
          </a:r>
          <a:r>
            <a:rPr lang="ko-KR" altLang="en-US" sz="1050" dirty="0" smtClean="0">
              <a:latin typeface="+mn-ea"/>
              <a:ea typeface="+mn-ea"/>
            </a:rPr>
            <a:t>이동</a:t>
          </a:r>
          <a:endParaRPr lang="ko-KR" altLang="en-US" sz="1050" dirty="0">
            <a:latin typeface="+mn-ea"/>
            <a:ea typeface="+mn-ea"/>
          </a:endParaRPr>
        </a:p>
      </dgm:t>
    </dgm:pt>
    <dgm:pt modelId="{D75BAA90-8F04-430F-A446-7D9F26EFFFEC}" type="parTrans" cxnId="{B0748FFF-4438-4F2C-9293-0EA5229D8FC9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1BD5755-2BF9-451E-B289-E70A6DECF481}" type="sibTrans" cxnId="{B0748FFF-4438-4F2C-9293-0EA5229D8FC9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420B352F-340A-49F6-90E0-94AA4CF1647E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5</a:t>
          </a:r>
          <a:r>
            <a:rPr lang="ko-KR" altLang="en-US" sz="800" dirty="0" smtClean="0">
              <a:latin typeface="+mn-ea"/>
              <a:ea typeface="+mn-ea"/>
            </a:rPr>
            <a:t>개 간격 확인</a:t>
          </a:r>
          <a:r>
            <a:rPr lang="en-US" altLang="ko-KR" sz="800" dirty="0" smtClean="0">
              <a:latin typeface="+mn-ea"/>
              <a:ea typeface="+mn-ea"/>
            </a:rPr>
            <a:t>(</a:t>
          </a:r>
          <a:r>
            <a:rPr lang="ko-KR" altLang="en-US" sz="800" dirty="0" smtClean="0">
              <a:latin typeface="+mn-ea"/>
              <a:ea typeface="+mn-ea"/>
            </a:rPr>
            <a:t>최소 </a:t>
          </a:r>
          <a:r>
            <a:rPr lang="en-US" altLang="ko-KR" sz="800" dirty="0" smtClean="0">
              <a:latin typeface="+mn-ea"/>
              <a:ea typeface="+mn-ea"/>
            </a:rPr>
            <a:t>Gap </a:t>
          </a:r>
          <a:r>
            <a:rPr lang="ko-KR" altLang="en-US" sz="800" dirty="0" smtClean="0">
              <a:latin typeface="+mn-ea"/>
              <a:ea typeface="+mn-ea"/>
            </a:rPr>
            <a:t>설정</a:t>
          </a:r>
          <a:r>
            <a:rPr lang="en-US" altLang="ko-KR" sz="800" dirty="0" smtClean="0">
              <a:latin typeface="+mn-ea"/>
              <a:ea typeface="+mn-ea"/>
            </a:rPr>
            <a:t>)</a:t>
          </a:r>
          <a:endParaRPr lang="ko-KR" altLang="en-US" sz="800" dirty="0">
            <a:latin typeface="+mn-ea"/>
            <a:ea typeface="+mn-ea"/>
          </a:endParaRPr>
        </a:p>
      </dgm:t>
    </dgm:pt>
    <dgm:pt modelId="{BA288656-CA06-4F25-B4F6-FE2B1AAF908D}" type="parTrans" cxnId="{1329E834-97EF-493E-812F-5B747A55BA51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928DF9AB-EF48-40C9-A480-77B615346AB6}" type="sibTrans" cxnId="{1329E834-97EF-493E-812F-5B747A55BA51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5AE534C9-99A8-4C15-BAB0-5462621CE1E1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기본 이동 </a:t>
          </a:r>
          <a:r>
            <a:rPr lang="ko-KR" altLang="en-US" sz="800" dirty="0" err="1" smtClean="0">
              <a:latin typeface="+mn-ea"/>
              <a:ea typeface="+mn-ea"/>
            </a:rPr>
            <a:t>인터락</a:t>
          </a:r>
          <a:r>
            <a:rPr lang="ko-KR" altLang="en-US" sz="800" dirty="0" smtClean="0">
              <a:latin typeface="+mn-ea"/>
              <a:ea typeface="+mn-ea"/>
            </a:rPr>
            <a:t> 확인</a:t>
          </a:r>
          <a:endParaRPr lang="ko-KR" altLang="en-US" sz="800" dirty="0">
            <a:latin typeface="+mn-ea"/>
            <a:ea typeface="+mn-ea"/>
          </a:endParaRPr>
        </a:p>
      </dgm:t>
    </dgm:pt>
    <dgm:pt modelId="{33A367A4-F984-4E6A-AC4F-30D9E32EB632}" type="parTrans" cxnId="{226903A7-1CBA-4BA0-B696-E4F12B1B750C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184259F6-7095-4FDA-85E0-5D97D82B3DEB}" type="sibTrans" cxnId="{226903A7-1CBA-4BA0-B696-E4F12B1B750C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26D0E569-1324-4799-9398-D4748E8B7060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화질 </a:t>
          </a:r>
          <a:r>
            <a:rPr lang="en-US" altLang="ko-KR" sz="800" dirty="0" smtClean="0">
              <a:latin typeface="+mn-ea"/>
              <a:ea typeface="+mn-ea"/>
            </a:rPr>
            <a:t>/ </a:t>
          </a:r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Z</a:t>
          </a:r>
          <a:r>
            <a:rPr lang="ko-KR" altLang="en-US" sz="800" dirty="0" smtClean="0">
              <a:latin typeface="+mn-ea"/>
              <a:ea typeface="+mn-ea"/>
            </a:rPr>
            <a:t>축 위치 확인</a:t>
          </a:r>
          <a:endParaRPr lang="ko-KR" altLang="en-US" sz="800" dirty="0">
            <a:latin typeface="+mn-ea"/>
            <a:ea typeface="+mn-ea"/>
          </a:endParaRPr>
        </a:p>
      </dgm:t>
    </dgm:pt>
    <dgm:pt modelId="{6EF0DFA3-5832-477D-8ED0-C2A67B13BFC5}" type="parTrans" cxnId="{45E9A7AC-8523-4161-A3D0-7A6446B7E3C2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5977EF3C-5905-41FF-BBB1-BC16A635D5B2}" type="sibTrans" cxnId="{45E9A7AC-8523-4161-A3D0-7A6446B7E3C2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AB977A6-F1A3-4948-A66B-7AC9BB861B6D}">
      <dgm:prSet phldrT="[텍스트]" custT="1"/>
      <dgm:spPr/>
      <dgm:t>
        <a:bodyPr/>
        <a:lstStyle/>
        <a:p>
          <a:pPr latinLnBrk="1"/>
          <a:r>
            <a:rPr lang="ko-KR" altLang="en-US" sz="800" dirty="0" err="1" smtClean="0">
              <a:solidFill>
                <a:srgbClr val="FF0000"/>
              </a:solidFill>
              <a:latin typeface="+mn-ea"/>
              <a:ea typeface="+mn-ea"/>
            </a:rPr>
            <a:t>시야각</a:t>
          </a:r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 감지 </a:t>
          </a:r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1</a:t>
          </a:r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개</a:t>
          </a:r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(loading)</a:t>
          </a:r>
          <a:endParaRPr lang="ko-KR" altLang="en-US" sz="800" dirty="0">
            <a:solidFill>
              <a:srgbClr val="FF0000"/>
            </a:solidFill>
            <a:latin typeface="+mn-ea"/>
            <a:ea typeface="+mn-ea"/>
          </a:endParaRPr>
        </a:p>
      </dgm:t>
    </dgm:pt>
    <dgm:pt modelId="{2FD3A94A-929E-4394-A07A-F6A219C6BCB0}" type="parTrans" cxnId="{E73576B4-544E-4A9C-AA77-26430CF461E6}">
      <dgm:prSet/>
      <dgm:spPr/>
      <dgm:t>
        <a:bodyPr/>
        <a:lstStyle/>
        <a:p>
          <a:pPr latinLnBrk="1"/>
          <a:endParaRPr lang="ko-KR" altLang="en-US"/>
        </a:p>
      </dgm:t>
    </dgm:pt>
    <dgm:pt modelId="{F1070549-85F3-407D-A99B-9EA52533342F}" type="sibTrans" cxnId="{E73576B4-544E-4A9C-AA77-26430CF461E6}">
      <dgm:prSet/>
      <dgm:spPr/>
      <dgm:t>
        <a:bodyPr/>
        <a:lstStyle/>
        <a:p>
          <a:pPr latinLnBrk="1"/>
          <a:endParaRPr lang="ko-KR" altLang="en-US"/>
        </a:p>
      </dgm:t>
    </dgm:pt>
    <dgm:pt modelId="{BE7B332D-AF22-4421-8179-D58861F7C9D1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화질 감지 </a:t>
          </a:r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1</a:t>
          </a:r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개</a:t>
          </a:r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(loading)</a:t>
          </a:r>
          <a:endParaRPr lang="ko-KR" altLang="en-US" sz="800" dirty="0">
            <a:solidFill>
              <a:srgbClr val="FF0000"/>
            </a:solidFill>
            <a:latin typeface="+mn-ea"/>
            <a:ea typeface="+mn-ea"/>
          </a:endParaRPr>
        </a:p>
      </dgm:t>
    </dgm:pt>
    <dgm:pt modelId="{D343CB88-7AFA-42FD-8E16-6431E34998E0}" type="parTrans" cxnId="{B7F14A08-C2EE-4718-93EC-A3C1901C55E3}">
      <dgm:prSet/>
      <dgm:spPr/>
      <dgm:t>
        <a:bodyPr/>
        <a:lstStyle/>
        <a:p>
          <a:pPr latinLnBrk="1"/>
          <a:endParaRPr lang="ko-KR" altLang="en-US"/>
        </a:p>
      </dgm:t>
    </dgm:pt>
    <dgm:pt modelId="{F80A8A0D-82E0-4123-8B5D-74FB68CB96E3}" type="sibTrans" cxnId="{B7F14A08-C2EE-4718-93EC-A3C1901C55E3}">
      <dgm:prSet/>
      <dgm:spPr/>
      <dgm:t>
        <a:bodyPr/>
        <a:lstStyle/>
        <a:p>
          <a:pPr latinLnBrk="1"/>
          <a:endParaRPr lang="ko-KR" altLang="en-US"/>
        </a:p>
      </dgm:t>
    </dgm:pt>
    <dgm:pt modelId="{226739E5-0CF0-4AD5-8EE7-76F0B95D1212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solidFill>
                <a:srgbClr val="0070C0"/>
              </a:solidFill>
              <a:latin typeface="+mn-ea"/>
              <a:ea typeface="+mn-ea"/>
            </a:rPr>
            <a:t>측정 </a:t>
          </a:r>
          <a:r>
            <a:rPr lang="en-US" altLang="ko-KR" sz="800" dirty="0" smtClean="0">
              <a:solidFill>
                <a:srgbClr val="0070C0"/>
              </a:solidFill>
              <a:latin typeface="+mn-ea"/>
              <a:ea typeface="+mn-ea"/>
            </a:rPr>
            <a:t>Probe </a:t>
          </a:r>
          <a:r>
            <a:rPr lang="ko-KR" altLang="en-US" sz="800" dirty="0" smtClean="0">
              <a:solidFill>
                <a:srgbClr val="0070C0"/>
              </a:solidFill>
              <a:latin typeface="+mn-ea"/>
              <a:ea typeface="+mn-ea"/>
            </a:rPr>
            <a:t>충돌방지를 위해 위치 감지 </a:t>
          </a:r>
          <a:r>
            <a:rPr lang="ko-KR" altLang="en-US" sz="800" dirty="0" err="1" smtClean="0">
              <a:solidFill>
                <a:srgbClr val="0070C0"/>
              </a:solidFill>
              <a:latin typeface="+mn-ea"/>
              <a:ea typeface="+mn-ea"/>
            </a:rPr>
            <a:t>도그</a:t>
          </a:r>
          <a:r>
            <a:rPr lang="ko-KR" altLang="en-US" sz="800" dirty="0" smtClean="0">
              <a:solidFill>
                <a:srgbClr val="0070C0"/>
              </a:solidFill>
              <a:latin typeface="+mn-ea"/>
              <a:ea typeface="+mn-ea"/>
            </a:rPr>
            <a:t> 요청</a:t>
          </a:r>
          <a:r>
            <a:rPr lang="en-US" altLang="ko-KR" sz="800" dirty="0" smtClean="0">
              <a:solidFill>
                <a:srgbClr val="0070C0"/>
              </a:solidFill>
              <a:latin typeface="+mn-ea"/>
              <a:ea typeface="+mn-ea"/>
            </a:rPr>
            <a:t>)</a:t>
          </a:r>
          <a:endParaRPr lang="ko-KR" altLang="en-US" sz="800" dirty="0">
            <a:solidFill>
              <a:srgbClr val="0070C0"/>
            </a:solidFill>
            <a:latin typeface="+mn-ea"/>
            <a:ea typeface="+mn-ea"/>
          </a:endParaRPr>
        </a:p>
      </dgm:t>
    </dgm:pt>
    <dgm:pt modelId="{70891C08-5A37-42B2-996E-B472E5A8D1F8}" type="parTrans" cxnId="{77FB1B28-B397-4946-BDFA-8154F57CF31D}">
      <dgm:prSet/>
      <dgm:spPr/>
      <dgm:t>
        <a:bodyPr/>
        <a:lstStyle/>
        <a:p>
          <a:pPr latinLnBrk="1"/>
          <a:endParaRPr lang="ko-KR" altLang="en-US"/>
        </a:p>
      </dgm:t>
    </dgm:pt>
    <dgm:pt modelId="{427807C8-594D-43CF-8D1F-1D2817B4D06A}" type="sibTrans" cxnId="{77FB1B28-B397-4946-BDFA-8154F57CF31D}">
      <dgm:prSet/>
      <dgm:spPr/>
      <dgm:t>
        <a:bodyPr/>
        <a:lstStyle/>
        <a:p>
          <a:pPr latinLnBrk="1"/>
          <a:endParaRPr lang="ko-KR" altLang="en-US"/>
        </a:p>
      </dgm:t>
    </dgm:pt>
    <dgm:pt modelId="{C2CCAA71-2236-407A-8CF9-8E887114C657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충돌 방지를 위한 </a:t>
          </a:r>
          <a:r>
            <a:rPr lang="ko-KR" altLang="en-US" sz="800" dirty="0" err="1" smtClean="0">
              <a:latin typeface="+mn-ea"/>
              <a:ea typeface="+mn-ea"/>
            </a:rPr>
            <a:t>댐퍼</a:t>
          </a:r>
          <a:r>
            <a:rPr lang="ko-KR" altLang="en-US" sz="800" dirty="0" smtClean="0">
              <a:latin typeface="+mn-ea"/>
              <a:ea typeface="+mn-ea"/>
            </a:rPr>
            <a:t> 설치</a:t>
          </a:r>
          <a:r>
            <a:rPr lang="en-US" altLang="ko-KR" sz="800" dirty="0" smtClean="0">
              <a:latin typeface="+mn-ea"/>
              <a:ea typeface="+mn-ea"/>
            </a:rPr>
            <a:t>(</a:t>
          </a:r>
          <a:r>
            <a:rPr lang="ko-KR" altLang="en-US" sz="800" dirty="0" smtClean="0">
              <a:latin typeface="+mn-ea"/>
              <a:ea typeface="+mn-ea"/>
            </a:rPr>
            <a:t>광학계 미 충돌</a:t>
          </a:r>
          <a:r>
            <a:rPr lang="en-US" altLang="ko-KR" sz="800" dirty="0" smtClean="0">
              <a:latin typeface="+mn-ea"/>
              <a:ea typeface="+mn-ea"/>
            </a:rPr>
            <a:t>)</a:t>
          </a:r>
          <a:endParaRPr lang="ko-KR" altLang="en-US" sz="800" dirty="0">
            <a:latin typeface="+mn-ea"/>
            <a:ea typeface="+mn-ea"/>
          </a:endParaRPr>
        </a:p>
      </dgm:t>
    </dgm:pt>
    <dgm:pt modelId="{2DF65EDB-B3E3-4C5D-8D9A-F3E0833EF397}" type="parTrans" cxnId="{32F2C22D-1639-4A1A-ABEF-DD130F37A39A}">
      <dgm:prSet/>
      <dgm:spPr/>
      <dgm:t>
        <a:bodyPr/>
        <a:lstStyle/>
        <a:p>
          <a:pPr latinLnBrk="1"/>
          <a:endParaRPr lang="ko-KR" altLang="en-US"/>
        </a:p>
      </dgm:t>
    </dgm:pt>
    <dgm:pt modelId="{35920040-0310-4AC6-B195-49AC2E323A5B}" type="sibTrans" cxnId="{32F2C22D-1639-4A1A-ABEF-DD130F37A39A}">
      <dgm:prSet/>
      <dgm:spPr/>
      <dgm:t>
        <a:bodyPr/>
        <a:lstStyle/>
        <a:p>
          <a:pPr latinLnBrk="1"/>
          <a:endParaRPr lang="ko-KR" altLang="en-US"/>
        </a:p>
      </dgm:t>
    </dgm:pt>
    <dgm:pt modelId="{7856CC46-6D2B-4E09-8D59-64B9F5B46DF9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사이로 </a:t>
          </a:r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광학계 이동 불가</a:t>
          </a:r>
          <a:endParaRPr lang="ko-KR" altLang="en-US" sz="800" dirty="0">
            <a:latin typeface="+mn-ea"/>
            <a:ea typeface="+mn-ea"/>
          </a:endParaRPr>
        </a:p>
      </dgm:t>
    </dgm:pt>
    <dgm:pt modelId="{0ECB570B-2AF8-4802-9734-5D07FD200BE0}" type="parTrans" cxnId="{3B6966A3-75A8-4106-92AF-67F4AC2E3463}">
      <dgm:prSet/>
      <dgm:spPr/>
      <dgm:t>
        <a:bodyPr/>
        <a:lstStyle/>
        <a:p>
          <a:pPr latinLnBrk="1"/>
          <a:endParaRPr lang="ko-KR" altLang="en-US"/>
        </a:p>
      </dgm:t>
    </dgm:pt>
    <dgm:pt modelId="{3CF1D111-EF71-49D0-9B3C-E50DBA001ECC}" type="sibTrans" cxnId="{3B6966A3-75A8-4106-92AF-67F4AC2E3463}">
      <dgm:prSet/>
      <dgm:spPr/>
      <dgm:t>
        <a:bodyPr/>
        <a:lstStyle/>
        <a:p>
          <a:pPr latinLnBrk="1"/>
          <a:endParaRPr lang="ko-KR" altLang="en-US"/>
        </a:p>
      </dgm:t>
    </dgm:pt>
    <dgm:pt modelId="{7D8C5D39-F605-41EC-A9F5-52BFD7C6BE26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Review CCD 2</a:t>
          </a:r>
          <a:r>
            <a:rPr lang="ko-KR" altLang="en-US" sz="800" dirty="0" smtClean="0">
              <a:latin typeface="+mn-ea"/>
              <a:ea typeface="+mn-ea"/>
            </a:rPr>
            <a:t>개 에서 </a:t>
          </a:r>
          <a:r>
            <a:rPr lang="en-US" altLang="ko-KR" sz="800" dirty="0" smtClean="0">
              <a:latin typeface="+mn-ea"/>
              <a:ea typeface="+mn-ea"/>
            </a:rPr>
            <a:t>4</a:t>
          </a:r>
          <a:r>
            <a:rPr lang="ko-KR" altLang="en-US" sz="800" dirty="0" smtClean="0">
              <a:latin typeface="+mn-ea"/>
              <a:ea typeface="+mn-ea"/>
            </a:rPr>
            <a:t>개로 각</a:t>
          </a:r>
          <a:r>
            <a:rPr lang="en-US" altLang="ko-KR" sz="800" dirty="0" smtClean="0">
              <a:latin typeface="+mn-ea"/>
              <a:ea typeface="+mn-ea"/>
            </a:rPr>
            <a:t> Gantry </a:t>
          </a:r>
          <a:r>
            <a:rPr lang="ko-KR" altLang="en-US" sz="800" dirty="0" smtClean="0">
              <a:latin typeface="+mn-ea"/>
              <a:ea typeface="+mn-ea"/>
            </a:rPr>
            <a:t>에 </a:t>
          </a:r>
          <a:r>
            <a:rPr lang="en-US" altLang="ko-KR" sz="800" dirty="0" smtClean="0">
              <a:latin typeface="+mn-ea"/>
              <a:ea typeface="+mn-ea"/>
            </a:rPr>
            <a:t>2</a:t>
          </a:r>
          <a:r>
            <a:rPr lang="ko-KR" altLang="en-US" sz="800" dirty="0" smtClean="0">
              <a:latin typeface="+mn-ea"/>
              <a:ea typeface="+mn-ea"/>
            </a:rPr>
            <a:t>개씩 장착</a:t>
          </a:r>
          <a:endParaRPr lang="ko-KR" altLang="en-US" sz="800" dirty="0">
            <a:latin typeface="+mn-ea"/>
            <a:ea typeface="+mn-ea"/>
          </a:endParaRPr>
        </a:p>
      </dgm:t>
    </dgm:pt>
    <dgm:pt modelId="{A28B1554-5949-4259-B941-2B3FB08AD8FE}" type="parTrans" cxnId="{F68B2BE4-926D-422F-AB3B-3AED50E9944C}">
      <dgm:prSet/>
      <dgm:spPr/>
      <dgm:t>
        <a:bodyPr/>
        <a:lstStyle/>
        <a:p>
          <a:pPr latinLnBrk="1"/>
          <a:endParaRPr lang="ko-KR" altLang="en-US"/>
        </a:p>
      </dgm:t>
    </dgm:pt>
    <dgm:pt modelId="{D82CD298-3A31-495E-ACC5-9E8655E0A297}" type="sibTrans" cxnId="{F68B2BE4-926D-422F-AB3B-3AED50E9944C}">
      <dgm:prSet/>
      <dgm:spPr/>
      <dgm:t>
        <a:bodyPr/>
        <a:lstStyle/>
        <a:p>
          <a:pPr latinLnBrk="1"/>
          <a:endParaRPr lang="ko-KR" altLang="en-US"/>
        </a:p>
      </dgm:t>
    </dgm:pt>
    <dgm:pt modelId="{39C56C10-B35D-4557-871D-AC7B0B5EB55B}">
      <dgm:prSet phldrT="[텍스트]" custT="1"/>
      <dgm:spPr/>
      <dgm:t>
        <a:bodyPr/>
        <a:lstStyle/>
        <a:p>
          <a:pPr latinLnBrk="1"/>
          <a:r>
            <a:rPr lang="ko-KR" altLang="en-US" sz="800" dirty="0" err="1" smtClean="0">
              <a:latin typeface="+mn-ea"/>
              <a:ea typeface="+mn-ea"/>
            </a:rPr>
            <a:t>시야각</a:t>
          </a:r>
          <a:r>
            <a:rPr lang="ko-KR" altLang="en-US" sz="800" dirty="0" smtClean="0">
              <a:latin typeface="+mn-ea"/>
              <a:ea typeface="+mn-ea"/>
            </a:rPr>
            <a:t> </a:t>
          </a:r>
          <a:r>
            <a:rPr lang="en-US" altLang="ko-KR" sz="800" dirty="0" smtClean="0">
              <a:latin typeface="+mn-ea"/>
              <a:ea typeface="+mn-ea"/>
            </a:rPr>
            <a:t>Review CCD : </a:t>
          </a:r>
          <a:r>
            <a:rPr lang="ko-KR" altLang="en-US" sz="800" dirty="0" smtClean="0">
              <a:latin typeface="+mn-ea"/>
              <a:ea typeface="+mn-ea"/>
            </a:rPr>
            <a:t>글라스 </a:t>
          </a:r>
          <a:r>
            <a:rPr lang="ko-KR" altLang="en-US" sz="800" dirty="0" err="1" smtClean="0">
              <a:latin typeface="+mn-ea"/>
              <a:ea typeface="+mn-ea"/>
            </a:rPr>
            <a:t>얼라인</a:t>
          </a:r>
          <a:r>
            <a:rPr lang="en-US" altLang="ko-KR" sz="800" dirty="0" smtClean="0">
              <a:latin typeface="+mn-ea"/>
              <a:ea typeface="+mn-ea"/>
            </a:rPr>
            <a:t>, </a:t>
          </a:r>
          <a:r>
            <a:rPr lang="ko-KR" altLang="en-US" sz="800" dirty="0" smtClean="0">
              <a:latin typeface="+mn-ea"/>
              <a:ea typeface="+mn-ea"/>
            </a:rPr>
            <a:t>측정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확인</a:t>
          </a:r>
          <a:endParaRPr lang="ko-KR" altLang="en-US" sz="800" dirty="0">
            <a:latin typeface="+mn-ea"/>
            <a:ea typeface="+mn-ea"/>
          </a:endParaRPr>
        </a:p>
      </dgm:t>
    </dgm:pt>
    <dgm:pt modelId="{A391E4C8-2C38-4CBA-9C30-D2F21791F579}" type="parTrans" cxnId="{071CB799-93D6-41ED-8CED-92DCE5FC06A7}">
      <dgm:prSet/>
      <dgm:spPr/>
      <dgm:t>
        <a:bodyPr/>
        <a:lstStyle/>
        <a:p>
          <a:pPr latinLnBrk="1"/>
          <a:endParaRPr lang="ko-KR" altLang="en-US"/>
        </a:p>
      </dgm:t>
    </dgm:pt>
    <dgm:pt modelId="{65127E76-BD88-48C8-9C68-170D104029A0}" type="sibTrans" cxnId="{071CB799-93D6-41ED-8CED-92DCE5FC06A7}">
      <dgm:prSet/>
      <dgm:spPr/>
      <dgm:t>
        <a:bodyPr/>
        <a:lstStyle/>
        <a:p>
          <a:pPr latinLnBrk="1"/>
          <a:endParaRPr lang="ko-KR" altLang="en-US"/>
        </a:p>
      </dgm:t>
    </dgm:pt>
    <dgm:pt modelId="{8F0780F8-4291-4C1A-BE84-5162B77589E8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화질 </a:t>
          </a:r>
          <a:r>
            <a:rPr lang="en-US" altLang="ko-KR" sz="800" dirty="0" smtClean="0">
              <a:latin typeface="+mn-ea"/>
              <a:ea typeface="+mn-ea"/>
            </a:rPr>
            <a:t>Review CCD : Aging Probe </a:t>
          </a:r>
          <a:r>
            <a:rPr lang="ko-KR" altLang="en-US" sz="800" dirty="0" smtClean="0">
              <a:latin typeface="+mn-ea"/>
              <a:ea typeface="+mn-ea"/>
            </a:rPr>
            <a:t>확인</a:t>
          </a:r>
          <a:endParaRPr lang="ko-KR" altLang="en-US" sz="800" dirty="0">
            <a:latin typeface="+mn-ea"/>
            <a:ea typeface="+mn-ea"/>
          </a:endParaRPr>
        </a:p>
      </dgm:t>
    </dgm:pt>
    <dgm:pt modelId="{0F9ECDCE-3F8C-440C-BE23-BF7072966C5B}" type="parTrans" cxnId="{0217D076-6267-412E-89F2-563FFDCF35B3}">
      <dgm:prSet/>
      <dgm:spPr/>
      <dgm:t>
        <a:bodyPr/>
        <a:lstStyle/>
        <a:p>
          <a:pPr latinLnBrk="1"/>
          <a:endParaRPr lang="ko-KR" altLang="en-US"/>
        </a:p>
      </dgm:t>
    </dgm:pt>
    <dgm:pt modelId="{010BED2A-46EE-49BC-8A8D-633F31299BA6}" type="sibTrans" cxnId="{0217D076-6267-412E-89F2-563FFDCF35B3}">
      <dgm:prSet/>
      <dgm:spPr/>
      <dgm:t>
        <a:bodyPr/>
        <a:lstStyle/>
        <a:p>
          <a:pPr latinLnBrk="1"/>
          <a:endParaRPr lang="ko-KR" altLang="en-US"/>
        </a:p>
      </dgm:t>
    </dgm:pt>
    <dgm:pt modelId="{492DED91-68D3-446E-A11E-FDC3FB1893F9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높이를 감안해서 </a:t>
          </a:r>
          <a:r>
            <a:rPr lang="en-US" altLang="ko-KR" sz="800" dirty="0" smtClean="0">
              <a:latin typeface="+mn-ea"/>
              <a:ea typeface="+mn-ea"/>
            </a:rPr>
            <a:t>Review CCD</a:t>
          </a:r>
          <a:r>
            <a:rPr lang="ko-KR" altLang="en-US" sz="800" dirty="0" smtClean="0">
              <a:latin typeface="+mn-ea"/>
              <a:ea typeface="+mn-ea"/>
            </a:rPr>
            <a:t>는 </a:t>
          </a:r>
          <a:r>
            <a:rPr lang="en-US" altLang="ko-KR" sz="800" dirty="0" smtClean="0">
              <a:latin typeface="+mn-ea"/>
              <a:ea typeface="+mn-ea"/>
            </a:rPr>
            <a:t>350mm </a:t>
          </a:r>
          <a:r>
            <a:rPr lang="ko-KR" altLang="en-US" sz="800" dirty="0" smtClean="0">
              <a:latin typeface="+mn-ea"/>
              <a:ea typeface="+mn-ea"/>
            </a:rPr>
            <a:t>높이에서 볼 수 있는 렌즈 선정</a:t>
          </a:r>
          <a:endParaRPr lang="ko-KR" altLang="en-US" sz="800" dirty="0">
            <a:latin typeface="+mn-ea"/>
            <a:ea typeface="+mn-ea"/>
          </a:endParaRPr>
        </a:p>
      </dgm:t>
    </dgm:pt>
    <dgm:pt modelId="{6DB523F1-517F-4980-896B-2B7858FB5251}" type="parTrans" cxnId="{2FF1D8D7-CF53-49AA-8FCE-48A58DAFBEB5}">
      <dgm:prSet/>
      <dgm:spPr/>
      <dgm:t>
        <a:bodyPr/>
        <a:lstStyle/>
        <a:p>
          <a:pPr latinLnBrk="1"/>
          <a:endParaRPr lang="ko-KR" altLang="en-US"/>
        </a:p>
      </dgm:t>
    </dgm:pt>
    <dgm:pt modelId="{6B39271A-2A2E-433C-ACB2-D94CEE31C6FA}" type="sibTrans" cxnId="{2FF1D8D7-CF53-49AA-8FCE-48A58DAFBEB5}">
      <dgm:prSet/>
      <dgm:spPr/>
      <dgm:t>
        <a:bodyPr/>
        <a:lstStyle/>
        <a:p>
          <a:pPr latinLnBrk="1"/>
          <a:endParaRPr lang="ko-KR" altLang="en-US"/>
        </a:p>
      </dgm:t>
    </dgm:pt>
    <dgm:pt modelId="{61591E4E-930F-454A-9BB5-5CE3508EE9AF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일정 위치 이하일 경우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이동 금지</a:t>
          </a:r>
          <a:endParaRPr lang="ko-KR" altLang="en-US" sz="800" dirty="0">
            <a:latin typeface="+mn-ea"/>
            <a:ea typeface="+mn-ea"/>
          </a:endParaRPr>
        </a:p>
      </dgm:t>
    </dgm:pt>
    <dgm:pt modelId="{08455219-63F6-4E7E-AA19-4472E5BE2301}" type="parTrans" cxnId="{8D7653A1-4AA7-4DD8-AF47-BA43646CBFD0}">
      <dgm:prSet/>
      <dgm:spPr/>
      <dgm:t>
        <a:bodyPr/>
        <a:lstStyle/>
        <a:p>
          <a:pPr latinLnBrk="1"/>
          <a:endParaRPr lang="ko-KR" altLang="en-US"/>
        </a:p>
      </dgm:t>
    </dgm:pt>
    <dgm:pt modelId="{BC40EEF8-140C-4291-B81F-1B2CDE4BD656}" type="sibTrans" cxnId="{8D7653A1-4AA7-4DD8-AF47-BA43646CBFD0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3" custScaleY="96339" custLinFactNeighborY="-1772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3" custScaleY="98373" custLinFactNeighborY="-258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E9202DE-A886-4A7F-895D-0803A72A744F}" type="pres">
      <dgm:prSet presAssocID="{804967AA-E0C1-4D85-8DF2-08C5F0ED1F34}" presName="parentText" presStyleLbl="node1" presStyleIdx="1" presStyleCnt="3" custScaleY="81036" custLinFactNeighborY="77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20E3F61-9C54-4805-B6FA-F681372628B4}" type="pres">
      <dgm:prSet presAssocID="{804967AA-E0C1-4D85-8DF2-08C5F0ED1F34}" presName="childText" presStyleLbl="revTx" presStyleIdx="1" presStyleCnt="3" custLinFactNeighborY="380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EF7CF73-4278-4F18-B311-67999EF6FD2D}" type="pres">
      <dgm:prSet presAssocID="{614DDCA9-E8A5-4025-A372-3ADD23322916}" presName="parentText" presStyleLbl="node1" presStyleIdx="2" presStyleCnt="3" custScaleY="76921" custLinFactNeighborY="369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BDDDAC7-0ADE-4268-A5EE-E0022477C9A3}" type="pres">
      <dgm:prSet presAssocID="{614DDCA9-E8A5-4025-A372-3ADD23322916}" presName="childText" presStyleLbl="revTx" presStyleIdx="2" presStyleCnt="3" custLinFactNeighborY="31958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CDB09043-F555-47B1-B30E-756640B536E0}" type="presOf" srcId="{804967AA-E0C1-4D85-8DF2-08C5F0ED1F34}" destId="{EE9202DE-A886-4A7F-895D-0803A72A744F}" srcOrd="0" destOrd="0" presId="urn:microsoft.com/office/officeart/2005/8/layout/vList2"/>
    <dgm:cxn modelId="{65591241-9573-45B1-9FAD-B0C1D2A96298}" srcId="{40950B9A-2AD9-4B07-A86E-A22003769AE9}" destId="{C2329251-B18F-413F-8425-FFF6EF7E30A7}" srcOrd="2" destOrd="0" parTransId="{F106ADB7-C999-4406-8905-C2C1EA6E5BCB}" sibTransId="{CABEE303-CD69-4856-95D6-70C2193D488C}"/>
    <dgm:cxn modelId="{F68B2BE4-926D-422F-AB3B-3AED50E9944C}" srcId="{40950B9A-2AD9-4B07-A86E-A22003769AE9}" destId="{7D8C5D39-F605-41EC-A9F5-52BFD7C6BE26}" srcOrd="5" destOrd="0" parTransId="{A28B1554-5949-4259-B941-2B3FB08AD8FE}" sibTransId="{D82CD298-3A31-495E-ACC5-9E8655E0A297}"/>
    <dgm:cxn modelId="{303C8775-6103-41D8-89AD-490B0FBCB43E}" srcId="{804967AA-E0C1-4D85-8DF2-08C5F0ED1F34}" destId="{5E30F7AA-3D7E-40DF-A478-C765CBE81B54}" srcOrd="2" destOrd="0" parTransId="{8783441F-D3D1-46FD-AFA7-8A5C30322FC7}" sibTransId="{D451DA03-2020-4E56-9DF0-C9AB4DD1DC0E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32F2C22D-1639-4A1A-ABEF-DD130F37A39A}" srcId="{3F103C22-3A8A-4A4B-AB36-C63D4CA38608}" destId="{C2CCAA71-2236-407A-8CF9-8E887114C657}" srcOrd="0" destOrd="0" parTransId="{2DF65EDB-B3E3-4C5D-8D9A-F3E0833EF397}" sibTransId="{35920040-0310-4AC6-B195-49AC2E323A5B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67DFB592-E49F-4D12-9132-B68C71F4D55B}" srcId="{804967AA-E0C1-4D85-8DF2-08C5F0ED1F34}" destId="{79B71326-FEC9-4431-AB99-2329311A5F59}" srcOrd="1" destOrd="0" parTransId="{35394743-37C6-43D1-8F06-8A4CDC4AEF9A}" sibTransId="{684299CD-1C8E-408E-9250-B168AA60AB71}"/>
    <dgm:cxn modelId="{0217D076-6267-412E-89F2-563FFDCF35B3}" srcId="{7D8C5D39-F605-41EC-A9F5-52BFD7C6BE26}" destId="{8F0780F8-4291-4C1A-BE84-5162B77589E8}" srcOrd="2" destOrd="0" parTransId="{0F9ECDCE-3F8C-440C-BE23-BF7072966C5B}" sibTransId="{010BED2A-46EE-49BC-8A8D-633F31299BA6}"/>
    <dgm:cxn modelId="{173C97B0-1F1A-4989-BD64-882F2D510B9F}" type="presOf" srcId="{7D8C5D39-F605-41EC-A9F5-52BFD7C6BE26}" destId="{8635CFE1-F483-4694-945A-7581FA536F45}" srcOrd="0" destOrd="10" presId="urn:microsoft.com/office/officeart/2005/8/layout/vList2"/>
    <dgm:cxn modelId="{964FEAC2-B966-4A9E-8128-B8CBB77F0964}" srcId="{40950B9A-2AD9-4B07-A86E-A22003769AE9}" destId="{3F103C22-3A8A-4A4B-AB36-C63D4CA38608}" srcOrd="0" destOrd="0" parTransId="{ED3E027F-C285-42D4-AC47-6C9EA33BC59F}" sibTransId="{7A462FD9-71A1-4343-A29D-9006E50B098B}"/>
    <dgm:cxn modelId="{1EE1E573-C7D7-4715-ADCB-DEFB1208C907}" type="presOf" srcId="{45B5BC50-6780-4E24-A1D7-C9601AFF0DF9}" destId="{8635CFE1-F483-4694-945A-7581FA536F45}" srcOrd="0" destOrd="2" presId="urn:microsoft.com/office/officeart/2005/8/layout/vList2"/>
    <dgm:cxn modelId="{35782A6F-06DF-4444-9A4F-2ADC22680F8C}" type="presOf" srcId="{C2329251-B18F-413F-8425-FFF6EF7E30A7}" destId="{8635CFE1-F483-4694-945A-7581FA536F45}" srcOrd="0" destOrd="4" presId="urn:microsoft.com/office/officeart/2005/8/layout/vList2"/>
    <dgm:cxn modelId="{226903A7-1CBA-4BA0-B696-E4F12B1B750C}" srcId="{614DDCA9-E8A5-4025-A372-3ADD23322916}" destId="{5AE534C9-99A8-4C15-BAB0-5462621CE1E1}" srcOrd="1" destOrd="0" parTransId="{33A367A4-F984-4E6A-AC4F-30D9E32EB632}" sibTransId="{184259F6-7095-4FDA-85E0-5D97D82B3DEB}"/>
    <dgm:cxn modelId="{EF3DB1A8-57BE-4ACC-B685-A57338F67DCF}" type="presOf" srcId="{C2CCAA71-2236-407A-8CF9-8E887114C657}" destId="{8635CFE1-F483-4694-945A-7581FA536F45}" srcOrd="0" destOrd="1" presId="urn:microsoft.com/office/officeart/2005/8/layout/vList2"/>
    <dgm:cxn modelId="{7F0A6093-881C-42B3-B993-B00B81D9D9D0}" type="presOf" srcId="{492DED91-68D3-446E-A11E-FDC3FB1893F9}" destId="{8635CFE1-F483-4694-945A-7581FA536F45}" srcOrd="0" destOrd="11" presId="urn:microsoft.com/office/officeart/2005/8/layout/vList2"/>
    <dgm:cxn modelId="{85281A5E-3450-4169-A0C0-EAF2F008CBAD}" srcId="{40950B9A-2AD9-4B07-A86E-A22003769AE9}" destId="{581D5382-B7D2-4094-B2F3-007FE5A04540}" srcOrd="3" destOrd="0" parTransId="{85938E4C-E533-4346-A537-FF2224C34375}" sibTransId="{0863B956-804F-4808-8C9B-06925ED21D07}"/>
    <dgm:cxn modelId="{069BEC4A-9A63-4FF3-B308-3932783019C8}" type="presOf" srcId="{8F0780F8-4291-4C1A-BE84-5162B77589E8}" destId="{8635CFE1-F483-4694-945A-7581FA536F45}" srcOrd="0" destOrd="13" presId="urn:microsoft.com/office/officeart/2005/8/layout/vList2"/>
    <dgm:cxn modelId="{2FF1D8D7-CF53-49AA-8FCE-48A58DAFBEB5}" srcId="{7D8C5D39-F605-41EC-A9F5-52BFD7C6BE26}" destId="{492DED91-68D3-446E-A11E-FDC3FB1893F9}" srcOrd="0" destOrd="0" parTransId="{6DB523F1-517F-4980-896B-2B7858FB5251}" sibTransId="{6B39271A-2A2E-433C-ACB2-D94CEE31C6FA}"/>
    <dgm:cxn modelId="{23C6EA7D-E4E9-439E-8DD5-47FACF6A0751}" type="presOf" srcId="{226739E5-0CF0-4AD5-8EE7-76F0B95D1212}" destId="{8635CFE1-F483-4694-945A-7581FA536F45}" srcOrd="0" destOrd="3" presId="urn:microsoft.com/office/officeart/2005/8/layout/vList2"/>
    <dgm:cxn modelId="{1329E834-97EF-493E-812F-5B747A55BA51}" srcId="{614DDCA9-E8A5-4025-A372-3ADD23322916}" destId="{420B352F-340A-49F6-90E0-94AA4CF1647E}" srcOrd="0" destOrd="0" parTransId="{BA288656-CA06-4F25-B4F6-FE2B1AAF908D}" sibTransId="{928DF9AB-EF48-40C9-A480-77B615346AB6}"/>
    <dgm:cxn modelId="{BE043F01-E777-4E89-A9DF-B6165B77F203}" type="presOf" srcId="{3AB977A6-F1A3-4948-A66B-7AC9BB861B6D}" destId="{8635CFE1-F483-4694-945A-7581FA536F45}" srcOrd="0" destOrd="6" presId="urn:microsoft.com/office/officeart/2005/8/layout/vList2"/>
    <dgm:cxn modelId="{A434775F-0071-4D9D-B2D5-19B92F89FF55}" srcId="{43A5BE0E-73A1-48A2-8897-3AA62E78439D}" destId="{804967AA-E0C1-4D85-8DF2-08C5F0ED1F34}" srcOrd="1" destOrd="0" parTransId="{D67D83A9-A518-4093-9A8B-1BC87AE85B6A}" sibTransId="{9EDF3DB9-E780-4171-9681-79172BA45416}"/>
    <dgm:cxn modelId="{344908E1-0F78-4B8C-9F4E-90013BA88283}" type="presOf" srcId="{614DDCA9-E8A5-4025-A372-3ADD23322916}" destId="{FEF7CF73-4278-4F18-B311-67999EF6FD2D}" srcOrd="0" destOrd="0" presId="urn:microsoft.com/office/officeart/2005/8/layout/vList2"/>
    <dgm:cxn modelId="{5B8462A4-38DC-44C7-B724-8ED808942F08}" type="presOf" srcId="{7192D19C-41B0-414F-BDB1-55FEECD28ACE}" destId="{8635CFE1-F483-4694-945A-7581FA536F45}" srcOrd="0" destOrd="8" presId="urn:microsoft.com/office/officeart/2005/8/layout/vList2"/>
    <dgm:cxn modelId="{218D2866-744B-4C5A-8954-D9D13BF5492D}" type="presOf" srcId="{2E7F0A6D-85C0-44F0-AE7D-86FE329ED280}" destId="{820E3F61-9C54-4805-B6FA-F681372628B4}" srcOrd="0" destOrd="0" presId="urn:microsoft.com/office/officeart/2005/8/layout/vList2"/>
    <dgm:cxn modelId="{B7F14A08-C2EE-4718-93EC-A3C1901C55E3}" srcId="{581D5382-B7D2-4094-B2F3-007FE5A04540}" destId="{BE7B332D-AF22-4421-8179-D58861F7C9D1}" srcOrd="1" destOrd="0" parTransId="{D343CB88-7AFA-42FD-8E16-6431E34998E0}" sibTransId="{F80A8A0D-82E0-4123-8B5D-74FB68CB96E3}"/>
    <dgm:cxn modelId="{E6B78213-CC35-4920-921E-4079B4C64B13}" srcId="{804967AA-E0C1-4D85-8DF2-08C5F0ED1F34}" destId="{2E7F0A6D-85C0-44F0-AE7D-86FE329ED280}" srcOrd="0" destOrd="0" parTransId="{26D2FA20-EE1C-4F3A-A29A-91A8F98996B3}" sibTransId="{626B3066-2F4B-4B43-B5FE-288C24F35D40}"/>
    <dgm:cxn modelId="{65603E6B-B9BB-4FD6-B695-17F0543F8776}" type="presOf" srcId="{7856CC46-6D2B-4E09-8D59-64B9F5B46DF9}" destId="{8635CFE1-F483-4694-945A-7581FA536F45}" srcOrd="0" destOrd="14" presId="urn:microsoft.com/office/officeart/2005/8/layout/vList2"/>
    <dgm:cxn modelId="{ADC4D80F-5846-45C0-BB16-59981363949C}" type="presOf" srcId="{79B71326-FEC9-4431-AB99-2329311A5F59}" destId="{820E3F61-9C54-4805-B6FA-F681372628B4}" srcOrd="0" destOrd="1" presId="urn:microsoft.com/office/officeart/2005/8/layout/vList2"/>
    <dgm:cxn modelId="{D2BCFC29-47D1-47CA-8D54-4686B5A2B16F}" type="presOf" srcId="{5AE534C9-99A8-4C15-BAB0-5462621CE1E1}" destId="{6BDDDAC7-0ADE-4268-A5EE-E0022477C9A3}" srcOrd="0" destOrd="1" presId="urn:microsoft.com/office/officeart/2005/8/layout/vList2"/>
    <dgm:cxn modelId="{8D7653A1-4AA7-4DD8-AF47-BA43646CBFD0}" srcId="{7192D19C-41B0-414F-BDB1-55FEECD28ACE}" destId="{61591E4E-930F-454A-9BB5-5CE3508EE9AF}" srcOrd="0" destOrd="0" parTransId="{08455219-63F6-4E7E-AA19-4472E5BE2301}" sibTransId="{BC40EEF8-140C-4291-B81F-1B2CDE4BD656}"/>
    <dgm:cxn modelId="{3B6966A3-75A8-4106-92AF-67F4AC2E3463}" srcId="{40950B9A-2AD9-4B07-A86E-A22003769AE9}" destId="{7856CC46-6D2B-4E09-8D59-64B9F5B46DF9}" srcOrd="6" destOrd="0" parTransId="{0ECB570B-2AF8-4802-9734-5D07FD200BE0}" sibTransId="{3CF1D111-EF71-49D0-9B3C-E50DBA001ECC}"/>
    <dgm:cxn modelId="{77FB1B28-B397-4946-BDFA-8154F57CF31D}" srcId="{45B5BC50-6780-4E24-A1D7-C9601AFF0DF9}" destId="{226739E5-0CF0-4AD5-8EE7-76F0B95D1212}" srcOrd="0" destOrd="0" parTransId="{70891C08-5A37-42B2-996E-B472E5A8D1F8}" sibTransId="{427807C8-594D-43CF-8D1F-1D2817B4D06A}"/>
    <dgm:cxn modelId="{3AA9D7D5-7FDE-44B8-8A20-37E75401FA5B}" type="presOf" srcId="{26D0E569-1324-4799-9398-D4748E8B7060}" destId="{6BDDDAC7-0ADE-4268-A5EE-E0022477C9A3}" srcOrd="0" destOrd="2" presId="urn:microsoft.com/office/officeart/2005/8/layout/vList2"/>
    <dgm:cxn modelId="{45E9A7AC-8523-4161-A3D0-7A6446B7E3C2}" srcId="{614DDCA9-E8A5-4025-A372-3ADD23322916}" destId="{26D0E569-1324-4799-9398-D4748E8B7060}" srcOrd="2" destOrd="0" parTransId="{6EF0DFA3-5832-477D-8ED0-C2A67B13BFC5}" sibTransId="{5977EF3C-5905-41FF-BBB1-BC16A635D5B2}"/>
    <dgm:cxn modelId="{F3C4EECE-0A5A-4F00-A79A-440B20CC3DE6}" type="presOf" srcId="{420B352F-340A-49F6-90E0-94AA4CF1647E}" destId="{6BDDDAC7-0ADE-4268-A5EE-E0022477C9A3}" srcOrd="0" destOrd="0" presId="urn:microsoft.com/office/officeart/2005/8/layout/vList2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B0748FFF-4438-4F2C-9293-0EA5229D8FC9}" srcId="{43A5BE0E-73A1-48A2-8897-3AA62E78439D}" destId="{614DDCA9-E8A5-4025-A372-3ADD23322916}" srcOrd="2" destOrd="0" parTransId="{D75BAA90-8F04-430F-A446-7D9F26EFFFEC}" sibTransId="{31BD5755-2BF9-451E-B289-E70A6DECF481}"/>
    <dgm:cxn modelId="{071CB799-93D6-41ED-8CED-92DCE5FC06A7}" srcId="{7D8C5D39-F605-41EC-A9F5-52BFD7C6BE26}" destId="{39C56C10-B35D-4557-871D-AC7B0B5EB55B}" srcOrd="1" destOrd="0" parTransId="{A391E4C8-2C38-4CBA-9C30-D2F21791F579}" sibTransId="{65127E76-BD88-48C8-9C68-170D104029A0}"/>
    <dgm:cxn modelId="{81A3FD63-FBF6-4CCA-A667-81FFB1758D8E}" type="presOf" srcId="{61591E4E-930F-454A-9BB5-5CE3508EE9AF}" destId="{8635CFE1-F483-4694-945A-7581FA536F45}" srcOrd="0" destOrd="9" presId="urn:microsoft.com/office/officeart/2005/8/layout/vList2"/>
    <dgm:cxn modelId="{3845538D-5608-4439-9916-5131FD5CCF7E}" type="presOf" srcId="{3F103C22-3A8A-4A4B-AB36-C63D4CA38608}" destId="{8635CFE1-F483-4694-945A-7581FA536F45}" srcOrd="0" destOrd="0" presId="urn:microsoft.com/office/officeart/2005/8/layout/vList2"/>
    <dgm:cxn modelId="{46491F85-7D10-4BEF-8DC8-187D7199728A}" type="presOf" srcId="{39C56C10-B35D-4557-871D-AC7B0B5EB55B}" destId="{8635CFE1-F483-4694-945A-7581FA536F45}" srcOrd="0" destOrd="12" presId="urn:microsoft.com/office/officeart/2005/8/layout/vList2"/>
    <dgm:cxn modelId="{A386BFF4-9F7C-4741-AE6E-3539337EA4CC}" srcId="{40950B9A-2AD9-4B07-A86E-A22003769AE9}" destId="{45B5BC50-6780-4E24-A1D7-C9601AFF0DF9}" srcOrd="1" destOrd="0" parTransId="{44B0F994-F3FD-4BDB-8617-19C274134754}" sibTransId="{0221D5E1-4D64-4894-B339-3521BA95EF18}"/>
    <dgm:cxn modelId="{4BF7AC93-FDAA-4698-8A54-B7CEDDB18235}" type="presOf" srcId="{5E30F7AA-3D7E-40DF-A478-C765CBE81B54}" destId="{820E3F61-9C54-4805-B6FA-F681372628B4}" srcOrd="0" destOrd="2" presId="urn:microsoft.com/office/officeart/2005/8/layout/vList2"/>
    <dgm:cxn modelId="{E73576B4-544E-4A9C-AA77-26430CF461E6}" srcId="{581D5382-B7D2-4094-B2F3-007FE5A04540}" destId="{3AB977A6-F1A3-4948-A66B-7AC9BB861B6D}" srcOrd="0" destOrd="0" parTransId="{2FD3A94A-929E-4394-A07A-F6A219C6BCB0}" sibTransId="{F1070549-85F3-407D-A99B-9EA52533342F}"/>
    <dgm:cxn modelId="{9C083A4A-7A3A-41EB-BDEB-23B082752803}" type="presOf" srcId="{BE7B332D-AF22-4421-8179-D58861F7C9D1}" destId="{8635CFE1-F483-4694-945A-7581FA536F45}" srcOrd="0" destOrd="7" presId="urn:microsoft.com/office/officeart/2005/8/layout/vList2"/>
    <dgm:cxn modelId="{8732CB74-BB85-4B23-AD94-70CEEE4B1298}" type="presOf" srcId="{581D5382-B7D2-4094-B2F3-007FE5A04540}" destId="{8635CFE1-F483-4694-945A-7581FA536F45}" srcOrd="0" destOrd="5" presId="urn:microsoft.com/office/officeart/2005/8/layout/vList2"/>
    <dgm:cxn modelId="{471F1CC0-AC35-4FFF-A4FC-476DB43FD020}" srcId="{40950B9A-2AD9-4B07-A86E-A22003769AE9}" destId="{7192D19C-41B0-414F-BDB1-55FEECD28ACE}" srcOrd="4" destOrd="0" parTransId="{B6567E1B-4A0D-4166-B187-5BA7CF2361BE}" sibTransId="{117F695D-A602-49ED-9781-65958D63E621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DD564DCD-798E-4716-974E-12E5166C0932}" type="presParOf" srcId="{AE52379A-9BF4-4B74-AB37-736B55538F61}" destId="{8635CFE1-F483-4694-945A-7581FA536F45}" srcOrd="1" destOrd="0" presId="urn:microsoft.com/office/officeart/2005/8/layout/vList2"/>
    <dgm:cxn modelId="{246B9EAD-DA2B-4047-9763-45A0993A1168}" type="presParOf" srcId="{AE52379A-9BF4-4B74-AB37-736B55538F61}" destId="{EE9202DE-A886-4A7F-895D-0803A72A744F}" srcOrd="2" destOrd="0" presId="urn:microsoft.com/office/officeart/2005/8/layout/vList2"/>
    <dgm:cxn modelId="{54456106-5E55-4A25-8EBC-38B9B733E49B}" type="presParOf" srcId="{AE52379A-9BF4-4B74-AB37-736B55538F61}" destId="{820E3F61-9C54-4805-B6FA-F681372628B4}" srcOrd="3" destOrd="0" presId="urn:microsoft.com/office/officeart/2005/8/layout/vList2"/>
    <dgm:cxn modelId="{F95C184A-EE8F-4238-97F0-08981CB26D6B}" type="presParOf" srcId="{AE52379A-9BF4-4B74-AB37-736B55538F61}" destId="{FEF7CF73-4278-4F18-B311-67999EF6FD2D}" srcOrd="4" destOrd="0" presId="urn:microsoft.com/office/officeart/2005/8/layout/vList2"/>
    <dgm:cxn modelId="{37AF8D3A-6522-44E6-A49F-B843E44BF2AD}" type="presParOf" srcId="{AE52379A-9BF4-4B74-AB37-736B55538F61}" destId="{6BDDDAC7-0ADE-4268-A5EE-E0022477C9A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 custT="1"/>
      <dgm:spPr/>
      <dgm:t>
        <a:bodyPr/>
        <a:lstStyle/>
        <a:p>
          <a:pPr latinLnBrk="1"/>
          <a:r>
            <a:rPr lang="ko-KR" altLang="en-US" sz="1050" dirty="0" smtClean="0">
              <a:latin typeface="+mn-ea"/>
              <a:ea typeface="+mn-ea"/>
            </a:rPr>
            <a:t>원점 </a:t>
          </a:r>
          <a:r>
            <a:rPr lang="ko-KR" altLang="en-US" sz="1050" dirty="0" err="1" smtClean="0">
              <a:latin typeface="+mn-ea"/>
              <a:ea typeface="+mn-ea"/>
            </a:rPr>
            <a:t>셋팅</a:t>
          </a:r>
          <a:r>
            <a:rPr lang="ko-KR" altLang="en-US" sz="1050" dirty="0" smtClean="0">
              <a:latin typeface="+mn-ea"/>
              <a:ea typeface="+mn-ea"/>
            </a:rPr>
            <a:t> </a:t>
          </a:r>
          <a:endParaRPr lang="ko-KR" altLang="en-US" sz="1050" dirty="0">
            <a:latin typeface="+mn-ea"/>
            <a:ea typeface="+mn-ea"/>
          </a:endParaRPr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F103C22-3A8A-4A4B-AB36-C63D4CA38608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Sample Plate / Review(Align)CCD </a:t>
          </a:r>
          <a:r>
            <a:rPr lang="ko-KR" altLang="en-US" sz="1000" dirty="0" smtClean="0">
              <a:latin typeface="+mn-ea"/>
              <a:ea typeface="+mn-ea"/>
            </a:rPr>
            <a:t>동일 원점 </a:t>
          </a:r>
          <a:r>
            <a:rPr lang="ko-KR" altLang="en-US" sz="1000" dirty="0" err="1" smtClean="0">
              <a:latin typeface="+mn-ea"/>
              <a:ea typeface="+mn-ea"/>
            </a:rPr>
            <a:t>셋팅</a:t>
          </a:r>
          <a:endParaRPr lang="ko-KR" altLang="en-US" sz="1000" dirty="0">
            <a:latin typeface="+mn-ea"/>
            <a:ea typeface="+mn-ea"/>
          </a:endParaRPr>
        </a:p>
      </dgm:t>
    </dgm:pt>
    <dgm:pt modelId="{ED3E027F-C285-42D4-AC47-6C9EA33BC59F}" type="par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A462FD9-71A1-4343-A29D-9006E50B098B}" type="sib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993B7AB5-EB5B-4CF0-927D-18255B45B4A9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Review CCD / Probe Pin </a:t>
          </a:r>
          <a:r>
            <a:rPr lang="ko-KR" altLang="en-US" sz="1000" dirty="0" smtClean="0">
              <a:latin typeface="+mn-ea"/>
              <a:ea typeface="+mn-ea"/>
            </a:rPr>
            <a:t>원점 </a:t>
          </a:r>
          <a:r>
            <a:rPr lang="ko-KR" altLang="en-US" sz="1000" dirty="0" err="1" smtClean="0">
              <a:latin typeface="+mn-ea"/>
              <a:ea typeface="+mn-ea"/>
            </a:rPr>
            <a:t>셋팅</a:t>
          </a:r>
          <a:r>
            <a:rPr lang="en-US" altLang="ko-KR" sz="1000" dirty="0" smtClean="0">
              <a:latin typeface="+mn-ea"/>
              <a:ea typeface="+mn-ea"/>
            </a:rPr>
            <a:t>(5</a:t>
          </a:r>
          <a:r>
            <a:rPr lang="ko-KR" altLang="en-US" sz="1000" dirty="0" smtClean="0">
              <a:latin typeface="+mn-ea"/>
              <a:ea typeface="+mn-ea"/>
            </a:rPr>
            <a:t>개 동일하게</a:t>
          </a:r>
          <a:r>
            <a:rPr lang="en-US" altLang="ko-KR" sz="1000" dirty="0" smtClean="0">
              <a:latin typeface="+mn-ea"/>
              <a:ea typeface="+mn-ea"/>
            </a:rPr>
            <a:t>)</a:t>
          </a:r>
          <a:endParaRPr lang="ko-KR" altLang="en-US" sz="1000" dirty="0">
            <a:latin typeface="+mn-ea"/>
            <a:ea typeface="+mn-ea"/>
          </a:endParaRPr>
        </a:p>
      </dgm:t>
    </dgm:pt>
    <dgm:pt modelId="{3B6A98ED-A3D1-40D0-A3D4-A2262D9FB4F4}" type="parTrans" cxnId="{44DF301F-7DC2-4C59-A186-4992503AAAFD}">
      <dgm:prSet/>
      <dgm:spPr/>
      <dgm:t>
        <a:bodyPr/>
        <a:lstStyle/>
        <a:p>
          <a:pPr latinLnBrk="1"/>
          <a:endParaRPr lang="ko-KR" altLang="en-US"/>
        </a:p>
      </dgm:t>
    </dgm:pt>
    <dgm:pt modelId="{DE0FBB03-43E2-4435-BAAF-513BF6B3AE1A}" type="sibTrans" cxnId="{44DF301F-7DC2-4C59-A186-4992503AAAFD}">
      <dgm:prSet/>
      <dgm:spPr/>
      <dgm:t>
        <a:bodyPr/>
        <a:lstStyle/>
        <a:p>
          <a:pPr latinLnBrk="1"/>
          <a:endParaRPr lang="ko-KR" altLang="en-US"/>
        </a:p>
      </dgm:t>
    </dgm:pt>
    <dgm:pt modelId="{99704866-7DE8-4C46-9593-9F8E05EA18D7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Review / </a:t>
          </a:r>
          <a:r>
            <a:rPr lang="ko-KR" altLang="en-US" sz="1000" dirty="0" err="1" smtClean="0">
              <a:latin typeface="+mn-ea"/>
              <a:ea typeface="+mn-ea"/>
            </a:rPr>
            <a:t>시야각</a:t>
          </a:r>
          <a:r>
            <a:rPr lang="ko-KR" altLang="en-US" sz="1000" dirty="0" smtClean="0">
              <a:latin typeface="+mn-ea"/>
              <a:ea typeface="+mn-ea"/>
            </a:rPr>
            <a:t> 원점 </a:t>
          </a:r>
          <a:r>
            <a:rPr lang="ko-KR" altLang="en-US" sz="1000" dirty="0" err="1" smtClean="0">
              <a:latin typeface="+mn-ea"/>
              <a:ea typeface="+mn-ea"/>
            </a:rPr>
            <a:t>셋팅</a:t>
          </a:r>
          <a:endParaRPr lang="ko-KR" altLang="en-US" sz="1000" dirty="0">
            <a:latin typeface="+mn-ea"/>
            <a:ea typeface="+mn-ea"/>
          </a:endParaRPr>
        </a:p>
      </dgm:t>
    </dgm:pt>
    <dgm:pt modelId="{23A33FE1-AB13-4EE4-9FC1-2CBF05532A0D}" type="parTrans" cxnId="{A868C7C8-7093-4A1A-B5A1-2CA63F710260}">
      <dgm:prSet/>
      <dgm:spPr/>
      <dgm:t>
        <a:bodyPr/>
        <a:lstStyle/>
        <a:p>
          <a:pPr latinLnBrk="1"/>
          <a:endParaRPr lang="ko-KR" altLang="en-US"/>
        </a:p>
      </dgm:t>
    </dgm:pt>
    <dgm:pt modelId="{A0335C1A-CB45-4015-8858-CDF704EC04EF}" type="sibTrans" cxnId="{A868C7C8-7093-4A1A-B5A1-2CA63F710260}">
      <dgm:prSet/>
      <dgm:spPr/>
      <dgm:t>
        <a:bodyPr/>
        <a:lstStyle/>
        <a:p>
          <a:pPr latinLnBrk="1"/>
          <a:endParaRPr lang="ko-KR" altLang="en-US"/>
        </a:p>
      </dgm:t>
    </dgm:pt>
    <dgm:pt modelId="{48247EE9-35E8-4FAA-980A-D7F43CBAC56D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Review / </a:t>
          </a:r>
          <a:r>
            <a:rPr lang="ko-KR" altLang="en-US" sz="1000" dirty="0" smtClean="0">
              <a:latin typeface="+mn-ea"/>
              <a:ea typeface="+mn-ea"/>
            </a:rPr>
            <a:t>특성</a:t>
          </a:r>
          <a:r>
            <a:rPr lang="en-US" altLang="ko-KR" sz="1000" dirty="0" smtClean="0">
              <a:latin typeface="+mn-ea"/>
              <a:ea typeface="+mn-ea"/>
            </a:rPr>
            <a:t>(0/90), </a:t>
          </a:r>
          <a:r>
            <a:rPr lang="ko-KR" altLang="en-US" sz="1000" dirty="0" smtClean="0">
              <a:latin typeface="+mn-ea"/>
              <a:ea typeface="+mn-ea"/>
            </a:rPr>
            <a:t>화질</a:t>
          </a:r>
          <a:r>
            <a:rPr lang="en-US" altLang="ko-KR" sz="1000" dirty="0" smtClean="0">
              <a:latin typeface="+mn-ea"/>
              <a:ea typeface="+mn-ea"/>
            </a:rPr>
            <a:t>, </a:t>
          </a:r>
          <a:r>
            <a:rPr lang="ko-KR" altLang="en-US" sz="1000" dirty="0" err="1" smtClean="0">
              <a:latin typeface="+mn-ea"/>
              <a:ea typeface="+mn-ea"/>
            </a:rPr>
            <a:t>색이상</a:t>
          </a:r>
          <a:r>
            <a:rPr lang="ko-KR" altLang="en-US" sz="1000" dirty="0" smtClean="0">
              <a:latin typeface="+mn-ea"/>
              <a:ea typeface="+mn-ea"/>
            </a:rPr>
            <a:t> 원점 </a:t>
          </a:r>
          <a:r>
            <a:rPr lang="ko-KR" altLang="en-US" sz="1000" dirty="0" err="1" smtClean="0">
              <a:latin typeface="+mn-ea"/>
              <a:ea typeface="+mn-ea"/>
            </a:rPr>
            <a:t>셋팅</a:t>
          </a:r>
          <a:endParaRPr lang="ko-KR" altLang="en-US" sz="1000" dirty="0">
            <a:latin typeface="+mn-ea"/>
            <a:ea typeface="+mn-ea"/>
          </a:endParaRPr>
        </a:p>
      </dgm:t>
    </dgm:pt>
    <dgm:pt modelId="{1F5C6783-3C21-4A6F-9DF0-F37151BA3B0D}" type="parTrans" cxnId="{7988AF13-5439-4F7E-B95C-FBFA1C1FF3C5}">
      <dgm:prSet/>
      <dgm:spPr/>
      <dgm:t>
        <a:bodyPr/>
        <a:lstStyle/>
        <a:p>
          <a:pPr latinLnBrk="1"/>
          <a:endParaRPr lang="ko-KR" altLang="en-US"/>
        </a:p>
      </dgm:t>
    </dgm:pt>
    <dgm:pt modelId="{015EF652-D857-4137-938D-6CBD53B43635}" type="sibTrans" cxnId="{7988AF13-5439-4F7E-B95C-FBFA1C1FF3C5}">
      <dgm:prSet/>
      <dgm:spPr/>
      <dgm:t>
        <a:bodyPr/>
        <a:lstStyle/>
        <a:p>
          <a:pPr latinLnBrk="1"/>
          <a:endParaRPr lang="ko-KR" altLang="en-US"/>
        </a:p>
      </dgm:t>
    </dgm:pt>
    <dgm:pt modelId="{9191425A-D9C4-4FBA-A5D5-27FADBD990E7}">
      <dgm:prSet phldrT="[텍스트]" custT="1"/>
      <dgm:spPr/>
      <dgm:t>
        <a:bodyPr/>
        <a:lstStyle/>
        <a:p>
          <a:pPr latinLnBrk="1"/>
          <a:r>
            <a:rPr lang="en-US" altLang="ko-KR" sz="1000" dirty="0" smtClean="0">
              <a:latin typeface="+mn-ea"/>
              <a:ea typeface="+mn-ea"/>
            </a:rPr>
            <a:t>Safety </a:t>
          </a:r>
          <a:r>
            <a:rPr lang="ko-KR" altLang="en-US" sz="1000" dirty="0" smtClean="0">
              <a:latin typeface="+mn-ea"/>
              <a:ea typeface="+mn-ea"/>
            </a:rPr>
            <a:t>위치 </a:t>
          </a:r>
          <a:endParaRPr lang="ko-KR" altLang="en-US" sz="1000" dirty="0">
            <a:latin typeface="+mn-ea"/>
            <a:ea typeface="+mn-ea"/>
          </a:endParaRPr>
        </a:p>
      </dgm:t>
    </dgm:pt>
    <dgm:pt modelId="{84AE6D0C-E52E-4205-9BA2-F50A4092301D}" type="parTrans" cxnId="{B550F42A-698B-4E6E-9906-7CCD344053D0}">
      <dgm:prSet/>
      <dgm:spPr/>
      <dgm:t>
        <a:bodyPr/>
        <a:lstStyle/>
        <a:p>
          <a:pPr latinLnBrk="1"/>
          <a:endParaRPr lang="ko-KR" altLang="en-US"/>
        </a:p>
      </dgm:t>
    </dgm:pt>
    <dgm:pt modelId="{82999C00-EA32-459C-A2F7-94A974C57220}" type="sibTrans" cxnId="{B550F42A-698B-4E6E-9906-7CCD344053D0}">
      <dgm:prSet/>
      <dgm:spPr/>
      <dgm:t>
        <a:bodyPr/>
        <a:lstStyle/>
        <a:p>
          <a:pPr latinLnBrk="1"/>
          <a:endParaRPr lang="ko-KR" altLang="en-US"/>
        </a:p>
      </dgm:t>
    </dgm:pt>
    <dgm:pt modelId="{ADEE9498-11B5-4951-A61C-443D77A6474D}">
      <dgm:prSet phldrT="[텍스트]" custT="1"/>
      <dgm:spPr/>
      <dgm:t>
        <a:bodyPr/>
        <a:lstStyle/>
        <a:p>
          <a:pPr latinLnBrk="1"/>
          <a:endParaRPr lang="ko-KR" altLang="en-US" sz="1000" dirty="0">
            <a:latin typeface="+mn-ea"/>
            <a:ea typeface="+mn-ea"/>
          </a:endParaRPr>
        </a:p>
      </dgm:t>
    </dgm:pt>
    <dgm:pt modelId="{03618BDE-B46E-4579-A9CA-9EC0E0B66D72}" type="parTrans" cxnId="{FAF57187-5110-49E2-9FF3-31ABE79FD441}">
      <dgm:prSet/>
      <dgm:spPr/>
      <dgm:t>
        <a:bodyPr/>
        <a:lstStyle/>
        <a:p>
          <a:pPr latinLnBrk="1"/>
          <a:endParaRPr lang="ko-KR" altLang="en-US"/>
        </a:p>
      </dgm:t>
    </dgm:pt>
    <dgm:pt modelId="{D12A5045-71ED-4AB2-A4AB-2C74E88008EF}" type="sibTrans" cxnId="{FAF57187-5110-49E2-9FF3-31ABE79FD441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2" custScaleY="32761" custLinFactY="-85201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2" custScaleY="81223" custLinFactY="-9063" custLinFactNeighborY="-10000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D46D97D-B764-4E0F-9939-4F328DB09344}" type="pres">
      <dgm:prSet presAssocID="{9191425A-D9C4-4FBA-A5D5-27FADBD990E7}" presName="parentText" presStyleLbl="node1" presStyleIdx="1" presStyleCnt="2" custScaleY="33320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4FEDCFD-3DC2-4341-B23C-5494E13D2F77}" type="pres">
      <dgm:prSet presAssocID="{9191425A-D9C4-4FBA-A5D5-27FADBD990E7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3629094A-D6AA-4FA8-B81D-4F9114ADACDD}" type="presOf" srcId="{ADEE9498-11B5-4951-A61C-443D77A6474D}" destId="{54FEDCFD-3DC2-4341-B23C-5494E13D2F77}" srcOrd="0" destOrd="0" presId="urn:microsoft.com/office/officeart/2005/8/layout/vList2"/>
    <dgm:cxn modelId="{964FEAC2-B966-4A9E-8128-B8CBB77F0964}" srcId="{40950B9A-2AD9-4B07-A86E-A22003769AE9}" destId="{3F103C22-3A8A-4A4B-AB36-C63D4CA38608}" srcOrd="0" destOrd="0" parTransId="{ED3E027F-C285-42D4-AC47-6C9EA33BC59F}" sibTransId="{7A462FD9-71A1-4343-A29D-9006E50B098B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FAF57187-5110-49E2-9FF3-31ABE79FD441}" srcId="{9191425A-D9C4-4FBA-A5D5-27FADBD990E7}" destId="{ADEE9498-11B5-4951-A61C-443D77A6474D}" srcOrd="0" destOrd="0" parTransId="{03618BDE-B46E-4579-A9CA-9EC0E0B66D72}" sibTransId="{D12A5045-71ED-4AB2-A4AB-2C74E88008EF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B550F42A-698B-4E6E-9906-7CCD344053D0}" srcId="{43A5BE0E-73A1-48A2-8897-3AA62E78439D}" destId="{9191425A-D9C4-4FBA-A5D5-27FADBD990E7}" srcOrd="1" destOrd="0" parTransId="{84AE6D0C-E52E-4205-9BA2-F50A4092301D}" sibTransId="{82999C00-EA32-459C-A2F7-94A974C57220}"/>
    <dgm:cxn modelId="{3845538D-5608-4439-9916-5131FD5CCF7E}" type="presOf" srcId="{3F103C22-3A8A-4A4B-AB36-C63D4CA38608}" destId="{8635CFE1-F483-4694-945A-7581FA536F45}" srcOrd="0" destOrd="0" presId="urn:microsoft.com/office/officeart/2005/8/layout/vList2"/>
    <dgm:cxn modelId="{7988AF13-5439-4F7E-B95C-FBFA1C1FF3C5}" srcId="{40950B9A-2AD9-4B07-A86E-A22003769AE9}" destId="{48247EE9-35E8-4FAA-980A-D7F43CBAC56D}" srcOrd="3" destOrd="0" parTransId="{1F5C6783-3C21-4A6F-9DF0-F37151BA3B0D}" sibTransId="{015EF652-D857-4137-938D-6CBD53B43635}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44DF301F-7DC2-4C59-A186-4992503AAAFD}" srcId="{40950B9A-2AD9-4B07-A86E-A22003769AE9}" destId="{993B7AB5-EB5B-4CF0-927D-18255B45B4A9}" srcOrd="1" destOrd="0" parTransId="{3B6A98ED-A3D1-40D0-A3D4-A2262D9FB4F4}" sibTransId="{DE0FBB03-43E2-4435-BAAF-513BF6B3AE1A}"/>
    <dgm:cxn modelId="{7F29F5A7-7F19-4A95-B468-858C4FD93006}" type="presOf" srcId="{99704866-7DE8-4C46-9593-9F8E05EA18D7}" destId="{8635CFE1-F483-4694-945A-7581FA536F45}" srcOrd="0" destOrd="2" presId="urn:microsoft.com/office/officeart/2005/8/layout/vList2"/>
    <dgm:cxn modelId="{7D20B9C5-4D78-4DE7-B7CF-741A702E614D}" type="presOf" srcId="{993B7AB5-EB5B-4CF0-927D-18255B45B4A9}" destId="{8635CFE1-F483-4694-945A-7581FA536F45}" srcOrd="0" destOrd="1" presId="urn:microsoft.com/office/officeart/2005/8/layout/vList2"/>
    <dgm:cxn modelId="{A868C7C8-7093-4A1A-B5A1-2CA63F710260}" srcId="{40950B9A-2AD9-4B07-A86E-A22003769AE9}" destId="{99704866-7DE8-4C46-9593-9F8E05EA18D7}" srcOrd="2" destOrd="0" parTransId="{23A33FE1-AB13-4EE4-9FC1-2CBF05532A0D}" sibTransId="{A0335C1A-CB45-4015-8858-CDF704EC04EF}"/>
    <dgm:cxn modelId="{214DB50B-0397-4D28-9D48-00C7F8B6972A}" type="presOf" srcId="{9191425A-D9C4-4FBA-A5D5-27FADBD990E7}" destId="{7D46D97D-B764-4E0F-9939-4F328DB09344}" srcOrd="0" destOrd="0" presId="urn:microsoft.com/office/officeart/2005/8/layout/vList2"/>
    <dgm:cxn modelId="{BE97214D-F56C-4AD9-A45E-15EDEF09A1A1}" type="presOf" srcId="{48247EE9-35E8-4FAA-980A-D7F43CBAC56D}" destId="{8635CFE1-F483-4694-945A-7581FA536F45}" srcOrd="0" destOrd="3" presId="urn:microsoft.com/office/officeart/2005/8/layout/vList2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DD564DCD-798E-4716-974E-12E5166C0932}" type="presParOf" srcId="{AE52379A-9BF4-4B74-AB37-736B55538F61}" destId="{8635CFE1-F483-4694-945A-7581FA536F45}" srcOrd="1" destOrd="0" presId="urn:microsoft.com/office/officeart/2005/8/layout/vList2"/>
    <dgm:cxn modelId="{A3FDAB14-CA81-4FA5-808E-0F9D744F4B93}" type="presParOf" srcId="{AE52379A-9BF4-4B74-AB37-736B55538F61}" destId="{7D46D97D-B764-4E0F-9939-4F328DB09344}" srcOrd="2" destOrd="0" presId="urn:microsoft.com/office/officeart/2005/8/layout/vList2"/>
    <dgm:cxn modelId="{92DA9E89-4CBC-476C-8A24-FC498ED7C79F}" type="presParOf" srcId="{AE52379A-9BF4-4B74-AB37-736B55538F61}" destId="{54FEDCFD-3DC2-4341-B23C-5494E13D2F7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 custT="1"/>
      <dgm:spPr/>
      <dgm:t>
        <a:bodyPr/>
        <a:lstStyle/>
        <a:p>
          <a:pPr latinLnBrk="1"/>
          <a:r>
            <a:rPr lang="en-US" altLang="ko-KR" sz="1050" dirty="0" smtClean="0">
              <a:latin typeface="+mn-ea"/>
              <a:ea typeface="+mn-ea"/>
            </a:rPr>
            <a:t>SACC</a:t>
          </a:r>
          <a:endParaRPr lang="ko-KR" altLang="en-US" sz="1050" dirty="0">
            <a:latin typeface="+mn-ea"/>
            <a:ea typeface="+mn-ea"/>
          </a:endParaRPr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3F103C22-3A8A-4A4B-AB36-C63D4CA38608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SACC </a:t>
          </a:r>
          <a:r>
            <a:rPr lang="ko-KR" altLang="en-US" sz="700" dirty="0" smtClean="0">
              <a:latin typeface="+mn-ea"/>
              <a:ea typeface="+mn-ea"/>
            </a:rPr>
            <a:t>위치 지정 센서</a:t>
          </a:r>
          <a:endParaRPr lang="ko-KR" altLang="en-US" sz="700" dirty="0">
            <a:latin typeface="+mn-ea"/>
            <a:ea typeface="+mn-ea"/>
          </a:endParaRPr>
        </a:p>
      </dgm:t>
    </dgm:pt>
    <dgm:pt modelId="{ED3E027F-C285-42D4-AC47-6C9EA33BC59F}" type="par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7A462FD9-71A1-4343-A29D-9006E50B098B}" type="sibTrans" cxnId="{964FEAC2-B966-4A9E-8128-B8CBB77F0964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BB1B666A-83C6-4FE4-8641-44B73C69F79C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Get </a:t>
          </a:r>
          <a:r>
            <a:rPr lang="en-US" altLang="ko-KR" sz="700" dirty="0" err="1" smtClean="0">
              <a:latin typeface="+mn-ea"/>
              <a:ea typeface="+mn-ea"/>
            </a:rPr>
            <a:t>Pos</a:t>
          </a:r>
          <a:r>
            <a:rPr lang="en-US" altLang="ko-KR" sz="700" dirty="0" smtClean="0">
              <a:latin typeface="+mn-ea"/>
              <a:ea typeface="+mn-ea"/>
            </a:rPr>
            <a:t> : </a:t>
          </a:r>
          <a:r>
            <a:rPr lang="ko-KR" altLang="en-US" sz="700" dirty="0" smtClean="0">
              <a:latin typeface="+mn-ea"/>
              <a:ea typeface="+mn-ea"/>
            </a:rPr>
            <a:t>설비내 </a:t>
          </a:r>
          <a:r>
            <a:rPr lang="en-US" altLang="ko-KR" sz="700" dirty="0" smtClean="0">
              <a:latin typeface="+mn-ea"/>
              <a:ea typeface="+mn-ea"/>
            </a:rPr>
            <a:t>Probe </a:t>
          </a:r>
          <a:r>
            <a:rPr lang="ko-KR" altLang="en-US" sz="700" dirty="0" err="1" smtClean="0">
              <a:latin typeface="+mn-ea"/>
              <a:ea typeface="+mn-ea"/>
            </a:rPr>
            <a:t>탈착</a:t>
          </a:r>
          <a:r>
            <a:rPr lang="ko-KR" altLang="en-US" sz="700" dirty="0" smtClean="0">
              <a:latin typeface="+mn-ea"/>
              <a:ea typeface="+mn-ea"/>
            </a:rPr>
            <a:t> 위치</a:t>
          </a:r>
          <a:endParaRPr lang="ko-KR" altLang="en-US" sz="700" dirty="0">
            <a:latin typeface="+mn-ea"/>
            <a:ea typeface="+mn-ea"/>
          </a:endParaRPr>
        </a:p>
      </dgm:t>
    </dgm:pt>
    <dgm:pt modelId="{E2D1337B-32B4-4B43-9955-D7C7B085CA3B}" type="parTrans" cxnId="{86DDF353-7610-4516-9D6E-084F8FB50619}">
      <dgm:prSet/>
      <dgm:spPr/>
      <dgm:t>
        <a:bodyPr/>
        <a:lstStyle/>
        <a:p>
          <a:pPr latinLnBrk="1"/>
          <a:endParaRPr lang="ko-KR" altLang="en-US"/>
        </a:p>
      </dgm:t>
    </dgm:pt>
    <dgm:pt modelId="{08D4F2E4-EA56-454B-A2DD-5845D7478569}" type="sibTrans" cxnId="{86DDF353-7610-4516-9D6E-084F8FB50619}">
      <dgm:prSet/>
      <dgm:spPr/>
      <dgm:t>
        <a:bodyPr/>
        <a:lstStyle/>
        <a:p>
          <a:pPr latinLnBrk="1"/>
          <a:endParaRPr lang="ko-KR" altLang="en-US"/>
        </a:p>
      </dgm:t>
    </dgm:pt>
    <dgm:pt modelId="{5CCD695C-FB01-449F-9F4B-D34A2CE4C436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Put </a:t>
          </a:r>
          <a:r>
            <a:rPr lang="en-US" altLang="ko-KR" sz="700" dirty="0" err="1" smtClean="0">
              <a:latin typeface="+mn-ea"/>
              <a:ea typeface="+mn-ea"/>
            </a:rPr>
            <a:t>Pos</a:t>
          </a:r>
          <a:r>
            <a:rPr lang="en-US" altLang="ko-KR" sz="700" dirty="0" smtClean="0">
              <a:latin typeface="+mn-ea"/>
              <a:ea typeface="+mn-ea"/>
            </a:rPr>
            <a:t> : Buffer</a:t>
          </a:r>
          <a:r>
            <a:rPr lang="ko-KR" altLang="en-US" sz="700" dirty="0" smtClean="0">
              <a:latin typeface="+mn-ea"/>
              <a:ea typeface="+mn-ea"/>
            </a:rPr>
            <a:t>안으로 </a:t>
          </a:r>
          <a:r>
            <a:rPr lang="en-US" altLang="ko-KR" sz="700" dirty="0" smtClean="0">
              <a:latin typeface="+mn-ea"/>
              <a:ea typeface="+mn-ea"/>
            </a:rPr>
            <a:t>Probe </a:t>
          </a:r>
          <a:r>
            <a:rPr lang="ko-KR" altLang="en-US" sz="700" dirty="0" smtClean="0">
              <a:latin typeface="+mn-ea"/>
              <a:ea typeface="+mn-ea"/>
            </a:rPr>
            <a:t>내려 놓는 위치</a:t>
          </a:r>
          <a:endParaRPr lang="ko-KR" altLang="en-US" sz="700" dirty="0">
            <a:latin typeface="+mn-ea"/>
            <a:ea typeface="+mn-ea"/>
          </a:endParaRPr>
        </a:p>
      </dgm:t>
    </dgm:pt>
    <dgm:pt modelId="{60852B26-2628-4713-B93A-FBF57A4615A1}" type="parTrans" cxnId="{41B755F5-F83D-4C46-B142-06953D7ED854}">
      <dgm:prSet/>
      <dgm:spPr/>
      <dgm:t>
        <a:bodyPr/>
        <a:lstStyle/>
        <a:p>
          <a:pPr latinLnBrk="1"/>
          <a:endParaRPr lang="ko-KR" altLang="en-US"/>
        </a:p>
      </dgm:t>
    </dgm:pt>
    <dgm:pt modelId="{A1007457-F64B-4806-8E0D-E6BF22C237A8}" type="sibTrans" cxnId="{41B755F5-F83D-4C46-B142-06953D7ED854}">
      <dgm:prSet/>
      <dgm:spPr/>
      <dgm:t>
        <a:bodyPr/>
        <a:lstStyle/>
        <a:p>
          <a:pPr latinLnBrk="1"/>
          <a:endParaRPr lang="ko-KR" altLang="en-US"/>
        </a:p>
      </dgm:t>
    </dgm:pt>
    <dgm:pt modelId="{56BBD17D-F0CE-4D63-B013-4478A3F1D0A2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Wait </a:t>
          </a:r>
          <a:r>
            <a:rPr lang="en-US" altLang="ko-KR" sz="700" dirty="0" err="1" smtClean="0">
              <a:latin typeface="+mn-ea"/>
              <a:ea typeface="+mn-ea"/>
            </a:rPr>
            <a:t>Pos</a:t>
          </a:r>
          <a:r>
            <a:rPr lang="en-US" altLang="ko-KR" sz="700" dirty="0" smtClean="0">
              <a:latin typeface="+mn-ea"/>
              <a:ea typeface="+mn-ea"/>
            </a:rPr>
            <a:t> : Buffer Shutter Open </a:t>
          </a:r>
          <a:r>
            <a:rPr lang="ko-KR" altLang="en-US" sz="700" dirty="0" smtClean="0">
              <a:latin typeface="+mn-ea"/>
              <a:ea typeface="+mn-ea"/>
            </a:rPr>
            <a:t>대기 위치</a:t>
          </a:r>
          <a:r>
            <a:rPr lang="en-US" altLang="ko-KR" sz="700" dirty="0" smtClean="0">
              <a:latin typeface="+mn-ea"/>
              <a:ea typeface="+mn-ea"/>
            </a:rPr>
            <a:t>(</a:t>
          </a:r>
          <a:r>
            <a:rPr lang="ko-KR" altLang="en-US" sz="700" dirty="0" smtClean="0">
              <a:latin typeface="+mn-ea"/>
              <a:ea typeface="+mn-ea"/>
            </a:rPr>
            <a:t>확인 필요</a:t>
          </a:r>
          <a:r>
            <a:rPr lang="en-US" altLang="ko-KR" sz="700" dirty="0" smtClean="0">
              <a:latin typeface="+mn-ea"/>
              <a:ea typeface="+mn-ea"/>
            </a:rPr>
            <a:t>, Get / Wait </a:t>
          </a:r>
          <a:r>
            <a:rPr lang="ko-KR" altLang="en-US" sz="700" dirty="0" smtClean="0">
              <a:latin typeface="+mn-ea"/>
              <a:ea typeface="+mn-ea"/>
            </a:rPr>
            <a:t>같이 사용할 수 있음</a:t>
          </a:r>
          <a:r>
            <a:rPr lang="en-US" altLang="ko-KR" sz="700" dirty="0" smtClean="0">
              <a:latin typeface="+mn-ea"/>
              <a:ea typeface="+mn-ea"/>
            </a:rPr>
            <a:t>)</a:t>
          </a:r>
          <a:endParaRPr lang="ko-KR" altLang="en-US" sz="700" dirty="0">
            <a:latin typeface="+mn-ea"/>
            <a:ea typeface="+mn-ea"/>
          </a:endParaRPr>
        </a:p>
      </dgm:t>
    </dgm:pt>
    <dgm:pt modelId="{627B70BA-BF90-4B04-91DB-E82AEF97611A}" type="parTrans" cxnId="{B48B967C-AC32-4893-84B3-74CF56D3C05F}">
      <dgm:prSet/>
      <dgm:spPr/>
      <dgm:t>
        <a:bodyPr/>
        <a:lstStyle/>
        <a:p>
          <a:pPr latinLnBrk="1"/>
          <a:endParaRPr lang="ko-KR" altLang="en-US"/>
        </a:p>
      </dgm:t>
    </dgm:pt>
    <dgm:pt modelId="{38E66289-1068-4B6A-AC0D-B236B90EA803}" type="sibTrans" cxnId="{B48B967C-AC32-4893-84B3-74CF56D3C05F}">
      <dgm:prSet/>
      <dgm:spPr/>
      <dgm:t>
        <a:bodyPr/>
        <a:lstStyle/>
        <a:p>
          <a:pPr latinLnBrk="1"/>
          <a:endParaRPr lang="ko-KR" altLang="en-US"/>
        </a:p>
      </dgm:t>
    </dgm:pt>
    <dgm:pt modelId="{6ABC035E-8241-4E4E-BA5D-6AB3564CD67F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latin typeface="+mn-ea"/>
              <a:ea typeface="+mn-ea"/>
            </a:rPr>
            <a:t>SACC </a:t>
          </a:r>
          <a:r>
            <a:rPr lang="ko-KR" altLang="en-US" sz="700" dirty="0" smtClean="0">
              <a:latin typeface="+mn-ea"/>
              <a:ea typeface="+mn-ea"/>
            </a:rPr>
            <a:t>교체</a:t>
          </a:r>
          <a:endParaRPr lang="ko-KR" altLang="en-US" sz="700" dirty="0">
            <a:latin typeface="+mn-ea"/>
            <a:ea typeface="+mn-ea"/>
          </a:endParaRPr>
        </a:p>
      </dgm:t>
    </dgm:pt>
    <dgm:pt modelId="{5B3AEA82-6C97-43A8-B68C-1E6AF65633BC}" type="parTrans" cxnId="{ACAB903E-A544-445A-A665-EF50A58ACAAC}">
      <dgm:prSet/>
      <dgm:spPr/>
      <dgm:t>
        <a:bodyPr/>
        <a:lstStyle/>
        <a:p>
          <a:pPr latinLnBrk="1"/>
          <a:endParaRPr lang="ko-KR" altLang="en-US"/>
        </a:p>
      </dgm:t>
    </dgm:pt>
    <dgm:pt modelId="{6D86C632-4A88-4963-8552-0BD86A68F2E9}" type="sibTrans" cxnId="{ACAB903E-A544-445A-A665-EF50A58ACAAC}">
      <dgm:prSet/>
      <dgm:spPr/>
      <dgm:t>
        <a:bodyPr/>
        <a:lstStyle/>
        <a:p>
          <a:pPr latinLnBrk="1"/>
          <a:endParaRPr lang="ko-KR" altLang="en-US"/>
        </a:p>
      </dgm:t>
    </dgm:pt>
    <dgm:pt modelId="{9A9675F4-5D13-4E1A-BB18-56DCBB1B9193}">
      <dgm:prSet phldrT="[텍스트]" custT="1"/>
      <dgm:spPr/>
      <dgm:t>
        <a:bodyPr/>
        <a:lstStyle/>
        <a:p>
          <a:pPr latinLnBrk="1"/>
          <a:r>
            <a:rPr lang="ko-KR" altLang="en-US" sz="700" dirty="0" smtClean="0">
              <a:latin typeface="+mn-ea"/>
              <a:ea typeface="+mn-ea"/>
            </a:rPr>
            <a:t>레시피에 등록된 </a:t>
          </a:r>
          <a:r>
            <a:rPr lang="en-US" altLang="ko-KR" sz="700" dirty="0" smtClean="0">
              <a:latin typeface="+mn-ea"/>
              <a:ea typeface="+mn-ea"/>
            </a:rPr>
            <a:t>Probe ID</a:t>
          </a:r>
          <a:r>
            <a:rPr lang="ko-KR" altLang="en-US" sz="700" dirty="0" smtClean="0">
              <a:latin typeface="+mn-ea"/>
              <a:ea typeface="+mn-ea"/>
            </a:rPr>
            <a:t>와 현재 </a:t>
          </a:r>
          <a:r>
            <a:rPr lang="en-US" altLang="ko-KR" sz="700" dirty="0" smtClean="0">
              <a:latin typeface="+mn-ea"/>
              <a:ea typeface="+mn-ea"/>
            </a:rPr>
            <a:t>Probe ID</a:t>
          </a:r>
          <a:r>
            <a:rPr lang="ko-KR" altLang="en-US" sz="700" dirty="0" smtClean="0">
              <a:latin typeface="+mn-ea"/>
              <a:ea typeface="+mn-ea"/>
            </a:rPr>
            <a:t>와 비교하여 다른 경우 교체 동작</a:t>
          </a:r>
          <a:endParaRPr lang="ko-KR" altLang="en-US" sz="700" dirty="0">
            <a:latin typeface="+mn-ea"/>
            <a:ea typeface="+mn-ea"/>
          </a:endParaRPr>
        </a:p>
      </dgm:t>
    </dgm:pt>
    <dgm:pt modelId="{1D600DDF-ED2C-4705-9E86-4EBE3A0ED754}" type="parTrans" cxnId="{44B822AC-9EF3-41FD-AE83-45F2F466D4A1}">
      <dgm:prSet/>
      <dgm:spPr/>
      <dgm:t>
        <a:bodyPr/>
        <a:lstStyle/>
        <a:p>
          <a:pPr latinLnBrk="1"/>
          <a:endParaRPr lang="ko-KR" altLang="en-US"/>
        </a:p>
      </dgm:t>
    </dgm:pt>
    <dgm:pt modelId="{46F35244-1B35-4083-9FF4-330BD43C64C7}" type="sibTrans" cxnId="{44B822AC-9EF3-41FD-AE83-45F2F466D4A1}">
      <dgm:prSet/>
      <dgm:spPr/>
      <dgm:t>
        <a:bodyPr/>
        <a:lstStyle/>
        <a:p>
          <a:pPr latinLnBrk="1"/>
          <a:endParaRPr lang="ko-KR" altLang="en-US"/>
        </a:p>
      </dgm:t>
    </dgm:pt>
    <dgm:pt modelId="{E0B5A440-33D0-4835-BF0E-0891701F2B22}">
      <dgm:prSet phldrT="[텍스트]" custT="1"/>
      <dgm:spPr/>
      <dgm:t>
        <a:bodyPr/>
        <a:lstStyle/>
        <a:p>
          <a:pPr latinLnBrk="1"/>
          <a:r>
            <a:rPr lang="ko-KR" altLang="en-US" sz="700" dirty="0" smtClean="0">
              <a:latin typeface="+mn-ea"/>
              <a:ea typeface="+mn-ea"/>
            </a:rPr>
            <a:t>측정 </a:t>
          </a:r>
          <a:r>
            <a:rPr lang="en-US" altLang="ko-KR" sz="700" dirty="0" smtClean="0">
              <a:latin typeface="+mn-ea"/>
              <a:ea typeface="+mn-ea"/>
            </a:rPr>
            <a:t>Probe </a:t>
          </a:r>
          <a:r>
            <a:rPr lang="ko-KR" altLang="en-US" sz="700" dirty="0" smtClean="0">
              <a:latin typeface="+mn-ea"/>
              <a:ea typeface="+mn-ea"/>
            </a:rPr>
            <a:t>에서 </a:t>
          </a:r>
          <a:r>
            <a:rPr lang="en-US" altLang="ko-KR" sz="700" dirty="0" smtClean="0">
              <a:latin typeface="+mn-ea"/>
              <a:ea typeface="+mn-ea"/>
            </a:rPr>
            <a:t>Aging Probe </a:t>
          </a:r>
          <a:r>
            <a:rPr lang="ko-KR" altLang="en-US" sz="700" dirty="0" smtClean="0">
              <a:latin typeface="+mn-ea"/>
              <a:ea typeface="+mn-ea"/>
            </a:rPr>
            <a:t>로 교체</a:t>
          </a:r>
          <a:endParaRPr lang="ko-KR" altLang="en-US" sz="700" dirty="0">
            <a:latin typeface="+mn-ea"/>
            <a:ea typeface="+mn-ea"/>
          </a:endParaRPr>
        </a:p>
      </dgm:t>
    </dgm:pt>
    <dgm:pt modelId="{1413BBE1-572A-454F-B871-7A4D03A87305}" type="parTrans" cxnId="{1E2EFD9E-E0B2-4F9F-A5BB-7707DC351A65}">
      <dgm:prSet/>
      <dgm:spPr/>
      <dgm:t>
        <a:bodyPr/>
        <a:lstStyle/>
        <a:p>
          <a:pPr latinLnBrk="1"/>
          <a:endParaRPr lang="ko-KR" altLang="en-US"/>
        </a:p>
      </dgm:t>
    </dgm:pt>
    <dgm:pt modelId="{568EF200-0853-4D27-8557-D906BC23184D}" type="sibTrans" cxnId="{1E2EFD9E-E0B2-4F9F-A5BB-7707DC351A65}">
      <dgm:prSet/>
      <dgm:spPr/>
      <dgm:t>
        <a:bodyPr/>
        <a:lstStyle/>
        <a:p>
          <a:pPr latinLnBrk="1"/>
          <a:endParaRPr lang="ko-KR" altLang="en-US"/>
        </a:p>
      </dgm:t>
    </dgm:pt>
    <dgm:pt modelId="{DE0FAC02-CDC8-420B-909D-88C5AC01AC0C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solidFill>
                <a:srgbClr val="FF0000"/>
              </a:solidFill>
              <a:latin typeface="+mn-ea"/>
              <a:ea typeface="+mn-ea"/>
            </a:rPr>
            <a:t>SACC </a:t>
          </a:r>
          <a:r>
            <a:rPr lang="ko-KR" altLang="en-US" sz="700" dirty="0" smtClean="0">
              <a:solidFill>
                <a:srgbClr val="FF0000"/>
              </a:solidFill>
              <a:latin typeface="+mn-ea"/>
              <a:ea typeface="+mn-ea"/>
            </a:rPr>
            <a:t>교체 시퀀스 확인</a:t>
          </a:r>
          <a:endParaRPr lang="ko-KR" altLang="en-US" sz="700" dirty="0">
            <a:solidFill>
              <a:srgbClr val="FF0000"/>
            </a:solidFill>
            <a:latin typeface="+mn-ea"/>
            <a:ea typeface="+mn-ea"/>
          </a:endParaRPr>
        </a:p>
      </dgm:t>
    </dgm:pt>
    <dgm:pt modelId="{922C4977-5AE9-41E0-9013-251A224F8E59}" type="parTrans" cxnId="{717E1E14-FFE0-4D4D-9B25-FF1DA6CB64D0}">
      <dgm:prSet/>
      <dgm:spPr/>
      <dgm:t>
        <a:bodyPr/>
        <a:lstStyle/>
        <a:p>
          <a:pPr latinLnBrk="1"/>
          <a:endParaRPr lang="ko-KR" altLang="en-US"/>
        </a:p>
      </dgm:t>
    </dgm:pt>
    <dgm:pt modelId="{23AAA368-0986-467E-9BD0-1769593ECB85}" type="sibTrans" cxnId="{717E1E14-FFE0-4D4D-9B25-FF1DA6CB64D0}">
      <dgm:prSet/>
      <dgm:spPr/>
      <dgm:t>
        <a:bodyPr/>
        <a:lstStyle/>
        <a:p>
          <a:pPr latinLnBrk="1"/>
          <a:endParaRPr lang="ko-KR" altLang="en-US"/>
        </a:p>
      </dgm:t>
    </dgm:pt>
    <dgm:pt modelId="{01675C1D-8AF0-4FAB-BA66-BD35E6682D39}">
      <dgm:prSet phldrT="[텍스트]" custT="1"/>
      <dgm:spPr/>
      <dgm:t>
        <a:bodyPr/>
        <a:lstStyle/>
        <a:p>
          <a:pPr latinLnBrk="1"/>
          <a:r>
            <a:rPr lang="en-US" altLang="ko-KR" sz="700" dirty="0" smtClean="0">
              <a:solidFill>
                <a:srgbClr val="FF0000"/>
              </a:solidFill>
              <a:latin typeface="+mn-ea"/>
              <a:ea typeface="+mn-ea"/>
            </a:rPr>
            <a:t>Probe </a:t>
          </a:r>
          <a:r>
            <a:rPr lang="ko-KR" altLang="en-US" sz="700" dirty="0" smtClean="0">
              <a:solidFill>
                <a:srgbClr val="FF0000"/>
              </a:solidFill>
              <a:latin typeface="+mn-ea"/>
              <a:ea typeface="+mn-ea"/>
            </a:rPr>
            <a:t>교체 후 </a:t>
          </a:r>
          <a:r>
            <a:rPr lang="en-US" altLang="ko-KR" sz="700" dirty="0" smtClean="0">
              <a:solidFill>
                <a:srgbClr val="FF0000"/>
              </a:solidFill>
              <a:latin typeface="+mn-ea"/>
              <a:ea typeface="+mn-ea"/>
            </a:rPr>
            <a:t>Probe Align </a:t>
          </a:r>
          <a:r>
            <a:rPr lang="ko-KR" altLang="en-US" sz="700" dirty="0" smtClean="0">
              <a:solidFill>
                <a:srgbClr val="FF0000"/>
              </a:solidFill>
              <a:latin typeface="+mn-ea"/>
              <a:ea typeface="+mn-ea"/>
            </a:rPr>
            <a:t>진행</a:t>
          </a:r>
          <a:endParaRPr lang="ko-KR" altLang="en-US" sz="700" dirty="0">
            <a:solidFill>
              <a:srgbClr val="FF0000"/>
            </a:solidFill>
            <a:latin typeface="+mn-ea"/>
            <a:ea typeface="+mn-ea"/>
          </a:endParaRPr>
        </a:p>
      </dgm:t>
    </dgm:pt>
    <dgm:pt modelId="{B6EE2871-536E-47D8-BEB7-4FCBCB1952F3}" type="parTrans" cxnId="{9CF4FC2E-EA67-40F7-8C05-4F2C751C0214}">
      <dgm:prSet/>
      <dgm:spPr/>
      <dgm:t>
        <a:bodyPr/>
        <a:lstStyle/>
        <a:p>
          <a:pPr latinLnBrk="1"/>
          <a:endParaRPr lang="ko-KR" altLang="en-US"/>
        </a:p>
      </dgm:t>
    </dgm:pt>
    <dgm:pt modelId="{A70E5C2C-EB3F-417A-A1B0-753EA847A8D0}" type="sibTrans" cxnId="{9CF4FC2E-EA67-40F7-8C05-4F2C751C0214}">
      <dgm:prSet/>
      <dgm:spPr/>
      <dgm:t>
        <a:bodyPr/>
        <a:lstStyle/>
        <a:p>
          <a:pPr latinLnBrk="1"/>
          <a:endParaRPr lang="ko-KR" altLang="en-US"/>
        </a:p>
      </dgm:t>
    </dgm:pt>
    <dgm:pt modelId="{B9ECB900-B2A4-4BCB-9C92-A1EFC46EDF2A}">
      <dgm:prSet phldrT="[텍스트]" custT="1"/>
      <dgm:spPr/>
      <dgm:t>
        <a:bodyPr/>
        <a:lstStyle/>
        <a:p>
          <a:pPr latinLnBrk="1"/>
          <a:r>
            <a:rPr lang="en-US" altLang="ko-KR" sz="800" dirty="0" smtClean="0">
              <a:solidFill>
                <a:srgbClr val="FF0000"/>
              </a:solidFill>
              <a:latin typeface="+mn-ea"/>
              <a:ea typeface="+mn-ea"/>
            </a:rPr>
            <a:t>Probe X, Y, Theta </a:t>
          </a:r>
          <a:r>
            <a:rPr lang="ko-KR" altLang="en-US" sz="800" dirty="0" smtClean="0">
              <a:solidFill>
                <a:srgbClr val="FF0000"/>
              </a:solidFill>
              <a:latin typeface="+mn-ea"/>
              <a:ea typeface="+mn-ea"/>
            </a:rPr>
            <a:t>변경 값 파일로 기록</a:t>
          </a:r>
          <a:endParaRPr lang="ko-KR" altLang="en-US" sz="800" dirty="0">
            <a:solidFill>
              <a:srgbClr val="FF0000"/>
            </a:solidFill>
            <a:latin typeface="+mn-ea"/>
            <a:ea typeface="+mn-ea"/>
          </a:endParaRPr>
        </a:p>
      </dgm:t>
    </dgm:pt>
    <dgm:pt modelId="{ADF4AE02-EE6A-431C-BA16-95BB8CF9F168}" type="parTrans" cxnId="{5D669C81-A760-4C24-AE26-807BB07F9F9E}">
      <dgm:prSet/>
      <dgm:spPr/>
      <dgm:t>
        <a:bodyPr/>
        <a:lstStyle/>
        <a:p>
          <a:pPr latinLnBrk="1"/>
          <a:endParaRPr lang="ko-KR" altLang="en-US"/>
        </a:p>
      </dgm:t>
    </dgm:pt>
    <dgm:pt modelId="{C58E14E4-857C-4F05-83AE-973A910891FE}" type="sibTrans" cxnId="{5D669C81-A760-4C24-AE26-807BB07F9F9E}">
      <dgm:prSet/>
      <dgm:spPr/>
      <dgm:t>
        <a:bodyPr/>
        <a:lstStyle/>
        <a:p>
          <a:pPr latinLnBrk="1"/>
          <a:endParaRPr lang="ko-KR" altLang="en-US"/>
        </a:p>
      </dgm:t>
    </dgm:pt>
    <dgm:pt modelId="{1DE527E8-6DF6-42B4-B9B6-806FA99C88B2}">
      <dgm:prSet phldrT="[텍스트]" custT="1"/>
      <dgm:spPr/>
      <dgm:t>
        <a:bodyPr/>
        <a:lstStyle/>
        <a:p>
          <a:pPr latinLnBrk="1"/>
          <a:r>
            <a:rPr lang="ko-KR" altLang="en-US" sz="1000" dirty="0" smtClean="0">
              <a:solidFill>
                <a:schemeClr val="bg1"/>
              </a:solidFill>
              <a:latin typeface="+mn-ea"/>
              <a:ea typeface="+mn-ea"/>
            </a:rPr>
            <a:t>동작 순서</a:t>
          </a:r>
          <a:endParaRPr lang="ko-KR" altLang="en-US" sz="1000" dirty="0">
            <a:solidFill>
              <a:schemeClr val="bg1"/>
            </a:solidFill>
            <a:latin typeface="+mn-ea"/>
            <a:ea typeface="+mn-ea"/>
          </a:endParaRPr>
        </a:p>
      </dgm:t>
    </dgm:pt>
    <dgm:pt modelId="{6E566446-59F3-40EB-886A-AEB43D51401F}" type="parTrans" cxnId="{5011B79C-ECDD-4A0B-9BD8-C0648B5907E7}">
      <dgm:prSet/>
      <dgm:spPr/>
      <dgm:t>
        <a:bodyPr/>
        <a:lstStyle/>
        <a:p>
          <a:pPr latinLnBrk="1"/>
          <a:endParaRPr lang="ko-KR" altLang="en-US"/>
        </a:p>
      </dgm:t>
    </dgm:pt>
    <dgm:pt modelId="{790AB993-BD50-40B5-A3C3-56BD8D1F13F0}" type="sibTrans" cxnId="{5011B79C-ECDD-4A0B-9BD8-C0648B5907E7}">
      <dgm:prSet/>
      <dgm:spPr/>
      <dgm:t>
        <a:bodyPr/>
        <a:lstStyle/>
        <a:p>
          <a:pPr latinLnBrk="1"/>
          <a:endParaRPr lang="ko-KR" altLang="en-US"/>
        </a:p>
      </dgm:t>
    </dgm:pt>
    <dgm:pt modelId="{D70B7D1C-EB4A-4E1F-A6EE-8D74FBCB2405}">
      <dgm:prSet phldrT="[텍스트]"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변경할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확인</a:t>
          </a:r>
          <a:endParaRPr lang="ko-KR" altLang="en-US" sz="800" dirty="0">
            <a:solidFill>
              <a:srgbClr val="FF0000"/>
            </a:solidFill>
            <a:latin typeface="+mn-ea"/>
            <a:ea typeface="+mn-ea"/>
          </a:endParaRPr>
        </a:p>
      </dgm:t>
    </dgm:pt>
    <dgm:pt modelId="{8D3EC103-1CA2-4A40-AD41-60A9E69755DD}" type="parTrans" cxnId="{33B11FA2-35CE-418D-BC82-452EDC8A5062}">
      <dgm:prSet/>
      <dgm:spPr/>
      <dgm:t>
        <a:bodyPr/>
        <a:lstStyle/>
        <a:p>
          <a:pPr latinLnBrk="1"/>
          <a:endParaRPr lang="ko-KR" altLang="en-US"/>
        </a:p>
      </dgm:t>
    </dgm:pt>
    <dgm:pt modelId="{66720B74-E511-401D-BF9C-C7B480467BDB}" type="sibTrans" cxnId="{33B11FA2-35CE-418D-BC82-452EDC8A5062}">
      <dgm:prSet/>
      <dgm:spPr/>
      <dgm:t>
        <a:bodyPr/>
        <a:lstStyle/>
        <a:p>
          <a:pPr latinLnBrk="1"/>
          <a:endParaRPr lang="ko-KR" altLang="en-US"/>
        </a:p>
      </dgm:t>
    </dgm:pt>
    <dgm:pt modelId="{CD76CB5E-54E0-439D-85A1-A7264C0E3133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SACC Probe </a:t>
          </a:r>
          <a:r>
            <a:rPr lang="ko-KR" altLang="en-US" sz="800" dirty="0" smtClean="0">
              <a:latin typeface="+mn-ea"/>
              <a:ea typeface="+mn-ea"/>
            </a:rPr>
            <a:t>반입 버퍼로 이동</a:t>
          </a:r>
          <a:endParaRPr lang="ko-KR" altLang="en-US" sz="800" dirty="0">
            <a:latin typeface="+mn-ea"/>
            <a:ea typeface="+mn-ea"/>
          </a:endParaRPr>
        </a:p>
      </dgm:t>
    </dgm:pt>
    <dgm:pt modelId="{5B8A1B35-1F83-479C-B415-4C896E8B33FF}" type="parTrans" cxnId="{34CC38CD-0897-4395-B66E-ED01D68CB7E1}">
      <dgm:prSet/>
      <dgm:spPr/>
      <dgm:t>
        <a:bodyPr/>
        <a:lstStyle/>
        <a:p>
          <a:pPr latinLnBrk="1"/>
          <a:endParaRPr lang="ko-KR" altLang="en-US"/>
        </a:p>
      </dgm:t>
    </dgm:pt>
    <dgm:pt modelId="{3FFE1BEA-4E24-4AFA-A433-C5B6E6FB0C2E}" type="sibTrans" cxnId="{34CC38CD-0897-4395-B66E-ED01D68CB7E1}">
      <dgm:prSet/>
      <dgm:spPr/>
      <dgm:t>
        <a:bodyPr/>
        <a:lstStyle/>
        <a:p>
          <a:pPr latinLnBrk="1"/>
          <a:endParaRPr lang="ko-KR" altLang="en-US"/>
        </a:p>
      </dgm:t>
    </dgm:pt>
    <dgm:pt modelId="{C0013384-9B32-4B39-99A8-5A3CEC1F7753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설비 내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떼기</a:t>
          </a:r>
          <a:endParaRPr lang="ko-KR" altLang="en-US" sz="800" dirty="0">
            <a:latin typeface="+mn-ea"/>
            <a:ea typeface="+mn-ea"/>
          </a:endParaRPr>
        </a:p>
      </dgm:t>
    </dgm:pt>
    <dgm:pt modelId="{3823674A-7B9B-45EE-AB53-AC71D3DF17A3}" type="parTrans" cxnId="{BE1453F5-08AF-4093-9FE4-D7FA6D9B898E}">
      <dgm:prSet/>
      <dgm:spPr/>
      <dgm:t>
        <a:bodyPr/>
        <a:lstStyle/>
        <a:p>
          <a:pPr latinLnBrk="1"/>
          <a:endParaRPr lang="ko-KR" altLang="en-US"/>
        </a:p>
      </dgm:t>
    </dgm:pt>
    <dgm:pt modelId="{E0622C4A-6427-472D-8908-A01C2314E442}" type="sibTrans" cxnId="{BE1453F5-08AF-4093-9FE4-D7FA6D9B898E}">
      <dgm:prSet/>
      <dgm:spPr/>
      <dgm:t>
        <a:bodyPr/>
        <a:lstStyle/>
        <a:p>
          <a:pPr latinLnBrk="1"/>
          <a:endParaRPr lang="ko-KR" altLang="en-US"/>
        </a:p>
      </dgm:t>
    </dgm:pt>
    <dgm:pt modelId="{C198EEB0-2526-4909-B407-732547766569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설비 </a:t>
          </a:r>
          <a:r>
            <a:rPr lang="en-US" altLang="ko-KR" sz="800" dirty="0" smtClean="0">
              <a:latin typeface="+mn-ea"/>
              <a:ea typeface="+mn-ea"/>
            </a:rPr>
            <a:t>Probe SACC </a:t>
          </a:r>
          <a:r>
            <a:rPr lang="ko-KR" altLang="en-US" sz="800" dirty="0" smtClean="0">
              <a:latin typeface="+mn-ea"/>
              <a:ea typeface="+mn-ea"/>
            </a:rPr>
            <a:t>반출 버퍼로 이동</a:t>
          </a:r>
          <a:endParaRPr lang="ko-KR" altLang="en-US" sz="800" dirty="0">
            <a:latin typeface="+mn-ea"/>
            <a:ea typeface="+mn-ea"/>
          </a:endParaRPr>
        </a:p>
      </dgm:t>
    </dgm:pt>
    <dgm:pt modelId="{94241550-25D9-4299-89A9-146497BB10F4}" type="parTrans" cxnId="{48C973C2-D5DA-42A0-A7C9-6B032A40C7D4}">
      <dgm:prSet/>
      <dgm:spPr/>
      <dgm:t>
        <a:bodyPr/>
        <a:lstStyle/>
        <a:p>
          <a:pPr latinLnBrk="1"/>
          <a:endParaRPr lang="ko-KR" altLang="en-US"/>
        </a:p>
      </dgm:t>
    </dgm:pt>
    <dgm:pt modelId="{E2C70FB5-218E-46A0-B48F-CEA4D90EEAA5}" type="sibTrans" cxnId="{48C973C2-D5DA-42A0-A7C9-6B032A40C7D4}">
      <dgm:prSet/>
      <dgm:spPr/>
      <dgm:t>
        <a:bodyPr/>
        <a:lstStyle/>
        <a:p>
          <a:pPr latinLnBrk="1"/>
          <a:endParaRPr lang="ko-KR" altLang="en-US"/>
        </a:p>
      </dgm:t>
    </dgm:pt>
    <dgm:pt modelId="{0B492E4E-F8A3-4018-9979-C8AC3B00A28F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설비 반입 버퍼로 이동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반입</a:t>
          </a:r>
          <a:endParaRPr lang="ko-KR" altLang="en-US" sz="800" dirty="0">
            <a:latin typeface="+mn-ea"/>
            <a:ea typeface="+mn-ea"/>
          </a:endParaRPr>
        </a:p>
      </dgm:t>
    </dgm:pt>
    <dgm:pt modelId="{C610E3E9-3379-4CD6-BA11-6F4EAC2F2622}" type="parTrans" cxnId="{8FDEC0F8-C4A7-45E0-8C26-C841F0A9E19F}">
      <dgm:prSet/>
      <dgm:spPr/>
      <dgm:t>
        <a:bodyPr/>
        <a:lstStyle/>
        <a:p>
          <a:pPr latinLnBrk="1"/>
          <a:endParaRPr lang="ko-KR" altLang="en-US"/>
        </a:p>
      </dgm:t>
    </dgm:pt>
    <dgm:pt modelId="{C64D308D-7096-4339-AE81-4BF4D9949A0C}" type="sibTrans" cxnId="{8FDEC0F8-C4A7-45E0-8C26-C841F0A9E19F}">
      <dgm:prSet/>
      <dgm:spPr/>
      <dgm:t>
        <a:bodyPr/>
        <a:lstStyle/>
        <a:p>
          <a:pPr latinLnBrk="1"/>
          <a:endParaRPr lang="ko-KR" altLang="en-US"/>
        </a:p>
      </dgm:t>
    </dgm:pt>
    <dgm:pt modelId="{E81A0BF4-0B18-4431-93D2-2E55BE179B7B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설비 내 </a:t>
          </a:r>
          <a:r>
            <a:rPr lang="en-US" altLang="ko-KR" sz="800" dirty="0" smtClean="0">
              <a:latin typeface="+mn-ea"/>
              <a:ea typeface="+mn-ea"/>
            </a:rPr>
            <a:t>Probe </a:t>
          </a:r>
          <a:r>
            <a:rPr lang="ko-KR" altLang="en-US" sz="800" dirty="0" smtClean="0">
              <a:latin typeface="+mn-ea"/>
              <a:ea typeface="+mn-ea"/>
            </a:rPr>
            <a:t>붙이기</a:t>
          </a:r>
          <a:endParaRPr lang="ko-KR" altLang="en-US" sz="800" dirty="0">
            <a:latin typeface="+mn-ea"/>
            <a:ea typeface="+mn-ea"/>
          </a:endParaRPr>
        </a:p>
      </dgm:t>
    </dgm:pt>
    <dgm:pt modelId="{BD372D1F-B2BE-4B31-8635-884FB050E4ED}" type="parTrans" cxnId="{B9F993A5-D637-4A23-9603-5877FDCDD615}">
      <dgm:prSet/>
      <dgm:spPr/>
      <dgm:t>
        <a:bodyPr/>
        <a:lstStyle/>
        <a:p>
          <a:pPr latinLnBrk="1"/>
          <a:endParaRPr lang="ko-KR" altLang="en-US"/>
        </a:p>
      </dgm:t>
    </dgm:pt>
    <dgm:pt modelId="{C260AA74-856A-4707-A72F-BED399B64426}" type="sibTrans" cxnId="{B9F993A5-D637-4A23-9603-5877FDCDD615}">
      <dgm:prSet/>
      <dgm:spPr/>
      <dgm:t>
        <a:bodyPr/>
        <a:lstStyle/>
        <a:p>
          <a:pPr latinLnBrk="1"/>
          <a:endParaRPr lang="ko-KR" altLang="en-US"/>
        </a:p>
      </dgm:t>
    </dgm:pt>
    <dgm:pt modelId="{7C125A2C-1FF5-4A01-9415-831CF31B1B4B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Probe Align </a:t>
          </a:r>
          <a:r>
            <a:rPr lang="ko-KR" altLang="en-US" sz="800" dirty="0" smtClean="0">
              <a:latin typeface="+mn-ea"/>
              <a:ea typeface="+mn-ea"/>
            </a:rPr>
            <a:t>동작</a:t>
          </a:r>
          <a:endParaRPr lang="ko-KR" altLang="en-US" sz="800" dirty="0">
            <a:latin typeface="+mn-ea"/>
            <a:ea typeface="+mn-ea"/>
          </a:endParaRPr>
        </a:p>
      </dgm:t>
    </dgm:pt>
    <dgm:pt modelId="{885FD997-A5AE-463D-940D-15E64007221E}" type="parTrans" cxnId="{D82AB3C5-9E92-46BC-AC12-909561D6CE01}">
      <dgm:prSet/>
      <dgm:spPr/>
      <dgm:t>
        <a:bodyPr/>
        <a:lstStyle/>
        <a:p>
          <a:pPr latinLnBrk="1"/>
          <a:endParaRPr lang="ko-KR" altLang="en-US"/>
        </a:p>
      </dgm:t>
    </dgm:pt>
    <dgm:pt modelId="{07DA0618-3AA4-4843-AE34-B677C69AD78B}" type="sibTrans" cxnId="{D82AB3C5-9E92-46BC-AC12-909561D6CE01}">
      <dgm:prSet/>
      <dgm:spPr/>
      <dgm:t>
        <a:bodyPr/>
        <a:lstStyle/>
        <a:p>
          <a:pPr latinLnBrk="1"/>
          <a:endParaRPr lang="ko-KR" altLang="en-US"/>
        </a:p>
      </dgm:t>
    </dgm:pt>
    <dgm:pt modelId="{E79CD046-920C-42EC-9C9F-35AC9DD0FE5F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좌표 이동</a:t>
          </a:r>
          <a:endParaRPr lang="ko-KR" altLang="en-US" sz="800" dirty="0">
            <a:latin typeface="+mn-ea"/>
            <a:ea typeface="+mn-ea"/>
          </a:endParaRPr>
        </a:p>
      </dgm:t>
    </dgm:pt>
    <dgm:pt modelId="{114DA301-63F7-4CE7-9DFC-25678482A8C8}" type="parTrans" cxnId="{DE08E26C-A79D-4B45-9315-AE173B4DB2DE}">
      <dgm:prSet/>
      <dgm:spPr/>
      <dgm:t>
        <a:bodyPr/>
        <a:lstStyle/>
        <a:p>
          <a:pPr latinLnBrk="1"/>
          <a:endParaRPr lang="ko-KR" altLang="en-US"/>
        </a:p>
      </dgm:t>
    </dgm:pt>
    <dgm:pt modelId="{02562097-75A5-4386-83E7-E0616C33E48E}" type="sibTrans" cxnId="{DE08E26C-A79D-4B45-9315-AE173B4DB2DE}">
      <dgm:prSet/>
      <dgm:spPr/>
      <dgm:t>
        <a:bodyPr/>
        <a:lstStyle/>
        <a:p>
          <a:pPr latinLnBrk="1"/>
          <a:endParaRPr lang="ko-KR" altLang="en-US"/>
        </a:p>
      </dgm:t>
    </dgm:pt>
    <dgm:pt modelId="{56A08831-0892-47C1-A135-A7018BEC85B7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CCD / LED </a:t>
          </a:r>
          <a:r>
            <a:rPr lang="ko-KR" altLang="en-US" sz="800" dirty="0" smtClean="0">
              <a:latin typeface="+mn-ea"/>
              <a:ea typeface="+mn-ea"/>
            </a:rPr>
            <a:t>제어</a:t>
          </a:r>
          <a:endParaRPr lang="ko-KR" altLang="en-US" sz="800" dirty="0">
            <a:latin typeface="+mn-ea"/>
            <a:ea typeface="+mn-ea"/>
          </a:endParaRPr>
        </a:p>
      </dgm:t>
    </dgm:pt>
    <dgm:pt modelId="{B0F25A03-39E9-4D31-B215-CA09D3ECEF58}" type="parTrans" cxnId="{A617B98A-2983-40AC-A07E-A2408DAC68BB}">
      <dgm:prSet/>
      <dgm:spPr/>
      <dgm:t>
        <a:bodyPr/>
        <a:lstStyle/>
        <a:p>
          <a:pPr latinLnBrk="1"/>
          <a:endParaRPr lang="ko-KR" altLang="en-US"/>
        </a:p>
      </dgm:t>
    </dgm:pt>
    <dgm:pt modelId="{5788C77A-C5DB-4E32-AAA5-8D967B512356}" type="sibTrans" cxnId="{A617B98A-2983-40AC-A07E-A2408DAC68BB}">
      <dgm:prSet/>
      <dgm:spPr/>
      <dgm:t>
        <a:bodyPr/>
        <a:lstStyle/>
        <a:p>
          <a:pPr latinLnBrk="1"/>
          <a:endParaRPr lang="ko-KR" altLang="en-US"/>
        </a:p>
      </dgm:t>
    </dgm:pt>
    <dgm:pt modelId="{BBF74630-A30A-4702-8492-AF1839F52791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Vision </a:t>
          </a:r>
          <a:r>
            <a:rPr lang="ko-KR" altLang="en-US" sz="800" dirty="0" smtClean="0">
              <a:latin typeface="+mn-ea"/>
              <a:ea typeface="+mn-ea"/>
            </a:rPr>
            <a:t>패턴 검색</a:t>
          </a:r>
          <a:endParaRPr lang="ko-KR" altLang="en-US" sz="800" dirty="0">
            <a:latin typeface="+mn-ea"/>
            <a:ea typeface="+mn-ea"/>
          </a:endParaRPr>
        </a:p>
      </dgm:t>
    </dgm:pt>
    <dgm:pt modelId="{2DE61BC4-2C80-44CC-A214-4D70570BBF0B}" type="parTrans" cxnId="{342E69D9-5F66-4085-8971-58689BF56FB4}">
      <dgm:prSet/>
      <dgm:spPr/>
      <dgm:t>
        <a:bodyPr/>
        <a:lstStyle/>
        <a:p>
          <a:pPr latinLnBrk="1"/>
          <a:endParaRPr lang="ko-KR" altLang="en-US"/>
        </a:p>
      </dgm:t>
    </dgm:pt>
    <dgm:pt modelId="{0C37DAEF-F6F0-400A-8014-0BC989247A44}" type="sibTrans" cxnId="{342E69D9-5F66-4085-8971-58689BF56FB4}">
      <dgm:prSet/>
      <dgm:spPr/>
      <dgm:t>
        <a:bodyPr/>
        <a:lstStyle/>
        <a:p>
          <a:pPr latinLnBrk="1"/>
          <a:endParaRPr lang="ko-KR" altLang="en-US"/>
        </a:p>
      </dgm:t>
    </dgm:pt>
    <dgm:pt modelId="{1CBB8F21-DE38-4C01-8D1B-3CD94E6D695D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보정 계산</a:t>
          </a:r>
          <a:endParaRPr lang="ko-KR" altLang="en-US" sz="800" dirty="0">
            <a:latin typeface="+mn-ea"/>
            <a:ea typeface="+mn-ea"/>
          </a:endParaRPr>
        </a:p>
      </dgm:t>
    </dgm:pt>
    <dgm:pt modelId="{90025EE4-9068-4C90-9798-20741809DD03}" type="parTrans" cxnId="{AC9F313E-F548-46EC-846C-AE2894DCE306}">
      <dgm:prSet/>
      <dgm:spPr/>
      <dgm:t>
        <a:bodyPr/>
        <a:lstStyle/>
        <a:p>
          <a:pPr latinLnBrk="1"/>
          <a:endParaRPr lang="ko-KR" altLang="en-US"/>
        </a:p>
      </dgm:t>
    </dgm:pt>
    <dgm:pt modelId="{DB60D892-0705-47B8-8CCF-82518273FACB}" type="sibTrans" cxnId="{AC9F313E-F548-46EC-846C-AE2894DCE306}">
      <dgm:prSet/>
      <dgm:spPr/>
      <dgm:t>
        <a:bodyPr/>
        <a:lstStyle/>
        <a:p>
          <a:pPr latinLnBrk="1"/>
          <a:endParaRPr lang="ko-KR" altLang="en-US"/>
        </a:p>
      </dgm:t>
    </dgm:pt>
    <dgm:pt modelId="{CE5060F3-1B08-4E9C-A5B5-0A7F085B6D56}">
      <dgm:prSet custT="1"/>
      <dgm:spPr/>
      <dgm:t>
        <a:bodyPr/>
        <a:lstStyle/>
        <a:p>
          <a:pPr latinLnBrk="1"/>
          <a:r>
            <a:rPr lang="ko-KR" altLang="en-US" sz="800" dirty="0" smtClean="0">
              <a:latin typeface="+mn-ea"/>
              <a:ea typeface="+mn-ea"/>
            </a:rPr>
            <a:t>보정 값 이동</a:t>
          </a:r>
          <a:endParaRPr lang="ko-KR" altLang="en-US" sz="800" dirty="0">
            <a:latin typeface="+mn-ea"/>
            <a:ea typeface="+mn-ea"/>
          </a:endParaRPr>
        </a:p>
      </dgm:t>
    </dgm:pt>
    <dgm:pt modelId="{4F4E1D3A-91CB-45EE-8D1A-FA4F23AF8C3D}" type="parTrans" cxnId="{E022290F-A451-485B-9CC2-A868279FF2EB}">
      <dgm:prSet/>
      <dgm:spPr/>
      <dgm:t>
        <a:bodyPr/>
        <a:lstStyle/>
        <a:p>
          <a:pPr latinLnBrk="1"/>
          <a:endParaRPr lang="ko-KR" altLang="en-US"/>
        </a:p>
      </dgm:t>
    </dgm:pt>
    <dgm:pt modelId="{B65DA460-2467-4B99-BEC2-C4F6378FAE90}" type="sibTrans" cxnId="{E022290F-A451-485B-9CC2-A868279FF2EB}">
      <dgm:prSet/>
      <dgm:spPr/>
      <dgm:t>
        <a:bodyPr/>
        <a:lstStyle/>
        <a:p>
          <a:pPr latinLnBrk="1"/>
          <a:endParaRPr lang="ko-KR" altLang="en-US"/>
        </a:p>
      </dgm:t>
    </dgm:pt>
    <dgm:pt modelId="{D245518F-D878-4804-920B-2B2AD016634E}">
      <dgm:prSet custT="1"/>
      <dgm:spPr/>
      <dgm:t>
        <a:bodyPr/>
        <a:lstStyle/>
        <a:p>
          <a:pPr latinLnBrk="1"/>
          <a:r>
            <a:rPr lang="en-US" altLang="ko-KR" sz="800" dirty="0" smtClean="0">
              <a:latin typeface="+mn-ea"/>
              <a:ea typeface="+mn-ea"/>
            </a:rPr>
            <a:t>Margin </a:t>
          </a:r>
          <a:r>
            <a:rPr lang="ko-KR" altLang="en-US" sz="800" dirty="0" smtClean="0">
              <a:latin typeface="+mn-ea"/>
              <a:ea typeface="+mn-ea"/>
            </a:rPr>
            <a:t>확인</a:t>
          </a:r>
          <a:r>
            <a:rPr lang="en-US" altLang="ko-KR" sz="800" dirty="0" smtClean="0">
              <a:latin typeface="+mn-ea"/>
              <a:ea typeface="+mn-ea"/>
            </a:rPr>
            <a:t>, </a:t>
          </a:r>
          <a:r>
            <a:rPr lang="ko-KR" altLang="en-US" sz="800" dirty="0" smtClean="0">
              <a:latin typeface="+mn-ea"/>
              <a:ea typeface="+mn-ea"/>
            </a:rPr>
            <a:t>실패 시 반복 </a:t>
          </a:r>
          <a:r>
            <a:rPr lang="en-US" altLang="ko-KR" sz="800" dirty="0" smtClean="0">
              <a:latin typeface="+mn-ea"/>
              <a:ea typeface="+mn-ea"/>
            </a:rPr>
            <a:t>(</a:t>
          </a:r>
          <a:r>
            <a:rPr lang="ko-KR" altLang="en-US" sz="800" dirty="0" smtClean="0">
              <a:latin typeface="+mn-ea"/>
              <a:ea typeface="+mn-ea"/>
            </a:rPr>
            <a:t>패턴 검색</a:t>
          </a:r>
          <a:r>
            <a:rPr lang="en-US" altLang="ko-KR" sz="800" dirty="0" smtClean="0">
              <a:latin typeface="+mn-ea"/>
              <a:ea typeface="+mn-ea"/>
            </a:rPr>
            <a:t>-&gt;</a:t>
          </a:r>
          <a:r>
            <a:rPr lang="ko-KR" altLang="en-US" sz="800" dirty="0" smtClean="0">
              <a:latin typeface="+mn-ea"/>
              <a:ea typeface="+mn-ea"/>
            </a:rPr>
            <a:t>보정 계산</a:t>
          </a:r>
          <a:r>
            <a:rPr lang="en-US" altLang="ko-KR" sz="800" dirty="0" smtClean="0">
              <a:latin typeface="+mn-ea"/>
              <a:ea typeface="+mn-ea"/>
            </a:rPr>
            <a:t>-&gt;</a:t>
          </a:r>
          <a:r>
            <a:rPr lang="ko-KR" altLang="en-US" sz="800" dirty="0" smtClean="0">
              <a:latin typeface="+mn-ea"/>
              <a:ea typeface="+mn-ea"/>
            </a:rPr>
            <a:t>보정 값 이동</a:t>
          </a:r>
          <a:r>
            <a:rPr lang="en-US" altLang="ko-KR" sz="800" dirty="0" smtClean="0">
              <a:latin typeface="+mn-ea"/>
              <a:ea typeface="+mn-ea"/>
            </a:rPr>
            <a:t>)</a:t>
          </a:r>
          <a:endParaRPr lang="ko-KR" altLang="en-US" sz="800" dirty="0">
            <a:latin typeface="+mn-ea"/>
            <a:ea typeface="+mn-ea"/>
          </a:endParaRPr>
        </a:p>
      </dgm:t>
    </dgm:pt>
    <dgm:pt modelId="{E3E1524A-FBCB-40CD-91EF-B8F06A8C1EB8}" type="parTrans" cxnId="{D131EAFA-0B1A-49C9-81FC-8FB455AF1BA0}">
      <dgm:prSet/>
      <dgm:spPr/>
      <dgm:t>
        <a:bodyPr/>
        <a:lstStyle/>
        <a:p>
          <a:pPr latinLnBrk="1"/>
          <a:endParaRPr lang="ko-KR" altLang="en-US"/>
        </a:p>
      </dgm:t>
    </dgm:pt>
    <dgm:pt modelId="{2D65A39E-6473-4555-8AB9-17F3ACAD878E}" type="sibTrans" cxnId="{D131EAFA-0B1A-49C9-81FC-8FB455AF1BA0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2" custScaleY="21356" custLinFactY="-85201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2" custScaleY="81223" custLinFactNeighborY="-3907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E5E74E0-703D-4C3C-BC16-6EC0EDC85B70}" type="pres">
      <dgm:prSet presAssocID="{1DE527E8-6DF6-42B4-B9B6-806FA99C88B2}" presName="parentText" presStyleLbl="node1" presStyleIdx="1" presStyleCnt="2" custScaleY="1744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78FA7C1-D7B1-4018-B57A-894C2BD49A88}" type="pres">
      <dgm:prSet presAssocID="{1DE527E8-6DF6-42B4-B9B6-806FA99C88B2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37585CBB-D198-4EA1-8A6A-807878D10631}" type="presOf" srcId="{6ABC035E-8241-4E4E-BA5D-6AB3564CD67F}" destId="{8635CFE1-F483-4694-945A-7581FA536F45}" srcOrd="0" destOrd="4" presId="urn:microsoft.com/office/officeart/2005/8/layout/vList2"/>
    <dgm:cxn modelId="{B9F993A5-D637-4A23-9603-5877FDCDD615}" srcId="{1DE527E8-6DF6-42B4-B9B6-806FA99C88B2}" destId="{E81A0BF4-0B18-4431-93D2-2E55BE179B7B}" srcOrd="5" destOrd="0" parTransId="{BD372D1F-B2BE-4B31-8635-884FB050E4ED}" sibTransId="{C260AA74-856A-4707-A72F-BED399B64426}"/>
    <dgm:cxn modelId="{9CF4FC2E-EA67-40F7-8C05-4F2C751C0214}" srcId="{6ABC035E-8241-4E4E-BA5D-6AB3564CD67F}" destId="{01675C1D-8AF0-4FAB-BA66-BD35E6682D39}" srcOrd="3" destOrd="0" parTransId="{B6EE2871-536E-47D8-BEB7-4FCBCB1952F3}" sibTransId="{A70E5C2C-EB3F-417A-A1B0-753EA847A8D0}"/>
    <dgm:cxn modelId="{D131EAFA-0B1A-49C9-81FC-8FB455AF1BA0}" srcId="{7C125A2C-1FF5-4A01-9415-831CF31B1B4B}" destId="{D245518F-D878-4804-920B-2B2AD016634E}" srcOrd="5" destOrd="0" parTransId="{E3E1524A-FBCB-40CD-91EF-B8F06A8C1EB8}" sibTransId="{2D65A39E-6473-4555-8AB9-17F3ACAD878E}"/>
    <dgm:cxn modelId="{342E69D9-5F66-4085-8971-58689BF56FB4}" srcId="{7C125A2C-1FF5-4A01-9415-831CF31B1B4B}" destId="{BBF74630-A30A-4702-8492-AF1839F52791}" srcOrd="2" destOrd="0" parTransId="{2DE61BC4-2C80-44CC-A214-4D70570BBF0B}" sibTransId="{0C37DAEF-F6F0-400A-8014-0BC989247A44}"/>
    <dgm:cxn modelId="{717E1E14-FFE0-4D4D-9B25-FF1DA6CB64D0}" srcId="{6ABC035E-8241-4E4E-BA5D-6AB3564CD67F}" destId="{DE0FAC02-CDC8-420B-909D-88C5AC01AC0C}" srcOrd="2" destOrd="0" parTransId="{922C4977-5AE9-41E0-9013-251A224F8E59}" sibTransId="{23AAA368-0986-467E-9BD0-1769593ECB85}"/>
    <dgm:cxn modelId="{DE08E26C-A79D-4B45-9315-AE173B4DB2DE}" srcId="{7C125A2C-1FF5-4A01-9415-831CF31B1B4B}" destId="{E79CD046-920C-42EC-9C9F-35AC9DD0FE5F}" srcOrd="0" destOrd="0" parTransId="{114DA301-63F7-4CE7-9DFC-25678482A8C8}" sibTransId="{02562097-75A5-4386-83E7-E0616C33E48E}"/>
    <dgm:cxn modelId="{5011B79C-ECDD-4A0B-9BD8-C0648B5907E7}" srcId="{43A5BE0E-73A1-48A2-8897-3AA62E78439D}" destId="{1DE527E8-6DF6-42B4-B9B6-806FA99C88B2}" srcOrd="1" destOrd="0" parTransId="{6E566446-59F3-40EB-886A-AEB43D51401F}" sibTransId="{790AB993-BD50-40B5-A3C3-56BD8D1F13F0}"/>
    <dgm:cxn modelId="{6DBDA6FD-B053-4A0B-9818-09865B38FA08}" type="presOf" srcId="{D245518F-D878-4804-920B-2B2AD016634E}" destId="{978FA7C1-D7B1-4018-B57A-894C2BD49A88}" srcOrd="0" destOrd="12" presId="urn:microsoft.com/office/officeart/2005/8/layout/vList2"/>
    <dgm:cxn modelId="{86DDF353-7610-4516-9D6E-084F8FB50619}" srcId="{3F103C22-3A8A-4A4B-AB36-C63D4CA38608}" destId="{BB1B666A-83C6-4FE4-8641-44B73C69F79C}" srcOrd="0" destOrd="0" parTransId="{E2D1337B-32B4-4B43-9955-D7C7B085CA3B}" sibTransId="{08D4F2E4-EA56-454B-A2DD-5845D7478569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31A61564-63AE-4447-A735-6FDA81D32A62}" type="presOf" srcId="{E79CD046-920C-42EC-9C9F-35AC9DD0FE5F}" destId="{978FA7C1-D7B1-4018-B57A-894C2BD49A88}" srcOrd="0" destOrd="7" presId="urn:microsoft.com/office/officeart/2005/8/layout/vList2"/>
    <dgm:cxn modelId="{33B11FA2-35CE-418D-BC82-452EDC8A5062}" srcId="{1DE527E8-6DF6-42B4-B9B6-806FA99C88B2}" destId="{D70B7D1C-EB4A-4E1F-A6EE-8D74FBCB2405}" srcOrd="0" destOrd="0" parTransId="{8D3EC103-1CA2-4A40-AD41-60A9E69755DD}" sibTransId="{66720B74-E511-401D-BF9C-C7B480467BDB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67624DEF-F6B5-4355-98C8-8DB7148298AF}" type="presOf" srcId="{01675C1D-8AF0-4FAB-BA66-BD35E6682D39}" destId="{8635CFE1-F483-4694-945A-7581FA536F45}" srcOrd="0" destOrd="8" presId="urn:microsoft.com/office/officeart/2005/8/layout/vList2"/>
    <dgm:cxn modelId="{964FEAC2-B966-4A9E-8128-B8CBB77F0964}" srcId="{40950B9A-2AD9-4B07-A86E-A22003769AE9}" destId="{3F103C22-3A8A-4A4B-AB36-C63D4CA38608}" srcOrd="0" destOrd="0" parTransId="{ED3E027F-C285-42D4-AC47-6C9EA33BC59F}" sibTransId="{7A462FD9-71A1-4343-A29D-9006E50B098B}"/>
    <dgm:cxn modelId="{4126ED4D-AA1D-4C53-A4DC-5DB530C35F2B}" type="presOf" srcId="{BBF74630-A30A-4702-8492-AF1839F52791}" destId="{978FA7C1-D7B1-4018-B57A-894C2BD49A88}" srcOrd="0" destOrd="9" presId="urn:microsoft.com/office/officeart/2005/8/layout/vList2"/>
    <dgm:cxn modelId="{44B822AC-9EF3-41FD-AE83-45F2F466D4A1}" srcId="{6ABC035E-8241-4E4E-BA5D-6AB3564CD67F}" destId="{9A9675F4-5D13-4E1A-BB18-56DCBB1B9193}" srcOrd="0" destOrd="0" parTransId="{1D600DDF-ED2C-4705-9E86-4EBE3A0ED754}" sibTransId="{46F35244-1B35-4083-9FF4-330BD43C64C7}"/>
    <dgm:cxn modelId="{5F3B13C5-ACCF-47E1-A8EA-74E9E9A7CEEE}" type="presOf" srcId="{1CBB8F21-DE38-4C01-8D1B-3CD94E6D695D}" destId="{978FA7C1-D7B1-4018-B57A-894C2BD49A88}" srcOrd="0" destOrd="10" presId="urn:microsoft.com/office/officeart/2005/8/layout/vList2"/>
    <dgm:cxn modelId="{FECEBDC2-3947-4F03-B365-6EB6FBCD5990}" type="presOf" srcId="{BB1B666A-83C6-4FE4-8641-44B73C69F79C}" destId="{8635CFE1-F483-4694-945A-7581FA536F45}" srcOrd="0" destOrd="1" presId="urn:microsoft.com/office/officeart/2005/8/layout/vList2"/>
    <dgm:cxn modelId="{D82AB3C5-9E92-46BC-AC12-909561D6CE01}" srcId="{1DE527E8-6DF6-42B4-B9B6-806FA99C88B2}" destId="{7C125A2C-1FF5-4A01-9415-831CF31B1B4B}" srcOrd="6" destOrd="0" parTransId="{885FD997-A5AE-463D-940D-15E64007221E}" sibTransId="{07DA0618-3AA4-4843-AE34-B677C69AD78B}"/>
    <dgm:cxn modelId="{AEE1B66F-CB6A-4C3D-A4F6-9AFA1F8685B3}" type="presOf" srcId="{CD76CB5E-54E0-439D-85A1-A7264C0E3133}" destId="{978FA7C1-D7B1-4018-B57A-894C2BD49A88}" srcOrd="0" destOrd="1" presId="urn:microsoft.com/office/officeart/2005/8/layout/vList2"/>
    <dgm:cxn modelId="{E022290F-A451-485B-9CC2-A868279FF2EB}" srcId="{7C125A2C-1FF5-4A01-9415-831CF31B1B4B}" destId="{CE5060F3-1B08-4E9C-A5B5-0A7F085B6D56}" srcOrd="4" destOrd="0" parTransId="{4F4E1D3A-91CB-45EE-8D1A-FA4F23AF8C3D}" sibTransId="{B65DA460-2467-4B99-BEC2-C4F6378FAE90}"/>
    <dgm:cxn modelId="{B48B967C-AC32-4893-84B3-74CF56D3C05F}" srcId="{3F103C22-3A8A-4A4B-AB36-C63D4CA38608}" destId="{56BBD17D-F0CE-4D63-B013-4478A3F1D0A2}" srcOrd="2" destOrd="0" parTransId="{627B70BA-BF90-4B04-91DB-E82AEF97611A}" sibTransId="{38E66289-1068-4B6A-AC0D-B236B90EA803}"/>
    <dgm:cxn modelId="{420FAE29-9880-4CDF-840B-0260EAB7B64D}" type="presOf" srcId="{E0B5A440-33D0-4835-BF0E-0891701F2B22}" destId="{8635CFE1-F483-4694-945A-7581FA536F45}" srcOrd="0" destOrd="6" presId="urn:microsoft.com/office/officeart/2005/8/layout/vList2"/>
    <dgm:cxn modelId="{6D29EE72-AB9A-490C-B5C2-4E6B96CF2B8F}" type="presOf" srcId="{56A08831-0892-47C1-A135-A7018BEC85B7}" destId="{978FA7C1-D7B1-4018-B57A-894C2BD49A88}" srcOrd="0" destOrd="8" presId="urn:microsoft.com/office/officeart/2005/8/layout/vList2"/>
    <dgm:cxn modelId="{5344A807-472F-4869-92F9-E5086F161565}" type="presOf" srcId="{9A9675F4-5D13-4E1A-BB18-56DCBB1B9193}" destId="{8635CFE1-F483-4694-945A-7581FA536F45}" srcOrd="0" destOrd="5" presId="urn:microsoft.com/office/officeart/2005/8/layout/vList2"/>
    <dgm:cxn modelId="{47AD20CA-ABBA-4154-9DDA-17E5419D8D8A}" type="presOf" srcId="{E81A0BF4-0B18-4431-93D2-2E55BE179B7B}" destId="{978FA7C1-D7B1-4018-B57A-894C2BD49A88}" srcOrd="0" destOrd="5" presId="urn:microsoft.com/office/officeart/2005/8/layout/vList2"/>
    <dgm:cxn modelId="{C5BF6828-2690-4C50-A00C-2A38BE50301C}" type="presOf" srcId="{CE5060F3-1B08-4E9C-A5B5-0A7F085B6D56}" destId="{978FA7C1-D7B1-4018-B57A-894C2BD49A88}" srcOrd="0" destOrd="11" presId="urn:microsoft.com/office/officeart/2005/8/layout/vList2"/>
    <dgm:cxn modelId="{35DB48F2-9B14-4211-A14E-A4CC800C812C}" type="presOf" srcId="{56BBD17D-F0CE-4D63-B013-4478A3F1D0A2}" destId="{8635CFE1-F483-4694-945A-7581FA536F45}" srcOrd="0" destOrd="3" presId="urn:microsoft.com/office/officeart/2005/8/layout/vList2"/>
    <dgm:cxn modelId="{A617B98A-2983-40AC-A07E-A2408DAC68BB}" srcId="{7C125A2C-1FF5-4A01-9415-831CF31B1B4B}" destId="{56A08831-0892-47C1-A135-A7018BEC85B7}" srcOrd="1" destOrd="0" parTransId="{B0F25A03-39E9-4D31-B215-CA09D3ECEF58}" sibTransId="{5788C77A-C5DB-4E32-AAA5-8D967B512356}"/>
    <dgm:cxn modelId="{BC30D354-6122-4B35-8411-048D9CBF1EE2}" type="presOf" srcId="{5CCD695C-FB01-449F-9F4B-D34A2CE4C436}" destId="{8635CFE1-F483-4694-945A-7581FA536F45}" srcOrd="0" destOrd="2" presId="urn:microsoft.com/office/officeart/2005/8/layout/vList2"/>
    <dgm:cxn modelId="{5D669C81-A760-4C24-AE26-807BB07F9F9E}" srcId="{01675C1D-8AF0-4FAB-BA66-BD35E6682D39}" destId="{B9ECB900-B2A4-4BCB-9C92-A1EFC46EDF2A}" srcOrd="0" destOrd="0" parTransId="{ADF4AE02-EE6A-431C-BA16-95BB8CF9F168}" sibTransId="{C58E14E4-857C-4F05-83AE-973A910891FE}"/>
    <dgm:cxn modelId="{E8F8E396-D003-4774-9375-A4864AA1E69F}" type="presOf" srcId="{C198EEB0-2526-4909-B407-732547766569}" destId="{978FA7C1-D7B1-4018-B57A-894C2BD49A88}" srcOrd="0" destOrd="3" presId="urn:microsoft.com/office/officeart/2005/8/layout/vList2"/>
    <dgm:cxn modelId="{9284B365-3367-4FD0-AD95-17ABDC2301FB}" type="presOf" srcId="{B9ECB900-B2A4-4BCB-9C92-A1EFC46EDF2A}" destId="{8635CFE1-F483-4694-945A-7581FA536F45}" srcOrd="0" destOrd="9" presId="urn:microsoft.com/office/officeart/2005/8/layout/vList2"/>
    <dgm:cxn modelId="{48C973C2-D5DA-42A0-A7C9-6B032A40C7D4}" srcId="{1DE527E8-6DF6-42B4-B9B6-806FA99C88B2}" destId="{C198EEB0-2526-4909-B407-732547766569}" srcOrd="3" destOrd="0" parTransId="{94241550-25D9-4299-89A9-146497BB10F4}" sibTransId="{E2C70FB5-218E-46A0-B48F-CEA4D90EEAA5}"/>
    <dgm:cxn modelId="{7D641CAE-F9AB-4583-9A09-DD38AAA79A67}" type="presOf" srcId="{DE0FAC02-CDC8-420B-909D-88C5AC01AC0C}" destId="{8635CFE1-F483-4694-945A-7581FA536F45}" srcOrd="0" destOrd="7" presId="urn:microsoft.com/office/officeart/2005/8/layout/vList2"/>
    <dgm:cxn modelId="{41B755F5-F83D-4C46-B142-06953D7ED854}" srcId="{3F103C22-3A8A-4A4B-AB36-C63D4CA38608}" destId="{5CCD695C-FB01-449F-9F4B-D34A2CE4C436}" srcOrd="1" destOrd="0" parTransId="{60852B26-2628-4713-B93A-FBF57A4615A1}" sibTransId="{A1007457-F64B-4806-8E0D-E6BF22C237A8}"/>
    <dgm:cxn modelId="{73585411-A738-45D5-9E7D-37B7C7654DAC}" type="presOf" srcId="{1DE527E8-6DF6-42B4-B9B6-806FA99C88B2}" destId="{4E5E74E0-703D-4C3C-BC16-6EC0EDC85B70}" srcOrd="0" destOrd="0" presId="urn:microsoft.com/office/officeart/2005/8/layout/vList2"/>
    <dgm:cxn modelId="{AC9F313E-F548-46EC-846C-AE2894DCE306}" srcId="{7C125A2C-1FF5-4A01-9415-831CF31B1B4B}" destId="{1CBB8F21-DE38-4C01-8D1B-3CD94E6D695D}" srcOrd="3" destOrd="0" parTransId="{90025EE4-9068-4C90-9798-20741809DD03}" sibTransId="{DB60D892-0705-47B8-8CCF-82518273FACB}"/>
    <dgm:cxn modelId="{BE1453F5-08AF-4093-9FE4-D7FA6D9B898E}" srcId="{1DE527E8-6DF6-42B4-B9B6-806FA99C88B2}" destId="{C0013384-9B32-4B39-99A8-5A3CEC1F7753}" srcOrd="2" destOrd="0" parTransId="{3823674A-7B9B-45EE-AB53-AC71D3DF17A3}" sibTransId="{E0622C4A-6427-472D-8908-A01C2314E442}"/>
    <dgm:cxn modelId="{033BA118-1495-4C14-8F98-AAD8D711E7A3}" type="presOf" srcId="{7C125A2C-1FF5-4A01-9415-831CF31B1B4B}" destId="{978FA7C1-D7B1-4018-B57A-894C2BD49A88}" srcOrd="0" destOrd="6" presId="urn:microsoft.com/office/officeart/2005/8/layout/vList2"/>
    <dgm:cxn modelId="{9279A026-9829-4759-85EE-ECD14B20E555}" type="presOf" srcId="{0B492E4E-F8A3-4018-9979-C8AC3B00A28F}" destId="{978FA7C1-D7B1-4018-B57A-894C2BD49A88}" srcOrd="0" destOrd="4" presId="urn:microsoft.com/office/officeart/2005/8/layout/vList2"/>
    <dgm:cxn modelId="{0F78C28E-603F-4A06-A3DE-B26A1C30D6DB}" type="presOf" srcId="{C0013384-9B32-4B39-99A8-5A3CEC1F7753}" destId="{978FA7C1-D7B1-4018-B57A-894C2BD49A88}" srcOrd="0" destOrd="2" presId="urn:microsoft.com/office/officeart/2005/8/layout/vList2"/>
    <dgm:cxn modelId="{ACAB903E-A544-445A-A665-EF50A58ACAAC}" srcId="{40950B9A-2AD9-4B07-A86E-A22003769AE9}" destId="{6ABC035E-8241-4E4E-BA5D-6AB3564CD67F}" srcOrd="1" destOrd="0" parTransId="{5B3AEA82-6C97-43A8-B68C-1E6AF65633BC}" sibTransId="{6D86C632-4A88-4963-8552-0BD86A68F2E9}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34CC38CD-0897-4395-B66E-ED01D68CB7E1}" srcId="{1DE527E8-6DF6-42B4-B9B6-806FA99C88B2}" destId="{CD76CB5E-54E0-439D-85A1-A7264C0E3133}" srcOrd="1" destOrd="0" parTransId="{5B8A1B35-1F83-479C-B415-4C896E8B33FF}" sibTransId="{3FFE1BEA-4E24-4AFA-A433-C5B6E6FB0C2E}"/>
    <dgm:cxn modelId="{1E2EFD9E-E0B2-4F9F-A5BB-7707DC351A65}" srcId="{6ABC035E-8241-4E4E-BA5D-6AB3564CD67F}" destId="{E0B5A440-33D0-4835-BF0E-0891701F2B22}" srcOrd="1" destOrd="0" parTransId="{1413BBE1-572A-454F-B871-7A4D03A87305}" sibTransId="{568EF200-0853-4D27-8557-D906BC23184D}"/>
    <dgm:cxn modelId="{3845538D-5608-4439-9916-5131FD5CCF7E}" type="presOf" srcId="{3F103C22-3A8A-4A4B-AB36-C63D4CA38608}" destId="{8635CFE1-F483-4694-945A-7581FA536F45}" srcOrd="0" destOrd="0" presId="urn:microsoft.com/office/officeart/2005/8/layout/vList2"/>
    <dgm:cxn modelId="{6DC7E9F2-8961-4F28-91BC-056672B6BDB1}" type="presOf" srcId="{D70B7D1C-EB4A-4E1F-A6EE-8D74FBCB2405}" destId="{978FA7C1-D7B1-4018-B57A-894C2BD49A88}" srcOrd="0" destOrd="0" presId="urn:microsoft.com/office/officeart/2005/8/layout/vList2"/>
    <dgm:cxn modelId="{8FDEC0F8-C4A7-45E0-8C26-C841F0A9E19F}" srcId="{1DE527E8-6DF6-42B4-B9B6-806FA99C88B2}" destId="{0B492E4E-F8A3-4018-9979-C8AC3B00A28F}" srcOrd="4" destOrd="0" parTransId="{C610E3E9-3379-4CD6-BA11-6F4EAC2F2622}" sibTransId="{C64D308D-7096-4339-AE81-4BF4D9949A0C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DD564DCD-798E-4716-974E-12E5166C0932}" type="presParOf" srcId="{AE52379A-9BF4-4B74-AB37-736B55538F61}" destId="{8635CFE1-F483-4694-945A-7581FA536F45}" srcOrd="1" destOrd="0" presId="urn:microsoft.com/office/officeart/2005/8/layout/vList2"/>
    <dgm:cxn modelId="{0C5EE709-8408-4949-B9F8-A79060AF3899}" type="presParOf" srcId="{AE52379A-9BF4-4B74-AB37-736B55538F61}" destId="{4E5E74E0-703D-4C3C-BC16-6EC0EDC85B70}" srcOrd="2" destOrd="0" presId="urn:microsoft.com/office/officeart/2005/8/layout/vList2"/>
    <dgm:cxn modelId="{6DB778D4-143F-414C-A8CD-7BB01D67BB2C}" type="presParOf" srcId="{AE52379A-9BF4-4B74-AB37-736B55538F61}" destId="{978FA7C1-D7B1-4018-B57A-894C2BD49A8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/>
      <dgm:spPr/>
      <dgm:t>
        <a:bodyPr/>
        <a:lstStyle/>
        <a:p>
          <a:pPr latinLnBrk="1"/>
          <a:r>
            <a:rPr lang="en-US" altLang="ko-KR" dirty="0" smtClean="0"/>
            <a:t>Load 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370D2470-7251-4A50-B31B-DA30CC2C17B2}">
      <dgm:prSet phldrT="[텍스트]"/>
      <dgm:spPr/>
      <dgm:t>
        <a:bodyPr/>
        <a:lstStyle/>
        <a:p>
          <a:pPr latinLnBrk="1"/>
          <a:r>
            <a:rPr lang="en-US" altLang="ko-KR" dirty="0" smtClean="0"/>
            <a:t>Unload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B40BEF6A-8DD4-456E-BC97-ECD96408E518}" type="parTrans" cxnId="{93F6FE27-6F79-4331-AFB6-6D806C232901}">
      <dgm:prSet/>
      <dgm:spPr/>
      <dgm:t>
        <a:bodyPr/>
        <a:lstStyle/>
        <a:p>
          <a:pPr latinLnBrk="1"/>
          <a:endParaRPr lang="ko-KR" altLang="en-US"/>
        </a:p>
      </dgm:t>
    </dgm:pt>
    <dgm:pt modelId="{B3B6D494-0508-4FAF-A04D-A6078D4EBE91}" type="sibTrans" cxnId="{93F6FE27-6F79-4331-AFB6-6D806C232901}">
      <dgm:prSet/>
      <dgm:spPr/>
      <dgm:t>
        <a:bodyPr/>
        <a:lstStyle/>
        <a:p>
          <a:pPr latinLnBrk="1"/>
          <a:endParaRPr lang="ko-KR" altLang="en-US"/>
        </a:p>
      </dgm:t>
    </dgm:pt>
    <dgm:pt modelId="{370EA90F-0061-40B6-B5F9-FBA9B80DA1E9}">
      <dgm:prSet phldrT="[텍스트]"/>
      <dgm:spPr/>
      <dgm:t>
        <a:bodyPr/>
        <a:lstStyle/>
        <a:p>
          <a:pPr latinLnBrk="1"/>
          <a:r>
            <a:rPr lang="en-US" altLang="ko-KR" smtClean="0"/>
            <a:t>PLC </a:t>
          </a:r>
          <a:r>
            <a:rPr lang="ko-KR" altLang="en-US" smtClean="0"/>
            <a:t>상태 확인</a:t>
          </a:r>
          <a:endParaRPr lang="ko-KR" altLang="en-US" dirty="0"/>
        </a:p>
      </dgm:t>
    </dgm:pt>
    <dgm:pt modelId="{797D16F4-4DC0-463A-9D9A-D61DAE6A11AC}" type="parTrans" cxnId="{D3588309-C793-42D0-95F6-92D5C7582B6F}">
      <dgm:prSet/>
      <dgm:spPr/>
      <dgm:t>
        <a:bodyPr/>
        <a:lstStyle/>
        <a:p>
          <a:pPr latinLnBrk="1"/>
          <a:endParaRPr lang="ko-KR" altLang="en-US"/>
        </a:p>
      </dgm:t>
    </dgm:pt>
    <dgm:pt modelId="{76C288DF-A8D3-49DF-937C-389CADCD0B55}" type="sibTrans" cxnId="{D3588309-C793-42D0-95F6-92D5C7582B6F}">
      <dgm:prSet/>
      <dgm:spPr/>
      <dgm:t>
        <a:bodyPr/>
        <a:lstStyle/>
        <a:p>
          <a:pPr latinLnBrk="1"/>
          <a:endParaRPr lang="ko-KR" altLang="en-US"/>
        </a:p>
      </dgm:t>
    </dgm:pt>
    <dgm:pt modelId="{B7F8F49B-1976-48D6-A87E-8A30F56A873D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상태 확인</a:t>
          </a:r>
          <a:endParaRPr lang="ko-KR" altLang="en-US" dirty="0"/>
        </a:p>
      </dgm:t>
    </dgm:pt>
    <dgm:pt modelId="{26AA80B8-90B3-477F-8F56-F34C11BAC408}" type="par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813938A6-E107-4150-8EA1-761723105ADE}" type="sib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9273F284-EB71-4FCC-8D1D-5E9E2969B324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0D57FF69-B9A7-43A3-97BE-D443C5DA79AD}" type="parTrans" cxnId="{9EAD2641-4355-4E13-BEFB-D681C4753933}">
      <dgm:prSet/>
      <dgm:spPr/>
      <dgm:t>
        <a:bodyPr/>
        <a:lstStyle/>
        <a:p>
          <a:pPr latinLnBrk="1"/>
          <a:endParaRPr lang="ko-KR" altLang="en-US"/>
        </a:p>
      </dgm:t>
    </dgm:pt>
    <dgm:pt modelId="{9D439C2B-DC7A-42C3-894E-00F8FA61EE03}" type="sibTrans" cxnId="{9EAD2641-4355-4E13-BEFB-D681C4753933}">
      <dgm:prSet/>
      <dgm:spPr/>
      <dgm:t>
        <a:bodyPr/>
        <a:lstStyle/>
        <a:p>
          <a:pPr latinLnBrk="1"/>
          <a:endParaRPr lang="ko-KR" altLang="en-US"/>
        </a:p>
      </dgm:t>
    </dgm:pt>
    <dgm:pt modelId="{B5EAE202-B654-4B0D-BE19-CAC8F5401225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Up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921AA3A4-623D-434F-ABE2-01BCB1DC11C7}" type="par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3CBFD3F-D9A6-48AD-B19B-FA9E433032FA}" type="sib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FEDF836-1686-48BA-9E8B-894E1E96C04A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Meas</a:t>
          </a:r>
          <a:r>
            <a:rPr lang="en-US" altLang="ko-KR" dirty="0" smtClean="0"/>
            <a:t> 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0077F825-A562-4B62-B7E1-69FAB3AA8A35}" type="parTrans" cxnId="{634E915A-E2F4-466C-AEAA-8D8FAC0113FE}">
      <dgm:prSet/>
      <dgm:spPr/>
      <dgm:t>
        <a:bodyPr/>
        <a:lstStyle/>
        <a:p>
          <a:pPr latinLnBrk="1"/>
          <a:endParaRPr lang="ko-KR" altLang="en-US"/>
        </a:p>
      </dgm:t>
    </dgm:pt>
    <dgm:pt modelId="{21A866E0-2D79-458E-8134-EC5D0DD5DB3D}" type="sibTrans" cxnId="{634E915A-E2F4-466C-AEAA-8D8FAC0113FE}">
      <dgm:prSet/>
      <dgm:spPr/>
      <dgm:t>
        <a:bodyPr/>
        <a:lstStyle/>
        <a:p>
          <a:pPr latinLnBrk="1"/>
          <a:endParaRPr lang="ko-KR" altLang="en-US"/>
        </a:p>
      </dgm:t>
    </dgm:pt>
    <dgm:pt modelId="{5B538B6D-4729-4859-936F-2B75F28F7639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Down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49B61480-A3AF-4F50-AA89-4D1678A3E344}" type="parTrans" cxnId="{E1901748-12FE-4B30-9200-DF13B84DBB39}">
      <dgm:prSet/>
      <dgm:spPr/>
      <dgm:t>
        <a:bodyPr/>
        <a:lstStyle/>
        <a:p>
          <a:pPr latinLnBrk="1"/>
          <a:endParaRPr lang="ko-KR" altLang="en-US"/>
        </a:p>
      </dgm:t>
    </dgm:pt>
    <dgm:pt modelId="{384E1F4F-D2FA-465E-B57A-92F5B3750EC4}" type="sibTrans" cxnId="{E1901748-12FE-4B30-9200-DF13B84DBB39}">
      <dgm:prSet/>
      <dgm:spPr/>
      <dgm:t>
        <a:bodyPr/>
        <a:lstStyle/>
        <a:p>
          <a:pPr latinLnBrk="1"/>
          <a:endParaRPr lang="ko-KR" altLang="en-US"/>
        </a:p>
      </dgm:t>
    </dgm:pt>
    <dgm:pt modelId="{BAA94F9D-33AC-46A5-AF53-8E6C31C9AED1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r>
            <a:rPr lang="en-US" altLang="ko-KR" dirty="0" smtClean="0"/>
            <a:t>(Ready to Load)</a:t>
          </a:r>
          <a:endParaRPr lang="ko-KR" altLang="en-US" dirty="0"/>
        </a:p>
      </dgm:t>
    </dgm:pt>
    <dgm:pt modelId="{12E0E422-F106-4B42-BFDA-BE17EB3F59FE}" type="parTrans" cxnId="{4F759EF9-737C-47B8-A1AD-6B8EFB1C5F76}">
      <dgm:prSet/>
      <dgm:spPr/>
      <dgm:t>
        <a:bodyPr/>
        <a:lstStyle/>
        <a:p>
          <a:pPr latinLnBrk="1"/>
          <a:endParaRPr lang="ko-KR" altLang="en-US"/>
        </a:p>
      </dgm:t>
    </dgm:pt>
    <dgm:pt modelId="{264C5F39-BE05-4EE1-A733-3B9FBE180146}" type="sibTrans" cxnId="{4F759EF9-737C-47B8-A1AD-6B8EFB1C5F76}">
      <dgm:prSet/>
      <dgm:spPr/>
      <dgm:t>
        <a:bodyPr/>
        <a:lstStyle/>
        <a:p>
          <a:pPr latinLnBrk="1"/>
          <a:endParaRPr lang="ko-KR" altLang="en-US"/>
        </a:p>
      </dgm:t>
    </dgm:pt>
    <dgm:pt modelId="{9623C977-2DD5-4837-89A3-7920EB2B98B9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9678BA6C-F612-4C07-9D33-890E5791B778}" type="parTrans" cxnId="{4C21868B-427B-4B96-8022-26757181B0D0}">
      <dgm:prSet/>
      <dgm:spPr/>
      <dgm:t>
        <a:bodyPr/>
        <a:lstStyle/>
        <a:p>
          <a:pPr latinLnBrk="1"/>
          <a:endParaRPr lang="ko-KR" altLang="en-US"/>
        </a:p>
      </dgm:t>
    </dgm:pt>
    <dgm:pt modelId="{E57CF23E-E7D4-4FCE-B790-3EFDA3AC06D0}" type="sibTrans" cxnId="{4C21868B-427B-4B96-8022-26757181B0D0}">
      <dgm:prSet/>
      <dgm:spPr/>
      <dgm:t>
        <a:bodyPr/>
        <a:lstStyle/>
        <a:p>
          <a:pPr latinLnBrk="1"/>
          <a:endParaRPr lang="ko-KR" altLang="en-US"/>
        </a:p>
      </dgm:t>
    </dgm:pt>
    <dgm:pt modelId="{304F83DA-E1DF-44B9-BE9A-ED34833A6150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상태 확인</a:t>
          </a:r>
          <a:endParaRPr lang="ko-KR" altLang="en-US" dirty="0"/>
        </a:p>
      </dgm:t>
    </dgm:pt>
    <dgm:pt modelId="{47C47E89-D633-4439-83BC-DF6EFC225216}" type="parTrans" cxnId="{0176C3A5-F02D-4352-9D17-354991305499}">
      <dgm:prSet/>
      <dgm:spPr/>
      <dgm:t>
        <a:bodyPr/>
        <a:lstStyle/>
        <a:p>
          <a:pPr latinLnBrk="1"/>
          <a:endParaRPr lang="ko-KR" altLang="en-US"/>
        </a:p>
      </dgm:t>
    </dgm:pt>
    <dgm:pt modelId="{C1BF5F89-9F5F-43E5-8B6F-51C1846A7C15}" type="sibTrans" cxnId="{0176C3A5-F02D-4352-9D17-354991305499}">
      <dgm:prSet/>
      <dgm:spPr/>
      <dgm:t>
        <a:bodyPr/>
        <a:lstStyle/>
        <a:p>
          <a:pPr latinLnBrk="1"/>
          <a:endParaRPr lang="ko-KR" altLang="en-US"/>
        </a:p>
      </dgm:t>
    </dgm:pt>
    <dgm:pt modelId="{EA13CE87-210C-414D-88F2-D012D3BAF830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상태 확인</a:t>
          </a:r>
          <a:endParaRPr lang="ko-KR" altLang="en-US" dirty="0"/>
        </a:p>
      </dgm:t>
    </dgm:pt>
    <dgm:pt modelId="{35929183-3198-4B7C-83D8-9EA7B3FC606A}" type="parTrans" cxnId="{B9B00383-CA7E-4A1F-B559-36192300D089}">
      <dgm:prSet/>
      <dgm:spPr/>
      <dgm:t>
        <a:bodyPr/>
        <a:lstStyle/>
        <a:p>
          <a:pPr latinLnBrk="1"/>
          <a:endParaRPr lang="ko-KR" altLang="en-US"/>
        </a:p>
      </dgm:t>
    </dgm:pt>
    <dgm:pt modelId="{A85C71CC-EC7F-4237-9998-394B8E0FF81D}" type="sibTrans" cxnId="{B9B00383-CA7E-4A1F-B559-36192300D089}">
      <dgm:prSet/>
      <dgm:spPr/>
      <dgm:t>
        <a:bodyPr/>
        <a:lstStyle/>
        <a:p>
          <a:pPr latinLnBrk="1"/>
          <a:endParaRPr lang="ko-KR" altLang="en-US"/>
        </a:p>
      </dgm:t>
    </dgm:pt>
    <dgm:pt modelId="{8624CF19-7CED-40AC-963C-E27A7B15B4E1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r>
            <a:rPr lang="en-US" altLang="ko-KR" dirty="0" smtClean="0"/>
            <a:t>(</a:t>
          </a:r>
          <a:r>
            <a:rPr lang="en-US" altLang="ko-KR" dirty="0" err="1" smtClean="0"/>
            <a:t>Meas</a:t>
          </a:r>
          <a:r>
            <a:rPr lang="ko-KR" altLang="en-US" dirty="0" smtClean="0"/>
            <a:t> </a:t>
          </a:r>
          <a:r>
            <a:rPr lang="en-US" altLang="ko-KR" dirty="0" smtClean="0"/>
            <a:t>to Ready)</a:t>
          </a:r>
          <a:endParaRPr lang="ko-KR" altLang="en-US" dirty="0"/>
        </a:p>
      </dgm:t>
    </dgm:pt>
    <dgm:pt modelId="{D329F345-6F3C-4BC4-8DAC-F0F6080F47FA}" type="sibTrans" cxnId="{C6FC6B63-91CC-44EA-A068-1D315BB3ED93}">
      <dgm:prSet/>
      <dgm:spPr/>
      <dgm:t>
        <a:bodyPr/>
        <a:lstStyle/>
        <a:p>
          <a:pPr latinLnBrk="1"/>
          <a:endParaRPr lang="ko-KR" altLang="en-US"/>
        </a:p>
      </dgm:t>
    </dgm:pt>
    <dgm:pt modelId="{04E7E971-42E6-4AA2-BB5A-B7B68DFBEF1C}" type="parTrans" cxnId="{C6FC6B63-91CC-44EA-A068-1D315BB3ED93}">
      <dgm:prSet/>
      <dgm:spPr/>
      <dgm:t>
        <a:bodyPr/>
        <a:lstStyle/>
        <a:p>
          <a:pPr latinLnBrk="1"/>
          <a:endParaRPr lang="ko-KR" altLang="en-US"/>
        </a:p>
      </dgm:t>
    </dgm:pt>
    <dgm:pt modelId="{0A55FBCA-3EEC-4F88-8A0D-AAE2E3E35C16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r>
            <a:rPr lang="en-US" altLang="ko-KR" dirty="0" smtClean="0"/>
            <a:t>(</a:t>
          </a:r>
          <a:r>
            <a:rPr lang="en-US" altLang="ko-KR" dirty="0" err="1" smtClean="0"/>
            <a:t>Meas</a:t>
          </a:r>
          <a:r>
            <a:rPr lang="ko-KR" altLang="en-US" dirty="0" smtClean="0"/>
            <a:t> </a:t>
          </a:r>
          <a:r>
            <a:rPr lang="en-US" altLang="ko-KR" dirty="0" smtClean="0"/>
            <a:t>to Ready)</a:t>
          </a:r>
          <a:endParaRPr lang="ko-KR" altLang="en-US" dirty="0"/>
        </a:p>
      </dgm:t>
    </dgm:pt>
    <dgm:pt modelId="{2556A766-1C19-4C46-A06F-21F2A9AD6FB6}" type="parTrans" cxnId="{575FB37A-FC02-472E-A6A8-5133FD5C7BA7}">
      <dgm:prSet/>
      <dgm:spPr/>
      <dgm:t>
        <a:bodyPr/>
        <a:lstStyle/>
        <a:p>
          <a:pPr latinLnBrk="1"/>
          <a:endParaRPr lang="ko-KR" altLang="en-US"/>
        </a:p>
      </dgm:t>
    </dgm:pt>
    <dgm:pt modelId="{E7601A11-1C84-4A87-889B-579EDB4F4F84}" type="sibTrans" cxnId="{575FB37A-FC02-472E-A6A8-5133FD5C7BA7}">
      <dgm:prSet/>
      <dgm:spPr/>
      <dgm:t>
        <a:bodyPr/>
        <a:lstStyle/>
        <a:p>
          <a:pPr latinLnBrk="1"/>
          <a:endParaRPr lang="ko-KR" altLang="en-US"/>
        </a:p>
      </dgm:t>
    </dgm:pt>
    <dgm:pt modelId="{D6625E23-6BD1-47ED-BC74-A0C718CF927C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EC202F7B-395F-448E-985C-7AE5964F2448}" type="parTrans" cxnId="{9314994F-088A-4804-AEDF-C7205A151CEE}">
      <dgm:prSet/>
      <dgm:spPr/>
      <dgm:t>
        <a:bodyPr/>
        <a:lstStyle/>
        <a:p>
          <a:pPr latinLnBrk="1"/>
          <a:endParaRPr lang="ko-KR" altLang="en-US"/>
        </a:p>
      </dgm:t>
    </dgm:pt>
    <dgm:pt modelId="{D5E62836-9E3C-408E-A260-B3FA94F671F4}" type="sibTrans" cxnId="{9314994F-088A-4804-AEDF-C7205A151CEE}">
      <dgm:prSet/>
      <dgm:spPr/>
      <dgm:t>
        <a:bodyPr/>
        <a:lstStyle/>
        <a:p>
          <a:pPr latinLnBrk="1"/>
          <a:endParaRPr lang="ko-KR" altLang="en-US"/>
        </a:p>
      </dgm:t>
    </dgm:pt>
    <dgm:pt modelId="{EA4A052D-B01D-4848-96B4-06668DB60DA3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Up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E6AA50C8-6734-4C75-BEDD-36840F79929E}" type="parTrans" cxnId="{D5A0132B-F477-41C3-8E6F-B6A797CCCC22}">
      <dgm:prSet/>
      <dgm:spPr/>
      <dgm:t>
        <a:bodyPr/>
        <a:lstStyle/>
        <a:p>
          <a:pPr latinLnBrk="1"/>
          <a:endParaRPr lang="ko-KR" altLang="en-US"/>
        </a:p>
      </dgm:t>
    </dgm:pt>
    <dgm:pt modelId="{4CA08755-AE05-4D36-9B3A-3B56C77CBE1D}" type="sibTrans" cxnId="{D5A0132B-F477-41C3-8E6F-B6A797CCCC22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42C90B1-E91F-45F0-8F99-1785C7B06C19}" type="pres">
      <dgm:prSet presAssocID="{AFEDF836-1686-48BA-9E8B-894E1E96C04A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6AC2010-7C8F-42DC-BD57-8BAA5B767E08}" type="pres">
      <dgm:prSet presAssocID="{AFEDF836-1686-48BA-9E8B-894E1E96C04A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65B398-4E09-4CDC-AD33-BD436E9E06BB}" type="pres">
      <dgm:prSet presAssocID="{370D2470-7251-4A50-B31B-DA30CC2C17B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98BF104-26D2-47A7-93FF-12C65C24B0D6}" type="pres">
      <dgm:prSet presAssocID="{370D2470-7251-4A50-B31B-DA30CC2C17B2}" presName="childText" presStyleLbl="revTx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D3588309-C793-42D0-95F6-92D5C7582B6F}" srcId="{370D2470-7251-4A50-B31B-DA30CC2C17B2}" destId="{370EA90F-0061-40B6-B5F9-FBA9B80DA1E9}" srcOrd="0" destOrd="0" parTransId="{797D16F4-4DC0-463A-9D9A-D61DAE6A11AC}" sibTransId="{76C288DF-A8D3-49DF-937C-389CADCD0B55}"/>
    <dgm:cxn modelId="{CB201EB9-BE64-462C-B53C-1FC35E59692B}" srcId="{40950B9A-2AD9-4B07-A86E-A22003769AE9}" destId="{B5EAE202-B654-4B0D-BE19-CAC8F5401225}" srcOrd="2" destOrd="0" parTransId="{921AA3A4-623D-434F-ABE2-01BCB1DC11C7}" sibTransId="{A3CBFD3F-D9A6-48AD-B19B-FA9E433032FA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E1901748-12FE-4B30-9200-DF13B84DBB39}" srcId="{AFEDF836-1686-48BA-9E8B-894E1E96C04A}" destId="{5B538B6D-4729-4859-936F-2B75F28F7639}" srcOrd="1" destOrd="0" parTransId="{49B61480-A3AF-4F50-AA89-4D1678A3E344}" sibTransId="{384E1F4F-D2FA-465E-B57A-92F5B3750EC4}"/>
    <dgm:cxn modelId="{575FB37A-FC02-472E-A6A8-5133FD5C7BA7}" srcId="{370D2470-7251-4A50-B31B-DA30CC2C17B2}" destId="{0A55FBCA-3EEC-4F88-8A0D-AAE2E3E35C16}" srcOrd="1" destOrd="0" parTransId="{2556A766-1C19-4C46-A06F-21F2A9AD6FB6}" sibTransId="{E7601A11-1C84-4A87-889B-579EDB4F4F84}"/>
    <dgm:cxn modelId="{634E915A-E2F4-466C-AEAA-8D8FAC0113FE}" srcId="{43A5BE0E-73A1-48A2-8897-3AA62E78439D}" destId="{AFEDF836-1686-48BA-9E8B-894E1E96C04A}" srcOrd="1" destOrd="0" parTransId="{0077F825-A562-4B62-B7E1-69FAB3AA8A35}" sibTransId="{21A866E0-2D79-458E-8134-EC5D0DD5DB3D}"/>
    <dgm:cxn modelId="{9314994F-088A-4804-AEDF-C7205A151CEE}" srcId="{0A55FBCA-3EEC-4F88-8A0D-AAE2E3E35C16}" destId="{D6625E23-6BD1-47ED-BC74-A0C718CF927C}" srcOrd="0" destOrd="0" parTransId="{EC202F7B-395F-448E-985C-7AE5964F2448}" sibTransId="{D5E62836-9E3C-408E-A260-B3FA94F671F4}"/>
    <dgm:cxn modelId="{026002CF-E24B-4842-8626-F46035DA3150}" type="presOf" srcId="{9623C977-2DD5-4837-89A3-7920EB2B98B9}" destId="{46AC2010-7C8F-42DC-BD57-8BAA5B767E08}" srcOrd="0" destOrd="3" presId="urn:microsoft.com/office/officeart/2005/8/layout/vList2"/>
    <dgm:cxn modelId="{ED08DDAA-62FC-4FD7-B0D5-F91B411333FB}" type="presOf" srcId="{0A55FBCA-3EEC-4F88-8A0D-AAE2E3E35C16}" destId="{498BF104-26D2-47A7-93FF-12C65C24B0D6}" srcOrd="0" destOrd="1" presId="urn:microsoft.com/office/officeart/2005/8/layout/vList2"/>
    <dgm:cxn modelId="{2D9CE82A-8D4B-4C93-89B4-5E20DE9B4EC2}" type="presOf" srcId="{370EA90F-0061-40B6-B5F9-FBA9B80DA1E9}" destId="{498BF104-26D2-47A7-93FF-12C65C24B0D6}" srcOrd="0" destOrd="0" presId="urn:microsoft.com/office/officeart/2005/8/layout/vList2"/>
    <dgm:cxn modelId="{509AFEF5-3745-45EE-929D-7B0001128A86}" type="presOf" srcId="{B5EAE202-B654-4B0D-BE19-CAC8F5401225}" destId="{8635CFE1-F483-4694-945A-7581FA536F45}" srcOrd="0" destOrd="3" presId="urn:microsoft.com/office/officeart/2005/8/layout/vList2"/>
    <dgm:cxn modelId="{30C9BB37-AE23-41A9-B631-F50130DB1D60}" type="presOf" srcId="{B7F8F49B-1976-48D6-A87E-8A30F56A873D}" destId="{8635CFE1-F483-4694-945A-7581FA536F45}" srcOrd="0" destOrd="0" presId="urn:microsoft.com/office/officeart/2005/8/layout/vList2"/>
    <dgm:cxn modelId="{F69300EA-CEF6-4A35-B990-1F0E9416B518}" type="presOf" srcId="{8624CF19-7CED-40AC-963C-E27A7B15B4E1}" destId="{8635CFE1-F483-4694-945A-7581FA536F45}" srcOrd="0" destOrd="1" presId="urn:microsoft.com/office/officeart/2005/8/layout/vList2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D5A0132B-F477-41C3-8E6F-B6A797CCCC22}" srcId="{370D2470-7251-4A50-B31B-DA30CC2C17B2}" destId="{EA4A052D-B01D-4848-96B4-06668DB60DA3}" srcOrd="2" destOrd="0" parTransId="{E6AA50C8-6734-4C75-BEDD-36840F79929E}" sibTransId="{4CA08755-AE05-4D36-9B3A-3B56C77CBE1D}"/>
    <dgm:cxn modelId="{1DE87D2D-F3C9-4B29-9239-75BC263283D0}" type="presOf" srcId="{5B538B6D-4729-4859-936F-2B75F28F7639}" destId="{46AC2010-7C8F-42DC-BD57-8BAA5B767E08}" srcOrd="0" destOrd="1" presId="urn:microsoft.com/office/officeart/2005/8/layout/vList2"/>
    <dgm:cxn modelId="{6664D251-781D-4B19-AD21-2D8E01186E48}" type="presOf" srcId="{AFEDF836-1686-48BA-9E8B-894E1E96C04A}" destId="{A42C90B1-E91F-45F0-8F99-1785C7B06C19}" srcOrd="0" destOrd="0" presId="urn:microsoft.com/office/officeart/2005/8/layout/vList2"/>
    <dgm:cxn modelId="{9EAD2641-4355-4E13-BEFB-D681C4753933}" srcId="{8624CF19-7CED-40AC-963C-E27A7B15B4E1}" destId="{9273F284-EB71-4FCC-8D1D-5E9E2969B324}" srcOrd="0" destOrd="0" parTransId="{0D57FF69-B9A7-43A3-97BE-D443C5DA79AD}" sibTransId="{9D439C2B-DC7A-42C3-894E-00F8FA61EE03}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0176C3A5-F02D-4352-9D17-354991305499}" srcId="{AFEDF836-1686-48BA-9E8B-894E1E96C04A}" destId="{304F83DA-E1DF-44B9-BE9A-ED34833A6150}" srcOrd="3" destOrd="0" parTransId="{47C47E89-D633-4439-83BC-DF6EFC225216}" sibTransId="{C1BF5F89-9F5F-43E5-8B6F-51C1846A7C15}"/>
    <dgm:cxn modelId="{1A8F1C95-9984-4C97-98A2-B17263FF1C7B}" type="presOf" srcId="{EA13CE87-210C-414D-88F2-D012D3BAF830}" destId="{46AC2010-7C8F-42DC-BD57-8BAA5B767E08}" srcOrd="0" destOrd="0" presId="urn:microsoft.com/office/officeart/2005/8/layout/vList2"/>
    <dgm:cxn modelId="{4F759EF9-737C-47B8-A1AD-6B8EFB1C5F76}" srcId="{AFEDF836-1686-48BA-9E8B-894E1E96C04A}" destId="{BAA94F9D-33AC-46A5-AF53-8E6C31C9AED1}" srcOrd="2" destOrd="0" parTransId="{12E0E422-F106-4B42-BFDA-BE17EB3F59FE}" sibTransId="{264C5F39-BE05-4EE1-A733-3B9FBE180146}"/>
    <dgm:cxn modelId="{93F6FE27-6F79-4331-AFB6-6D806C232901}" srcId="{43A5BE0E-73A1-48A2-8897-3AA62E78439D}" destId="{370D2470-7251-4A50-B31B-DA30CC2C17B2}" srcOrd="2" destOrd="0" parTransId="{B40BEF6A-8DD4-456E-BC97-ECD96408E518}" sibTransId="{B3B6D494-0508-4FAF-A04D-A6078D4EBE91}"/>
    <dgm:cxn modelId="{0ED29776-74D8-46C6-A955-10F90A5A327E}" srcId="{40950B9A-2AD9-4B07-A86E-A22003769AE9}" destId="{B7F8F49B-1976-48D6-A87E-8A30F56A873D}" srcOrd="0" destOrd="0" parTransId="{26AA80B8-90B3-477F-8F56-F34C11BAC408}" sibTransId="{813938A6-E107-4150-8EA1-761723105ADE}"/>
    <dgm:cxn modelId="{104E9CF3-D840-4C2E-9AA4-1E36CBA2DDBF}" type="presOf" srcId="{D6625E23-6BD1-47ED-BC74-A0C718CF927C}" destId="{498BF104-26D2-47A7-93FF-12C65C24B0D6}" srcOrd="0" destOrd="2" presId="urn:microsoft.com/office/officeart/2005/8/layout/vList2"/>
    <dgm:cxn modelId="{5E1B5B51-0E9C-4DAC-BE09-AE3A83028A39}" type="presOf" srcId="{304F83DA-E1DF-44B9-BE9A-ED34833A6150}" destId="{46AC2010-7C8F-42DC-BD57-8BAA5B767E08}" srcOrd="0" destOrd="4" presId="urn:microsoft.com/office/officeart/2005/8/layout/vList2"/>
    <dgm:cxn modelId="{716D1092-D6E4-4BAC-AB02-BA6BF3726892}" type="presOf" srcId="{BAA94F9D-33AC-46A5-AF53-8E6C31C9AED1}" destId="{46AC2010-7C8F-42DC-BD57-8BAA5B767E08}" srcOrd="0" destOrd="2" presId="urn:microsoft.com/office/officeart/2005/8/layout/vList2"/>
    <dgm:cxn modelId="{52411E67-7664-4538-895D-CCDDEDF37063}" type="presOf" srcId="{EA4A052D-B01D-4848-96B4-06668DB60DA3}" destId="{498BF104-26D2-47A7-93FF-12C65C24B0D6}" srcOrd="0" destOrd="3" presId="urn:microsoft.com/office/officeart/2005/8/layout/vList2"/>
    <dgm:cxn modelId="{D3382FDA-D9E6-418C-A4B6-8F4F4F7D0743}" type="presOf" srcId="{370D2470-7251-4A50-B31B-DA30CC2C17B2}" destId="{4865B398-4E09-4CDC-AD33-BD436E9E06BB}" srcOrd="0" destOrd="0" presId="urn:microsoft.com/office/officeart/2005/8/layout/vList2"/>
    <dgm:cxn modelId="{B9B00383-CA7E-4A1F-B559-36192300D089}" srcId="{AFEDF836-1686-48BA-9E8B-894E1E96C04A}" destId="{EA13CE87-210C-414D-88F2-D012D3BAF830}" srcOrd="0" destOrd="0" parTransId="{35929183-3198-4B7C-83D8-9EA7B3FC606A}" sibTransId="{A85C71CC-EC7F-4237-9998-394B8E0FF81D}"/>
    <dgm:cxn modelId="{A22E5F5D-A247-4233-9898-DBCDFA551804}" type="presOf" srcId="{9273F284-EB71-4FCC-8D1D-5E9E2969B324}" destId="{8635CFE1-F483-4694-945A-7581FA536F45}" srcOrd="0" destOrd="2" presId="urn:microsoft.com/office/officeart/2005/8/layout/vList2"/>
    <dgm:cxn modelId="{4C21868B-427B-4B96-8022-26757181B0D0}" srcId="{BAA94F9D-33AC-46A5-AF53-8E6C31C9AED1}" destId="{9623C977-2DD5-4837-89A3-7920EB2B98B9}" srcOrd="0" destOrd="0" parTransId="{9678BA6C-F612-4C07-9D33-890E5791B778}" sibTransId="{E57CF23E-E7D4-4FCE-B790-3EFDA3AC06D0}"/>
    <dgm:cxn modelId="{C6FC6B63-91CC-44EA-A068-1D315BB3ED93}" srcId="{40950B9A-2AD9-4B07-A86E-A22003769AE9}" destId="{8624CF19-7CED-40AC-963C-E27A7B15B4E1}" srcOrd="1" destOrd="0" parTransId="{04E7E971-42E6-4AA2-BB5A-B7B68DFBEF1C}" sibTransId="{D329F345-6F3C-4BC4-8DAC-F0F6080F47FA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1D8202DD-9BAE-433B-BA33-A505492825D4}" type="presParOf" srcId="{AE52379A-9BF4-4B74-AB37-736B55538F61}" destId="{8635CFE1-F483-4694-945A-7581FA536F45}" srcOrd="1" destOrd="0" presId="urn:microsoft.com/office/officeart/2005/8/layout/vList2"/>
    <dgm:cxn modelId="{544417F7-9087-48DC-9946-630B8E42A5EF}" type="presParOf" srcId="{AE52379A-9BF4-4B74-AB37-736B55538F61}" destId="{A42C90B1-E91F-45F0-8F99-1785C7B06C19}" srcOrd="2" destOrd="0" presId="urn:microsoft.com/office/officeart/2005/8/layout/vList2"/>
    <dgm:cxn modelId="{DFD57086-E398-4256-B072-1DC956CEED7A}" type="presParOf" srcId="{AE52379A-9BF4-4B74-AB37-736B55538F61}" destId="{46AC2010-7C8F-42DC-BD57-8BAA5B767E08}" srcOrd="3" destOrd="0" presId="urn:microsoft.com/office/officeart/2005/8/layout/vList2"/>
    <dgm:cxn modelId="{B3D65E0E-0B8D-4FD1-BE4B-6106DD57E1E6}" type="presParOf" srcId="{AE52379A-9BF4-4B74-AB37-736B55538F61}" destId="{4865B398-4E09-4CDC-AD33-BD436E9E06BB}" srcOrd="4" destOrd="0" presId="urn:microsoft.com/office/officeart/2005/8/layout/vList2"/>
    <dgm:cxn modelId="{38817FC5-EA7C-4A86-8707-E9298433DD9C}" type="presParOf" srcId="{AE52379A-9BF4-4B74-AB37-736B55538F61}" destId="{498BF104-26D2-47A7-93FF-12C65C24B0D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B58B720-603C-4671-89EE-40A82FE1DC8E}">
      <dgm:prSet phldrT="[텍스트]"/>
      <dgm:spPr/>
      <dgm:t>
        <a:bodyPr/>
        <a:lstStyle/>
        <a:p>
          <a:pPr latinLnBrk="1"/>
          <a:r>
            <a:rPr lang="en-US" altLang="ko-KR" dirty="0" smtClean="0"/>
            <a:t>Align </a:t>
          </a:r>
          <a:r>
            <a:rPr lang="ko-KR" altLang="en-US" dirty="0" smtClean="0"/>
            <a:t>좌표 이동</a:t>
          </a:r>
          <a:endParaRPr lang="ko-KR" altLang="en-US" dirty="0"/>
        </a:p>
      </dgm:t>
    </dgm:pt>
    <dgm:pt modelId="{C184F2C1-24CE-47D2-B034-2D82DE6724C4}" type="parTrans" cxnId="{D206082D-C20E-40AD-A65D-4E0A5F0FFDBB}">
      <dgm:prSet/>
      <dgm:spPr/>
      <dgm:t>
        <a:bodyPr/>
        <a:lstStyle/>
        <a:p>
          <a:pPr latinLnBrk="1"/>
          <a:endParaRPr lang="ko-KR" altLang="en-US"/>
        </a:p>
      </dgm:t>
    </dgm:pt>
    <dgm:pt modelId="{EB82CD5B-02AE-4AE1-8BA1-BFF38E85581B}" type="sibTrans" cxnId="{D206082D-C20E-40AD-A65D-4E0A5F0FFDBB}">
      <dgm:prSet/>
      <dgm:spPr/>
      <dgm:t>
        <a:bodyPr/>
        <a:lstStyle/>
        <a:p>
          <a:pPr latinLnBrk="1"/>
          <a:endParaRPr lang="ko-KR" altLang="en-US"/>
        </a:p>
      </dgm:t>
    </dgm:pt>
    <dgm:pt modelId="{304F83DA-E1DF-44B9-BE9A-ED34833A6150}">
      <dgm:prSet phldrT="[텍스트]"/>
      <dgm:spPr/>
      <dgm:t>
        <a:bodyPr/>
        <a:lstStyle/>
        <a:p>
          <a:pPr latinLnBrk="1"/>
          <a:r>
            <a:rPr lang="en-US" altLang="ko-KR" smtClean="0"/>
            <a:t>Align</a:t>
          </a:r>
          <a:endParaRPr lang="ko-KR" altLang="en-US" dirty="0"/>
        </a:p>
      </dgm:t>
    </dgm:pt>
    <dgm:pt modelId="{47C47E89-D633-4439-83BC-DF6EFC225216}" type="parTrans" cxnId="{0176C3A5-F02D-4352-9D17-354991305499}">
      <dgm:prSet/>
      <dgm:spPr/>
      <dgm:t>
        <a:bodyPr/>
        <a:lstStyle/>
        <a:p>
          <a:pPr latinLnBrk="1"/>
          <a:endParaRPr lang="ko-KR" altLang="en-US"/>
        </a:p>
      </dgm:t>
    </dgm:pt>
    <dgm:pt modelId="{C1BF5F89-9F5F-43E5-8B6F-51C1846A7C15}" type="sibTrans" cxnId="{0176C3A5-F02D-4352-9D17-354991305499}">
      <dgm:prSet/>
      <dgm:spPr/>
      <dgm:t>
        <a:bodyPr/>
        <a:lstStyle/>
        <a:p>
          <a:pPr latinLnBrk="1"/>
          <a:endParaRPr lang="ko-KR" altLang="en-US"/>
        </a:p>
      </dgm:t>
    </dgm:pt>
    <dgm:pt modelId="{80E03088-F42D-413F-94DC-421A34DE4211}">
      <dgm:prSet phldrT="[텍스트]"/>
      <dgm:spPr/>
      <dgm:t>
        <a:bodyPr/>
        <a:lstStyle/>
        <a:p>
          <a:pPr latinLnBrk="1"/>
          <a:r>
            <a:rPr lang="en-US" altLang="ko-KR" dirty="0" smtClean="0"/>
            <a:t>Align </a:t>
          </a:r>
          <a:r>
            <a:rPr lang="ko-KR" altLang="en-US" dirty="0" smtClean="0"/>
            <a:t>동작</a:t>
          </a:r>
          <a:endParaRPr lang="ko-KR" altLang="en-US" dirty="0"/>
        </a:p>
      </dgm:t>
    </dgm:pt>
    <dgm:pt modelId="{312DFB71-8764-4614-BD06-9B073A3ACB36}" type="parTrans" cxnId="{ECF82096-528B-4992-BAC1-67089F4EE637}">
      <dgm:prSet/>
      <dgm:spPr/>
      <dgm:t>
        <a:bodyPr/>
        <a:lstStyle/>
        <a:p>
          <a:pPr latinLnBrk="1"/>
          <a:endParaRPr lang="ko-KR" altLang="en-US"/>
        </a:p>
      </dgm:t>
    </dgm:pt>
    <dgm:pt modelId="{7AFD6B08-D414-41E7-8327-17799FE27A57}" type="sibTrans" cxnId="{ECF82096-528B-4992-BAC1-67089F4EE637}">
      <dgm:prSet/>
      <dgm:spPr/>
      <dgm:t>
        <a:bodyPr/>
        <a:lstStyle/>
        <a:p>
          <a:pPr latinLnBrk="1"/>
          <a:endParaRPr lang="ko-KR" altLang="en-US"/>
        </a:p>
      </dgm:t>
    </dgm:pt>
    <dgm:pt modelId="{A4129071-02CA-4D2A-A7CF-D2078B8ADAE5}">
      <dgm:prSet phldrT="[텍스트]"/>
      <dgm:spPr/>
      <dgm:t>
        <a:bodyPr/>
        <a:lstStyle/>
        <a:p>
          <a:pPr latinLnBrk="1"/>
          <a:r>
            <a:rPr lang="en-US" altLang="ko-KR" dirty="0" smtClean="0"/>
            <a:t>Glass / Review CCD </a:t>
          </a:r>
          <a:r>
            <a:rPr lang="ko-KR" altLang="en-US" dirty="0" smtClean="0"/>
            <a:t>이동</a:t>
          </a:r>
          <a:endParaRPr lang="ko-KR" altLang="en-US" dirty="0"/>
        </a:p>
      </dgm:t>
    </dgm:pt>
    <dgm:pt modelId="{333D15AF-BC37-4701-A634-97188F22CCA6}" type="parTrans" cxnId="{B120C74C-C3B9-4426-A730-DC7477D14184}">
      <dgm:prSet/>
      <dgm:spPr/>
      <dgm:t>
        <a:bodyPr/>
        <a:lstStyle/>
        <a:p>
          <a:pPr latinLnBrk="1"/>
          <a:endParaRPr lang="ko-KR" altLang="en-US"/>
        </a:p>
      </dgm:t>
    </dgm:pt>
    <dgm:pt modelId="{4ECE4885-30D1-414E-AAAA-636BACCFE309}" type="sibTrans" cxnId="{B120C74C-C3B9-4426-A730-DC7477D14184}">
      <dgm:prSet/>
      <dgm:spPr/>
      <dgm:t>
        <a:bodyPr/>
        <a:lstStyle/>
        <a:p>
          <a:pPr latinLnBrk="1"/>
          <a:endParaRPr lang="ko-KR" altLang="en-US"/>
        </a:p>
      </dgm:t>
    </dgm:pt>
    <dgm:pt modelId="{6DBD2D03-8879-4F89-A7C1-1301BA1EAFBF}">
      <dgm:prSet phldrT="[텍스트]"/>
      <dgm:spPr/>
      <dgm:t>
        <a:bodyPr/>
        <a:lstStyle/>
        <a:p>
          <a:pPr latinLnBrk="1"/>
          <a:r>
            <a:rPr lang="en-US" altLang="ko-KR" smtClean="0"/>
            <a:t>Vision </a:t>
          </a:r>
          <a:r>
            <a:rPr lang="ko-KR" altLang="en-US" smtClean="0"/>
            <a:t>패턴 검색</a:t>
          </a:r>
          <a:endParaRPr lang="ko-KR" altLang="en-US" dirty="0"/>
        </a:p>
      </dgm:t>
    </dgm:pt>
    <dgm:pt modelId="{66409428-0C5D-4EB7-96CC-251A1DC9745D}" type="parTrans" cxnId="{35E9FA42-3640-46FB-86D4-6AE24C05CE89}">
      <dgm:prSet/>
      <dgm:spPr/>
      <dgm:t>
        <a:bodyPr/>
        <a:lstStyle/>
        <a:p>
          <a:pPr latinLnBrk="1"/>
          <a:endParaRPr lang="ko-KR" altLang="en-US"/>
        </a:p>
      </dgm:t>
    </dgm:pt>
    <dgm:pt modelId="{96D8E1B5-99FF-480E-BBC0-A7E1721AE764}" type="sibTrans" cxnId="{35E9FA42-3640-46FB-86D4-6AE24C05CE89}">
      <dgm:prSet/>
      <dgm:spPr/>
      <dgm:t>
        <a:bodyPr/>
        <a:lstStyle/>
        <a:p>
          <a:pPr latinLnBrk="1"/>
          <a:endParaRPr lang="ko-KR" altLang="en-US"/>
        </a:p>
      </dgm:t>
    </dgm:pt>
    <dgm:pt modelId="{F7F0A173-9D10-4FA0-A1EF-2D6EE436266A}">
      <dgm:prSet phldrT="[텍스트]"/>
      <dgm:spPr/>
      <dgm:t>
        <a:bodyPr/>
        <a:lstStyle/>
        <a:p>
          <a:pPr latinLnBrk="1"/>
          <a:r>
            <a:rPr lang="en-US" altLang="ko-KR" dirty="0" smtClean="0"/>
            <a:t>CCD / Lamp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6F446689-D059-4C27-ABE8-9F6354BF19C5}" type="parTrans" cxnId="{29250784-0892-4DD4-97E3-C9274C3F4164}">
      <dgm:prSet/>
      <dgm:spPr/>
      <dgm:t>
        <a:bodyPr/>
        <a:lstStyle/>
        <a:p>
          <a:pPr latinLnBrk="1"/>
          <a:endParaRPr lang="ko-KR" altLang="en-US"/>
        </a:p>
      </dgm:t>
    </dgm:pt>
    <dgm:pt modelId="{8F71A90F-E0AB-4B74-B11B-484218D00A83}" type="sibTrans" cxnId="{29250784-0892-4DD4-97E3-C9274C3F4164}">
      <dgm:prSet/>
      <dgm:spPr/>
      <dgm:t>
        <a:bodyPr/>
        <a:lstStyle/>
        <a:p>
          <a:pPr latinLnBrk="1"/>
          <a:endParaRPr lang="ko-KR" altLang="en-US"/>
        </a:p>
      </dgm:t>
    </dgm:pt>
    <dgm:pt modelId="{A4D49591-D9EA-4104-B31B-DFB288405FF3}">
      <dgm:prSet phldrT="[텍스트]"/>
      <dgm:spPr/>
      <dgm:t>
        <a:bodyPr/>
        <a:lstStyle/>
        <a:p>
          <a:pPr latinLnBrk="1"/>
          <a:r>
            <a:rPr lang="ko-KR" altLang="en-US" dirty="0" smtClean="0"/>
            <a:t>보정 계산</a:t>
          </a:r>
          <a:endParaRPr lang="ko-KR" altLang="en-US" dirty="0"/>
        </a:p>
      </dgm:t>
    </dgm:pt>
    <dgm:pt modelId="{025B1C70-3867-4861-9938-E22745CE5709}" type="parTrans" cxnId="{9DDDC8F6-1091-483F-A0F5-8349B5A230F4}">
      <dgm:prSet/>
      <dgm:spPr/>
      <dgm:t>
        <a:bodyPr/>
        <a:lstStyle/>
        <a:p>
          <a:pPr latinLnBrk="1"/>
          <a:endParaRPr lang="ko-KR" altLang="en-US"/>
        </a:p>
      </dgm:t>
    </dgm:pt>
    <dgm:pt modelId="{54991E24-1F27-41E2-B06D-3FFC54CE31C7}" type="sibTrans" cxnId="{9DDDC8F6-1091-483F-A0F5-8349B5A230F4}">
      <dgm:prSet/>
      <dgm:spPr/>
      <dgm:t>
        <a:bodyPr/>
        <a:lstStyle/>
        <a:p>
          <a:pPr latinLnBrk="1"/>
          <a:endParaRPr lang="ko-KR" altLang="en-US"/>
        </a:p>
      </dgm:t>
    </dgm:pt>
    <dgm:pt modelId="{FDF801CB-7DC5-414E-AE30-4F19244A0EF3}">
      <dgm:prSet phldrT="[텍스트]"/>
      <dgm:spPr/>
      <dgm:t>
        <a:bodyPr/>
        <a:lstStyle/>
        <a:p>
          <a:pPr latinLnBrk="1"/>
          <a:r>
            <a:rPr lang="ko-KR" altLang="en-US" dirty="0" smtClean="0"/>
            <a:t>보정 값 이동</a:t>
          </a:r>
          <a:endParaRPr lang="ko-KR" altLang="en-US" dirty="0"/>
        </a:p>
      </dgm:t>
    </dgm:pt>
    <dgm:pt modelId="{ED4E73D2-6ED0-4437-AF61-0EECCA21D434}" type="parTrans" cxnId="{EDCDAB5F-17A7-42CF-B36E-8C33C4410430}">
      <dgm:prSet/>
      <dgm:spPr/>
      <dgm:t>
        <a:bodyPr/>
        <a:lstStyle/>
        <a:p>
          <a:pPr latinLnBrk="1"/>
          <a:endParaRPr lang="ko-KR" altLang="en-US"/>
        </a:p>
      </dgm:t>
    </dgm:pt>
    <dgm:pt modelId="{5128DDC4-91BA-4C54-8DB4-528FB510CFF7}" type="sibTrans" cxnId="{EDCDAB5F-17A7-42CF-B36E-8C33C4410430}">
      <dgm:prSet/>
      <dgm:spPr/>
      <dgm:t>
        <a:bodyPr/>
        <a:lstStyle/>
        <a:p>
          <a:pPr latinLnBrk="1"/>
          <a:endParaRPr lang="ko-KR" altLang="en-US"/>
        </a:p>
      </dgm:t>
    </dgm:pt>
    <dgm:pt modelId="{3E9C7D9B-0E45-433F-8CF8-F4F5D11CA184}">
      <dgm:prSet phldrT="[텍스트]"/>
      <dgm:spPr/>
      <dgm:t>
        <a:bodyPr/>
        <a:lstStyle/>
        <a:p>
          <a:pPr latinLnBrk="1"/>
          <a:r>
            <a:rPr lang="en-US" altLang="ko-KR" dirty="0" smtClean="0"/>
            <a:t>Margin </a:t>
          </a:r>
          <a:r>
            <a:rPr lang="ko-KR" altLang="en-US" dirty="0" smtClean="0"/>
            <a:t>확인</a:t>
          </a:r>
          <a:r>
            <a:rPr lang="en-US" altLang="ko-KR" dirty="0" smtClean="0"/>
            <a:t>, </a:t>
          </a:r>
          <a:r>
            <a:rPr lang="ko-KR" altLang="en-US" dirty="0" smtClean="0"/>
            <a:t>실패 시 반복 </a:t>
          </a:r>
          <a:r>
            <a:rPr lang="en-US" altLang="ko-KR" dirty="0" smtClean="0"/>
            <a:t>(</a:t>
          </a:r>
          <a:r>
            <a:rPr lang="ko-KR" altLang="en-US" dirty="0" smtClean="0"/>
            <a:t>패턴 검색</a:t>
          </a:r>
          <a:r>
            <a:rPr lang="en-US" altLang="ko-KR" dirty="0" smtClean="0"/>
            <a:t>-&gt;</a:t>
          </a:r>
          <a:r>
            <a:rPr lang="ko-KR" altLang="en-US" dirty="0" smtClean="0"/>
            <a:t>보정 계산</a:t>
          </a:r>
          <a:r>
            <a:rPr lang="en-US" altLang="ko-KR" dirty="0" smtClean="0"/>
            <a:t>-&gt;</a:t>
          </a:r>
          <a:r>
            <a:rPr lang="ko-KR" altLang="en-US" dirty="0" smtClean="0"/>
            <a:t>보정 값 이동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ADD28C5F-118E-490F-B3BA-7CB9BDD4E955}" type="parTrans" cxnId="{86BEC861-2FE3-4826-805A-7F2FFFC83AF3}">
      <dgm:prSet/>
      <dgm:spPr/>
      <dgm:t>
        <a:bodyPr/>
        <a:lstStyle/>
        <a:p>
          <a:pPr latinLnBrk="1"/>
          <a:endParaRPr lang="ko-KR" altLang="en-US"/>
        </a:p>
      </dgm:t>
    </dgm:pt>
    <dgm:pt modelId="{EFD66FCB-CDA6-40C5-9589-FD7CEDC648F0}" type="sibTrans" cxnId="{86BEC861-2FE3-4826-805A-7F2FFFC83AF3}">
      <dgm:prSet/>
      <dgm:spPr/>
      <dgm:t>
        <a:bodyPr/>
        <a:lstStyle/>
        <a:p>
          <a:pPr latinLnBrk="1"/>
          <a:endParaRPr lang="ko-KR" altLang="en-US"/>
        </a:p>
      </dgm:t>
    </dgm:pt>
    <dgm:pt modelId="{4CC1C259-AA5A-4DF4-9FCE-27BFD2D180DA}">
      <dgm:prSet phldrT="[텍스트]"/>
      <dgm:spPr/>
      <dgm:t>
        <a:bodyPr/>
        <a:lstStyle/>
        <a:p>
          <a:pPr latinLnBrk="1"/>
          <a:r>
            <a:rPr lang="en-US" altLang="ko-KR" dirty="0" smtClean="0"/>
            <a:t>Probe Contact</a:t>
          </a:r>
          <a:endParaRPr lang="ko-KR" altLang="en-US" dirty="0"/>
        </a:p>
      </dgm:t>
    </dgm:pt>
    <dgm:pt modelId="{ACD10A48-6C28-44B6-969B-6DDAD3EB8594}" type="parTrans" cxnId="{D6749C4D-C357-4E2F-BB72-6AEE756E013B}">
      <dgm:prSet/>
      <dgm:spPr/>
      <dgm:t>
        <a:bodyPr/>
        <a:lstStyle/>
        <a:p>
          <a:pPr latinLnBrk="1"/>
          <a:endParaRPr lang="ko-KR" altLang="en-US"/>
        </a:p>
      </dgm:t>
    </dgm:pt>
    <dgm:pt modelId="{FFF31203-AA20-4CE4-818B-5A3AF8EB7AC8}" type="sibTrans" cxnId="{D6749C4D-C357-4E2F-BB72-6AEE756E013B}">
      <dgm:prSet/>
      <dgm:spPr/>
      <dgm:t>
        <a:bodyPr/>
        <a:lstStyle/>
        <a:p>
          <a:pPr latinLnBrk="1"/>
          <a:endParaRPr lang="ko-KR" altLang="en-US"/>
        </a:p>
      </dgm:t>
    </dgm:pt>
    <dgm:pt modelId="{EE861D88-AD6F-4D2A-B6DA-2B7BDBB1F6D0}">
      <dgm:prSet phldrT="[텍스트]"/>
      <dgm:spPr/>
      <dgm:t>
        <a:bodyPr/>
        <a:lstStyle/>
        <a:p>
          <a:pPr latinLnBrk="1"/>
          <a:r>
            <a:rPr lang="en-US" altLang="ko-KR" dirty="0" smtClean="0"/>
            <a:t>Clamp down</a:t>
          </a:r>
          <a:endParaRPr lang="ko-KR" altLang="en-US" dirty="0"/>
        </a:p>
      </dgm:t>
    </dgm:pt>
    <dgm:pt modelId="{9D85C62F-7893-49CA-9130-F935BD52185D}" type="parTrans" cxnId="{B1D2BDF0-D67F-4FD5-9C16-31746396D56F}">
      <dgm:prSet/>
      <dgm:spPr/>
      <dgm:t>
        <a:bodyPr/>
        <a:lstStyle/>
        <a:p>
          <a:pPr latinLnBrk="1"/>
          <a:endParaRPr lang="ko-KR" altLang="en-US"/>
        </a:p>
      </dgm:t>
    </dgm:pt>
    <dgm:pt modelId="{A9C6BD5F-3932-4ACE-BB54-3DBF0832DF1B}" type="sibTrans" cxnId="{B1D2BDF0-D67F-4FD5-9C16-31746396D56F}">
      <dgm:prSet/>
      <dgm:spPr/>
      <dgm:t>
        <a:bodyPr/>
        <a:lstStyle/>
        <a:p>
          <a:pPr latinLnBrk="1"/>
          <a:endParaRPr lang="ko-KR" altLang="en-US"/>
        </a:p>
      </dgm:t>
    </dgm:pt>
    <dgm:pt modelId="{8294B467-A388-4C3C-81D1-0176FDD8728C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371FCE0F-A94A-47D4-9FED-5893CCFFDE8D}" type="parTrans" cxnId="{ECBBDDE8-0AC8-4B67-9406-A776DCEC187B}">
      <dgm:prSet/>
      <dgm:spPr/>
      <dgm:t>
        <a:bodyPr/>
        <a:lstStyle/>
        <a:p>
          <a:pPr latinLnBrk="1"/>
          <a:endParaRPr lang="ko-KR" altLang="en-US"/>
        </a:p>
      </dgm:t>
    </dgm:pt>
    <dgm:pt modelId="{32B66D80-D93C-4EAA-944C-DEBA785B7ABD}" type="sibTrans" cxnId="{ECBBDDE8-0AC8-4B67-9406-A776DCEC187B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490EDCD-D439-4DCC-9412-50983227820B}" type="pres">
      <dgm:prSet presAssocID="{304F83DA-E1DF-44B9-BE9A-ED34833A615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F37477D-1F19-42A0-89D4-F883DA4D9B50}" type="pres">
      <dgm:prSet presAssocID="{304F83DA-E1DF-44B9-BE9A-ED34833A6150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0D075BAC-B224-4AEE-A5A0-457E4FA8AECB}" type="presOf" srcId="{A4D49591-D9EA-4104-B31B-DFB288405FF3}" destId="{2F37477D-1F19-42A0-89D4-F883DA4D9B50}" srcOrd="0" destOrd="8" presId="urn:microsoft.com/office/officeart/2005/8/layout/vList2"/>
    <dgm:cxn modelId="{D3A05335-A727-4776-867C-8902AB762C0D}" type="presOf" srcId="{A4129071-02CA-4D2A-A7CF-D2078B8ADAE5}" destId="{2F37477D-1F19-42A0-89D4-F883DA4D9B50}" srcOrd="0" destOrd="1" presId="urn:microsoft.com/office/officeart/2005/8/layout/vList2"/>
    <dgm:cxn modelId="{863B96EA-BFAC-49BD-95C0-531D6D1BA7D8}" type="presOf" srcId="{FDF801CB-7DC5-414E-AE30-4F19244A0EF3}" destId="{2F37477D-1F19-42A0-89D4-F883DA4D9B50}" srcOrd="0" destOrd="9" presId="urn:microsoft.com/office/officeart/2005/8/layout/vList2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D206082D-C20E-40AD-A65D-4E0A5F0FFDBB}" srcId="{304F83DA-E1DF-44B9-BE9A-ED34833A6150}" destId="{BB58B720-603C-4671-89EE-40A82FE1DC8E}" srcOrd="0" destOrd="0" parTransId="{C184F2C1-24CE-47D2-B034-2D82DE6724C4}" sibTransId="{EB82CD5B-02AE-4AE1-8BA1-BFF38E85581B}"/>
    <dgm:cxn modelId="{ECF82096-528B-4992-BAC1-67089F4EE637}" srcId="{304F83DA-E1DF-44B9-BE9A-ED34833A6150}" destId="{80E03088-F42D-413F-94DC-421A34DE4211}" srcOrd="1" destOrd="0" parTransId="{312DFB71-8764-4614-BD06-9B073A3ACB36}" sibTransId="{7AFD6B08-D414-41E7-8327-17799FE27A57}"/>
    <dgm:cxn modelId="{2B0A7C58-04B9-4AE6-B7BC-CD28A69C2063}" type="presOf" srcId="{F7F0A173-9D10-4FA0-A1EF-2D6EE436266A}" destId="{2F37477D-1F19-42A0-89D4-F883DA4D9B50}" srcOrd="0" destOrd="6" presId="urn:microsoft.com/office/officeart/2005/8/layout/vList2"/>
    <dgm:cxn modelId="{EDCDAB5F-17A7-42CF-B36E-8C33C4410430}" srcId="{80E03088-F42D-413F-94DC-421A34DE4211}" destId="{FDF801CB-7DC5-414E-AE30-4F19244A0EF3}" srcOrd="3" destOrd="0" parTransId="{ED4E73D2-6ED0-4437-AF61-0EECCA21D434}" sibTransId="{5128DDC4-91BA-4C54-8DB4-528FB510CFF7}"/>
    <dgm:cxn modelId="{4B9E01C6-A275-4EBC-8802-109841DBF188}" type="presOf" srcId="{BB58B720-603C-4671-89EE-40A82FE1DC8E}" destId="{2F37477D-1F19-42A0-89D4-F883DA4D9B50}" srcOrd="0" destOrd="0" presId="urn:microsoft.com/office/officeart/2005/8/layout/vList2"/>
    <dgm:cxn modelId="{73C3D0B6-8398-4125-A62D-4484819EACB9}" type="presOf" srcId="{6DBD2D03-8879-4F89-A7C1-1301BA1EAFBF}" destId="{2F37477D-1F19-42A0-89D4-F883DA4D9B50}" srcOrd="0" destOrd="7" presId="urn:microsoft.com/office/officeart/2005/8/layout/vList2"/>
    <dgm:cxn modelId="{054C12D9-059B-4012-9FC9-35AE18F7F7AF}" type="presOf" srcId="{304F83DA-E1DF-44B9-BE9A-ED34833A6150}" destId="{F490EDCD-D439-4DCC-9412-50983227820B}" srcOrd="0" destOrd="0" presId="urn:microsoft.com/office/officeart/2005/8/layout/vList2"/>
    <dgm:cxn modelId="{B1D2BDF0-D67F-4FD5-9C16-31746396D56F}" srcId="{A4129071-02CA-4D2A-A7CF-D2078B8ADAE5}" destId="{EE861D88-AD6F-4D2A-B6DA-2B7BDBB1F6D0}" srcOrd="1" destOrd="0" parTransId="{9D85C62F-7893-49CA-9130-F935BD52185D}" sibTransId="{A9C6BD5F-3932-4ACE-BB54-3DBF0832DF1B}"/>
    <dgm:cxn modelId="{F537CDBE-F785-4F61-ADE5-DE8B11BABBB7}" type="presOf" srcId="{8294B467-A388-4C3C-81D1-0176FDD8728C}" destId="{2F37477D-1F19-42A0-89D4-F883DA4D9B50}" srcOrd="0" destOrd="4" presId="urn:microsoft.com/office/officeart/2005/8/layout/vList2"/>
    <dgm:cxn modelId="{68E3D7CA-EFF6-42F9-8E20-6F1452BBE8AF}" type="presOf" srcId="{EE861D88-AD6F-4D2A-B6DA-2B7BDBB1F6D0}" destId="{2F37477D-1F19-42A0-89D4-F883DA4D9B50}" srcOrd="0" destOrd="3" presId="urn:microsoft.com/office/officeart/2005/8/layout/vList2"/>
    <dgm:cxn modelId="{D6749C4D-C357-4E2F-BB72-6AEE756E013B}" srcId="{A4129071-02CA-4D2A-A7CF-D2078B8ADAE5}" destId="{4CC1C259-AA5A-4DF4-9FCE-27BFD2D180DA}" srcOrd="0" destOrd="0" parTransId="{ACD10A48-6C28-44B6-969B-6DDAD3EB8594}" sibTransId="{FFF31203-AA20-4CE4-818B-5A3AF8EB7AC8}"/>
    <dgm:cxn modelId="{0176C3A5-F02D-4352-9D17-354991305499}" srcId="{43A5BE0E-73A1-48A2-8897-3AA62E78439D}" destId="{304F83DA-E1DF-44B9-BE9A-ED34833A6150}" srcOrd="0" destOrd="0" parTransId="{47C47E89-D633-4439-83BC-DF6EFC225216}" sibTransId="{C1BF5F89-9F5F-43E5-8B6F-51C1846A7C15}"/>
    <dgm:cxn modelId="{29250784-0892-4DD4-97E3-C9274C3F4164}" srcId="{80E03088-F42D-413F-94DC-421A34DE4211}" destId="{F7F0A173-9D10-4FA0-A1EF-2D6EE436266A}" srcOrd="0" destOrd="0" parTransId="{6F446689-D059-4C27-ABE8-9F6354BF19C5}" sibTransId="{8F71A90F-E0AB-4B74-B11B-484218D00A83}"/>
    <dgm:cxn modelId="{B120C74C-C3B9-4426-A730-DC7477D14184}" srcId="{BB58B720-603C-4671-89EE-40A82FE1DC8E}" destId="{A4129071-02CA-4D2A-A7CF-D2078B8ADAE5}" srcOrd="0" destOrd="0" parTransId="{333D15AF-BC37-4701-A634-97188F22CCA6}" sibTransId="{4ECE4885-30D1-414E-AAAA-636BACCFE309}"/>
    <dgm:cxn modelId="{F2E722A0-5E79-4676-859F-D7AB88C4B59B}" type="presOf" srcId="{4CC1C259-AA5A-4DF4-9FCE-27BFD2D180DA}" destId="{2F37477D-1F19-42A0-89D4-F883DA4D9B50}" srcOrd="0" destOrd="2" presId="urn:microsoft.com/office/officeart/2005/8/layout/vList2"/>
    <dgm:cxn modelId="{ECBBDDE8-0AC8-4B67-9406-A776DCEC187B}" srcId="{A4129071-02CA-4D2A-A7CF-D2078B8ADAE5}" destId="{8294B467-A388-4C3C-81D1-0176FDD8728C}" srcOrd="2" destOrd="0" parTransId="{371FCE0F-A94A-47D4-9FED-5893CCFFDE8D}" sibTransId="{32B66D80-D93C-4EAA-944C-DEBA785B7ABD}"/>
    <dgm:cxn modelId="{86BEC861-2FE3-4826-805A-7F2FFFC83AF3}" srcId="{80E03088-F42D-413F-94DC-421A34DE4211}" destId="{3E9C7D9B-0E45-433F-8CF8-F4F5D11CA184}" srcOrd="4" destOrd="0" parTransId="{ADD28C5F-118E-490F-B3BA-7CB9BDD4E955}" sibTransId="{EFD66FCB-CDA6-40C5-9589-FD7CEDC648F0}"/>
    <dgm:cxn modelId="{8F2C601E-D917-4AAF-AB0C-68F24BCF7330}" type="presOf" srcId="{80E03088-F42D-413F-94DC-421A34DE4211}" destId="{2F37477D-1F19-42A0-89D4-F883DA4D9B50}" srcOrd="0" destOrd="5" presId="urn:microsoft.com/office/officeart/2005/8/layout/vList2"/>
    <dgm:cxn modelId="{E4EC1430-4AE4-42DE-829B-48955D9EF418}" type="presOf" srcId="{3E9C7D9B-0E45-433F-8CF8-F4F5D11CA184}" destId="{2F37477D-1F19-42A0-89D4-F883DA4D9B50}" srcOrd="0" destOrd="10" presId="urn:microsoft.com/office/officeart/2005/8/layout/vList2"/>
    <dgm:cxn modelId="{35E9FA42-3640-46FB-86D4-6AE24C05CE89}" srcId="{80E03088-F42D-413F-94DC-421A34DE4211}" destId="{6DBD2D03-8879-4F89-A7C1-1301BA1EAFBF}" srcOrd="1" destOrd="0" parTransId="{66409428-0C5D-4EB7-96CC-251A1DC9745D}" sibTransId="{96D8E1B5-99FF-480E-BBC0-A7E1721AE764}"/>
    <dgm:cxn modelId="{9DDDC8F6-1091-483F-A0F5-8349B5A230F4}" srcId="{80E03088-F42D-413F-94DC-421A34DE4211}" destId="{A4D49591-D9EA-4104-B31B-DFB288405FF3}" srcOrd="2" destOrd="0" parTransId="{025B1C70-3867-4861-9938-E22745CE5709}" sibTransId="{54991E24-1F27-41E2-B06D-3FFC54CE31C7}"/>
    <dgm:cxn modelId="{CC55C3B7-35F9-4AAF-93F8-34A64C588B30}" type="presParOf" srcId="{AE52379A-9BF4-4B74-AB37-736B55538F61}" destId="{F490EDCD-D439-4DCC-9412-50983227820B}" srcOrd="0" destOrd="0" presId="urn:microsoft.com/office/officeart/2005/8/layout/vList2"/>
    <dgm:cxn modelId="{F6B7BFFA-60E0-4670-9F4C-CF1EAC068F4E}" type="presParOf" srcId="{AE52379A-9BF4-4B74-AB37-736B55538F61}" destId="{2F37477D-1F19-42A0-89D4-F883DA4D9B5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C7DB5DB-D4FC-458C-9C8B-877523C63A1F}">
      <dgm:prSet phldrT="[텍스트]"/>
      <dgm:spPr/>
      <dgm:t>
        <a:bodyPr/>
        <a:lstStyle/>
        <a:p>
          <a:pPr latinLnBrk="1"/>
          <a:r>
            <a:rPr lang="en-US" altLang="ko-KR" dirty="0" smtClean="0"/>
            <a:t>Aging</a:t>
          </a:r>
          <a:endParaRPr lang="ko-KR" altLang="en-US" dirty="0"/>
        </a:p>
      </dgm:t>
    </dgm:pt>
    <dgm:pt modelId="{AE2E24CF-8927-4658-ACAF-0FD07AE479AC}" type="parTrans" cxnId="{2EC606B7-7E52-4AF6-8C1B-93782FB33DA5}">
      <dgm:prSet/>
      <dgm:spPr/>
      <dgm:t>
        <a:bodyPr/>
        <a:lstStyle/>
        <a:p>
          <a:pPr latinLnBrk="1"/>
          <a:endParaRPr lang="ko-KR" altLang="en-US"/>
        </a:p>
      </dgm:t>
    </dgm:pt>
    <dgm:pt modelId="{51317B7B-FEFF-492D-B7D4-C7219C2CDD2B}" type="sibTrans" cxnId="{2EC606B7-7E52-4AF6-8C1B-93782FB33DA5}">
      <dgm:prSet/>
      <dgm:spPr/>
      <dgm:t>
        <a:bodyPr/>
        <a:lstStyle/>
        <a:p>
          <a:pPr latinLnBrk="1"/>
          <a:endParaRPr lang="ko-KR" altLang="en-US"/>
        </a:p>
      </dgm:t>
    </dgm:pt>
    <dgm:pt modelId="{C363CE39-DAE3-40AC-9158-D5E123644FDC}">
      <dgm:prSet phldrT="[텍스트]"/>
      <dgm:spPr/>
      <dgm:t>
        <a:bodyPr/>
        <a:lstStyle/>
        <a:p>
          <a:pPr latinLnBrk="1"/>
          <a:r>
            <a:rPr lang="en-US" altLang="ko-KR" dirty="0" smtClean="0"/>
            <a:t>Glass Contact </a:t>
          </a:r>
          <a:r>
            <a:rPr lang="ko-KR" altLang="en-US" dirty="0" smtClean="0"/>
            <a:t>위치 확인</a:t>
          </a:r>
          <a:endParaRPr lang="ko-KR" altLang="en-US" dirty="0"/>
        </a:p>
      </dgm:t>
    </dgm:pt>
    <dgm:pt modelId="{B236267A-10E3-42F0-8AAA-305051455687}" type="parTrans" cxnId="{5FA44096-C64F-4175-BAE0-13CB3079A5B4}">
      <dgm:prSet/>
      <dgm:spPr/>
      <dgm:t>
        <a:bodyPr/>
        <a:lstStyle/>
        <a:p>
          <a:pPr latinLnBrk="1"/>
          <a:endParaRPr lang="ko-KR" altLang="en-US"/>
        </a:p>
      </dgm:t>
    </dgm:pt>
    <dgm:pt modelId="{828712F7-EA55-4690-9CF8-A638DCD8E4DB}" type="sibTrans" cxnId="{5FA44096-C64F-4175-BAE0-13CB3079A5B4}">
      <dgm:prSet/>
      <dgm:spPr/>
      <dgm:t>
        <a:bodyPr/>
        <a:lstStyle/>
        <a:p>
          <a:pPr latinLnBrk="1"/>
          <a:endParaRPr lang="ko-KR" altLang="en-US"/>
        </a:p>
      </dgm:t>
    </dgm:pt>
    <dgm:pt modelId="{D5513E4B-29C4-4163-AC70-621CC5ADFC4B}">
      <dgm:prSet phldrT="[텍스트]"/>
      <dgm:spPr/>
      <dgm:t>
        <a:bodyPr/>
        <a:lstStyle/>
        <a:p>
          <a:pPr latinLnBrk="1"/>
          <a:r>
            <a:rPr lang="en-US" altLang="ko-KR" dirty="0" smtClean="0"/>
            <a:t>Contact</a:t>
          </a:r>
          <a:endParaRPr lang="ko-KR" altLang="en-US" dirty="0"/>
        </a:p>
      </dgm:t>
    </dgm:pt>
    <dgm:pt modelId="{1BD7E2E7-6261-4018-973C-68E4189B6CC1}" type="parTrans" cxnId="{B1D19FEB-B962-4FB4-AE54-84B4559A2A66}">
      <dgm:prSet/>
      <dgm:spPr/>
      <dgm:t>
        <a:bodyPr/>
        <a:lstStyle/>
        <a:p>
          <a:pPr latinLnBrk="1"/>
          <a:endParaRPr lang="ko-KR" altLang="en-US"/>
        </a:p>
      </dgm:t>
    </dgm:pt>
    <dgm:pt modelId="{F5227A3B-B8D4-4EE0-91C0-5041FC930373}" type="sibTrans" cxnId="{B1D19FEB-B962-4FB4-AE54-84B4559A2A66}">
      <dgm:prSet/>
      <dgm:spPr/>
      <dgm:t>
        <a:bodyPr/>
        <a:lstStyle/>
        <a:p>
          <a:pPr latinLnBrk="1"/>
          <a:endParaRPr lang="ko-KR" altLang="en-US"/>
        </a:p>
      </dgm:t>
    </dgm:pt>
    <dgm:pt modelId="{7F6CB3A1-65A5-4462-8A6D-F88C1CDD300D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시작</a:t>
          </a:r>
          <a:endParaRPr lang="ko-KR" altLang="en-US" dirty="0"/>
        </a:p>
      </dgm:t>
    </dgm:pt>
    <dgm:pt modelId="{C14A5CAF-5FF9-4B14-9768-A510C8EF7F50}" type="parTrans" cxnId="{1B28EC56-230D-4520-9758-88BDEB813C6D}">
      <dgm:prSet/>
      <dgm:spPr/>
      <dgm:t>
        <a:bodyPr/>
        <a:lstStyle/>
        <a:p>
          <a:pPr latinLnBrk="1"/>
          <a:endParaRPr lang="ko-KR" altLang="en-US"/>
        </a:p>
      </dgm:t>
    </dgm:pt>
    <dgm:pt modelId="{9634DB3F-B92A-4CC0-BBDF-AE53F901063A}" type="sibTrans" cxnId="{1B28EC56-230D-4520-9758-88BDEB813C6D}">
      <dgm:prSet/>
      <dgm:spPr/>
      <dgm:t>
        <a:bodyPr/>
        <a:lstStyle/>
        <a:p>
          <a:pPr latinLnBrk="1"/>
          <a:endParaRPr lang="ko-KR" altLang="en-US"/>
        </a:p>
      </dgm:t>
    </dgm:pt>
    <dgm:pt modelId="{E93A5C2E-5A45-42A9-9C10-E7CC6FECE1A0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종료</a:t>
          </a:r>
          <a:endParaRPr lang="ko-KR" altLang="en-US" dirty="0"/>
        </a:p>
      </dgm:t>
    </dgm:pt>
    <dgm:pt modelId="{150CDBCE-B37E-4B42-B654-C848C30AD379}" type="parTrans" cxnId="{608FDA67-7D20-4E57-8EB8-E842C1C97E4A}">
      <dgm:prSet/>
      <dgm:spPr/>
      <dgm:t>
        <a:bodyPr/>
        <a:lstStyle/>
        <a:p>
          <a:pPr latinLnBrk="1"/>
          <a:endParaRPr lang="ko-KR" altLang="en-US"/>
        </a:p>
      </dgm:t>
    </dgm:pt>
    <dgm:pt modelId="{14F918BF-778E-429D-A394-B3355394BB51}" type="sibTrans" cxnId="{608FDA67-7D20-4E57-8EB8-E842C1C97E4A}">
      <dgm:prSet/>
      <dgm:spPr/>
      <dgm:t>
        <a:bodyPr/>
        <a:lstStyle/>
        <a:p>
          <a:pPr latinLnBrk="1"/>
          <a:endParaRPr lang="ko-KR" altLang="en-US"/>
        </a:p>
      </dgm:t>
    </dgm:pt>
    <dgm:pt modelId="{8126F562-2F36-48FB-A9B2-E293001BC377}">
      <dgm:prSet phldrT="[텍스트]"/>
      <dgm:spPr/>
      <dgm:t>
        <a:bodyPr/>
        <a:lstStyle/>
        <a:p>
          <a:pPr latinLnBrk="1"/>
          <a:r>
            <a:rPr lang="en-US" altLang="ko-KR" dirty="0" smtClean="0"/>
            <a:t>Un-Contact</a:t>
          </a:r>
          <a:endParaRPr lang="ko-KR" altLang="en-US" dirty="0"/>
        </a:p>
      </dgm:t>
    </dgm:pt>
    <dgm:pt modelId="{7D907DED-4DC1-4A9B-8C79-B38C91043C91}" type="parTrans" cxnId="{EC1BF578-E508-4048-9788-D9752EC9E9E7}">
      <dgm:prSet/>
      <dgm:spPr/>
      <dgm:t>
        <a:bodyPr/>
        <a:lstStyle/>
        <a:p>
          <a:pPr latinLnBrk="1"/>
          <a:endParaRPr lang="ko-KR" altLang="en-US"/>
        </a:p>
      </dgm:t>
    </dgm:pt>
    <dgm:pt modelId="{116F9692-0919-4965-B6D5-025685A9EC65}" type="sibTrans" cxnId="{EC1BF578-E508-4048-9788-D9752EC9E9E7}">
      <dgm:prSet/>
      <dgm:spPr/>
      <dgm:t>
        <a:bodyPr/>
        <a:lstStyle/>
        <a:p>
          <a:pPr latinLnBrk="1"/>
          <a:endParaRPr lang="ko-KR" altLang="en-US"/>
        </a:p>
      </dgm:t>
    </dgm:pt>
    <dgm:pt modelId="{4329DD72-2647-4521-8D62-7751AF56A80E}">
      <dgm:prSet phldrT="[텍스트]"/>
      <dgm:spPr/>
      <dgm:t>
        <a:bodyPr/>
        <a:lstStyle/>
        <a:p>
          <a:pPr latinLnBrk="1"/>
          <a:r>
            <a:rPr lang="en-US" altLang="ko-KR" dirty="0" smtClean="0"/>
            <a:t>Glass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smtClean="0"/>
            <a:t>헤드 이동</a:t>
          </a:r>
          <a:endParaRPr lang="ko-KR" altLang="en-US" dirty="0"/>
        </a:p>
      </dgm:t>
    </dgm:pt>
    <dgm:pt modelId="{536EDB67-3070-416D-A803-7BD4A8F195F7}" type="sibTrans" cxnId="{7A8F7992-5CB9-4FEA-BAF5-94E62B612639}">
      <dgm:prSet/>
      <dgm:spPr/>
      <dgm:t>
        <a:bodyPr/>
        <a:lstStyle/>
        <a:p>
          <a:pPr latinLnBrk="1"/>
          <a:endParaRPr lang="ko-KR" altLang="en-US"/>
        </a:p>
      </dgm:t>
    </dgm:pt>
    <dgm:pt modelId="{465E4812-975C-47E9-9109-194F528AD15F}" type="parTrans" cxnId="{7A8F7992-5CB9-4FEA-BAF5-94E62B612639}">
      <dgm:prSet/>
      <dgm:spPr/>
      <dgm:t>
        <a:bodyPr/>
        <a:lstStyle/>
        <a:p>
          <a:pPr latinLnBrk="1"/>
          <a:endParaRPr lang="ko-KR" altLang="en-US"/>
        </a:p>
      </dgm:t>
    </dgm:pt>
    <dgm:pt modelId="{9862741B-0825-4BCF-A4E7-3A62C6527A3A}">
      <dgm:prSet phldrT="[텍스트]"/>
      <dgm:spPr/>
      <dgm:t>
        <a:bodyPr/>
        <a:lstStyle/>
        <a:p>
          <a:pPr latinLnBrk="1"/>
          <a:r>
            <a:rPr lang="ko-KR" altLang="en-US" dirty="0" smtClean="0"/>
            <a:t>특성 </a:t>
          </a:r>
          <a:r>
            <a:rPr lang="en-US" altLang="ko-KR" dirty="0" smtClean="0"/>
            <a:t>/ </a:t>
          </a:r>
          <a:r>
            <a:rPr lang="ko-KR" altLang="en-US" dirty="0" smtClean="0"/>
            <a:t>화질 </a:t>
          </a:r>
          <a:r>
            <a:rPr lang="en-US" altLang="ko-KR" dirty="0" smtClean="0"/>
            <a:t>/ </a:t>
          </a:r>
          <a:r>
            <a:rPr lang="ko-KR" altLang="en-US" dirty="0" err="1" smtClean="0"/>
            <a:t>시야각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err="1" smtClean="0"/>
            <a:t>색이상</a:t>
          </a:r>
          <a:r>
            <a:rPr lang="ko-KR" altLang="en-US" dirty="0" smtClean="0"/>
            <a:t> </a:t>
          </a:r>
          <a:r>
            <a:rPr lang="en-US" altLang="ko-KR" dirty="0" smtClean="0"/>
            <a:t>/ LCR / TSP</a:t>
          </a:r>
          <a:endParaRPr lang="ko-KR" altLang="en-US" dirty="0"/>
        </a:p>
      </dgm:t>
    </dgm:pt>
    <dgm:pt modelId="{878906D7-F7F7-4CBB-B1B2-2E4B701BEB3A}" type="parTrans" cxnId="{2613B032-FADD-4953-AFC7-EA7FCC19CDE7}">
      <dgm:prSet/>
      <dgm:spPr/>
      <dgm:t>
        <a:bodyPr/>
        <a:lstStyle/>
        <a:p>
          <a:pPr latinLnBrk="1"/>
          <a:endParaRPr lang="ko-KR" altLang="en-US"/>
        </a:p>
      </dgm:t>
    </dgm:pt>
    <dgm:pt modelId="{16DE27E4-E6B7-4BFB-9619-B84B33F39514}" type="sibTrans" cxnId="{2613B032-FADD-4953-AFC7-EA7FCC19CDE7}">
      <dgm:prSet/>
      <dgm:spPr/>
      <dgm:t>
        <a:bodyPr/>
        <a:lstStyle/>
        <a:p>
          <a:pPr latinLnBrk="1"/>
          <a:endParaRPr lang="ko-KR" altLang="en-US"/>
        </a:p>
      </dgm:t>
    </dgm:pt>
    <dgm:pt modelId="{4FD47BCA-55EC-4F02-82D4-DE52471DE061}">
      <dgm:prSet phldrT="[텍스트]"/>
      <dgm:spPr/>
      <dgm:t>
        <a:bodyPr/>
        <a:lstStyle/>
        <a:p>
          <a:pPr latinLnBrk="1"/>
          <a:r>
            <a:rPr lang="en-US" altLang="ko-KR" smtClean="0"/>
            <a:t>Glass</a:t>
          </a:r>
          <a:r>
            <a:rPr lang="ko-KR" altLang="en-US" smtClean="0"/>
            <a:t> </a:t>
          </a:r>
          <a:r>
            <a:rPr lang="en-US" altLang="ko-KR" smtClean="0"/>
            <a:t>/ </a:t>
          </a:r>
          <a:r>
            <a:rPr lang="ko-KR" altLang="en-US" smtClean="0"/>
            <a:t>헤드 이동</a:t>
          </a:r>
          <a:endParaRPr lang="ko-KR" altLang="en-US" dirty="0"/>
        </a:p>
      </dgm:t>
    </dgm:pt>
    <dgm:pt modelId="{9400F6DE-24A6-41CC-A50F-ACE238460966}" type="parTrans" cxnId="{A7461F4D-FFC2-4021-9A66-C5A63EDEF3CB}">
      <dgm:prSet/>
      <dgm:spPr/>
      <dgm:t>
        <a:bodyPr/>
        <a:lstStyle/>
        <a:p>
          <a:pPr latinLnBrk="1"/>
          <a:endParaRPr lang="ko-KR" altLang="en-US"/>
        </a:p>
      </dgm:t>
    </dgm:pt>
    <dgm:pt modelId="{048A272D-FE34-4CD0-8430-82FB9FA7C55C}" type="sibTrans" cxnId="{A7461F4D-FFC2-4021-9A66-C5A63EDEF3CB}">
      <dgm:prSet/>
      <dgm:spPr/>
      <dgm:t>
        <a:bodyPr/>
        <a:lstStyle/>
        <a:p>
          <a:pPr latinLnBrk="1"/>
          <a:endParaRPr lang="ko-KR" altLang="en-US"/>
        </a:p>
      </dgm:t>
    </dgm:pt>
    <dgm:pt modelId="{F1A7852B-2AF1-42A6-8546-C2B149D3B7A1}">
      <dgm:prSet phldrT="[텍스트]"/>
      <dgm:spPr/>
      <dgm:t>
        <a:bodyPr/>
        <a:lstStyle/>
        <a:p>
          <a:pPr latinLnBrk="1"/>
          <a:r>
            <a:rPr lang="en-US" altLang="ko-KR" dirty="0" smtClean="0"/>
            <a:t>Glass Contact </a:t>
          </a:r>
          <a:r>
            <a:rPr lang="ko-KR" altLang="en-US" dirty="0" smtClean="0"/>
            <a:t>위치 확인</a:t>
          </a:r>
          <a:endParaRPr lang="ko-KR" altLang="en-US" dirty="0"/>
        </a:p>
      </dgm:t>
    </dgm:pt>
    <dgm:pt modelId="{3AA6A6ED-36AC-4A0E-B829-4DE2F7C3D414}" type="parTrans" cxnId="{BBCDC9A4-5D5B-4044-83F6-9198EB373B31}">
      <dgm:prSet/>
      <dgm:spPr/>
      <dgm:t>
        <a:bodyPr/>
        <a:lstStyle/>
        <a:p>
          <a:pPr latinLnBrk="1"/>
          <a:endParaRPr lang="ko-KR" altLang="en-US"/>
        </a:p>
      </dgm:t>
    </dgm:pt>
    <dgm:pt modelId="{E72CAD15-3553-4A19-8685-5DAA0C6CAE26}" type="sibTrans" cxnId="{BBCDC9A4-5D5B-4044-83F6-9198EB373B31}">
      <dgm:prSet/>
      <dgm:spPr/>
      <dgm:t>
        <a:bodyPr/>
        <a:lstStyle/>
        <a:p>
          <a:pPr latinLnBrk="1"/>
          <a:endParaRPr lang="ko-KR" altLang="en-US"/>
        </a:p>
      </dgm:t>
    </dgm:pt>
    <dgm:pt modelId="{F99A1404-F27F-4961-BEA5-91A462D3DCE1}">
      <dgm:prSet phldrT="[텍스트]"/>
      <dgm:spPr/>
      <dgm:t>
        <a:bodyPr/>
        <a:lstStyle/>
        <a:p>
          <a:pPr latinLnBrk="1"/>
          <a:r>
            <a:rPr lang="en-US" altLang="ko-KR" dirty="0" smtClean="0"/>
            <a:t>Contact</a:t>
          </a:r>
          <a:endParaRPr lang="ko-KR" altLang="en-US" dirty="0"/>
        </a:p>
      </dgm:t>
    </dgm:pt>
    <dgm:pt modelId="{85419158-BA5B-4208-B97B-636F0D4FDAB9}" type="parTrans" cxnId="{DB91C636-6F9A-4503-8BD9-7C3C23EA145E}">
      <dgm:prSet/>
      <dgm:spPr/>
      <dgm:t>
        <a:bodyPr/>
        <a:lstStyle/>
        <a:p>
          <a:pPr latinLnBrk="1"/>
          <a:endParaRPr lang="ko-KR" altLang="en-US"/>
        </a:p>
      </dgm:t>
    </dgm:pt>
    <dgm:pt modelId="{DCAD61C7-0369-42CC-9AE2-188A4709330A}" type="sibTrans" cxnId="{DB91C636-6F9A-4503-8BD9-7C3C23EA145E}">
      <dgm:prSet/>
      <dgm:spPr/>
      <dgm:t>
        <a:bodyPr/>
        <a:lstStyle/>
        <a:p>
          <a:pPr latinLnBrk="1"/>
          <a:endParaRPr lang="ko-KR" altLang="en-US"/>
        </a:p>
      </dgm:t>
    </dgm:pt>
    <dgm:pt modelId="{94C2935B-BAEA-451B-843A-B75A84F82CC0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시작</a:t>
          </a:r>
          <a:endParaRPr lang="ko-KR" altLang="en-US" dirty="0"/>
        </a:p>
      </dgm:t>
    </dgm:pt>
    <dgm:pt modelId="{A16D2F6A-C694-49C6-8BF6-43FE29DD3EE6}" type="parTrans" cxnId="{BEB1ADF7-9E62-4457-AF28-B6AB74CACF7A}">
      <dgm:prSet/>
      <dgm:spPr/>
      <dgm:t>
        <a:bodyPr/>
        <a:lstStyle/>
        <a:p>
          <a:pPr latinLnBrk="1"/>
          <a:endParaRPr lang="ko-KR" altLang="en-US"/>
        </a:p>
      </dgm:t>
    </dgm:pt>
    <dgm:pt modelId="{62CF818F-684A-45ED-924A-D5469F89F23F}" type="sibTrans" cxnId="{BEB1ADF7-9E62-4457-AF28-B6AB74CACF7A}">
      <dgm:prSet/>
      <dgm:spPr/>
      <dgm:t>
        <a:bodyPr/>
        <a:lstStyle/>
        <a:p>
          <a:pPr latinLnBrk="1"/>
          <a:endParaRPr lang="ko-KR" altLang="en-US"/>
        </a:p>
      </dgm:t>
    </dgm:pt>
    <dgm:pt modelId="{9CBE42BB-234D-4426-B4C8-77C96EEBFA7C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종료</a:t>
          </a:r>
          <a:endParaRPr lang="ko-KR" altLang="en-US" dirty="0"/>
        </a:p>
      </dgm:t>
    </dgm:pt>
    <dgm:pt modelId="{6FE7237D-2583-4C25-A212-7AFD097272A1}" type="parTrans" cxnId="{160DB3C5-4FB3-4FDD-8F17-9DAB666164A8}">
      <dgm:prSet/>
      <dgm:spPr/>
      <dgm:t>
        <a:bodyPr/>
        <a:lstStyle/>
        <a:p>
          <a:pPr latinLnBrk="1"/>
          <a:endParaRPr lang="ko-KR" altLang="en-US"/>
        </a:p>
      </dgm:t>
    </dgm:pt>
    <dgm:pt modelId="{FC052E70-E664-4F25-95C5-E0FD851EB8F5}" type="sibTrans" cxnId="{160DB3C5-4FB3-4FDD-8F17-9DAB666164A8}">
      <dgm:prSet/>
      <dgm:spPr/>
      <dgm:t>
        <a:bodyPr/>
        <a:lstStyle/>
        <a:p>
          <a:pPr latinLnBrk="1"/>
          <a:endParaRPr lang="ko-KR" altLang="en-US"/>
        </a:p>
      </dgm:t>
    </dgm:pt>
    <dgm:pt modelId="{428A4248-E7A0-4125-806F-26E4A5FD3066}">
      <dgm:prSet phldrT="[텍스트]"/>
      <dgm:spPr/>
      <dgm:t>
        <a:bodyPr/>
        <a:lstStyle/>
        <a:p>
          <a:pPr latinLnBrk="1"/>
          <a:r>
            <a:rPr lang="en-US" altLang="ko-KR" dirty="0" smtClean="0"/>
            <a:t>Un-Contact</a:t>
          </a:r>
          <a:endParaRPr lang="ko-KR" altLang="en-US" dirty="0"/>
        </a:p>
      </dgm:t>
    </dgm:pt>
    <dgm:pt modelId="{9E53D879-F0F6-47F5-A6E8-D66B42580858}" type="parTrans" cxnId="{BFFD4D4E-8191-48AB-AF1D-D1D7AED7C342}">
      <dgm:prSet/>
      <dgm:spPr/>
      <dgm:t>
        <a:bodyPr/>
        <a:lstStyle/>
        <a:p>
          <a:pPr latinLnBrk="1"/>
          <a:endParaRPr lang="ko-KR" altLang="en-US"/>
        </a:p>
      </dgm:t>
    </dgm:pt>
    <dgm:pt modelId="{7680FF59-E976-46DE-A7AA-35380E3F1426}" type="sibTrans" cxnId="{BFFD4D4E-8191-48AB-AF1D-D1D7AED7C342}">
      <dgm:prSet/>
      <dgm:spPr/>
      <dgm:t>
        <a:bodyPr/>
        <a:lstStyle/>
        <a:p>
          <a:pPr latinLnBrk="1"/>
          <a:endParaRPr lang="ko-KR" altLang="en-US"/>
        </a:p>
      </dgm:t>
    </dgm:pt>
    <dgm:pt modelId="{3E9C7D9B-0E45-433F-8CF8-F4F5D11CA184}">
      <dgm:prSet phldrT="[텍스트]"/>
      <dgm:spPr/>
      <dgm:t>
        <a:bodyPr/>
        <a:lstStyle/>
        <a:p>
          <a:pPr latinLnBrk="1"/>
          <a:r>
            <a:rPr lang="ko-KR" altLang="en-US" dirty="0" smtClean="0"/>
            <a:t>검사</a:t>
          </a:r>
          <a:endParaRPr lang="ko-KR" altLang="en-US" dirty="0"/>
        </a:p>
      </dgm:t>
    </dgm:pt>
    <dgm:pt modelId="{ADD28C5F-118E-490F-B3BA-7CB9BDD4E955}" type="parTrans" cxnId="{86BEC861-2FE3-4826-805A-7F2FFFC83AF3}">
      <dgm:prSet/>
      <dgm:spPr/>
      <dgm:t>
        <a:bodyPr/>
        <a:lstStyle/>
        <a:p>
          <a:pPr latinLnBrk="1"/>
          <a:endParaRPr lang="ko-KR" altLang="en-US"/>
        </a:p>
      </dgm:t>
    </dgm:pt>
    <dgm:pt modelId="{EFD66FCB-CDA6-40C5-9589-FD7CEDC648F0}" type="sibTrans" cxnId="{86BEC861-2FE3-4826-805A-7F2FFFC83AF3}">
      <dgm:prSet/>
      <dgm:spPr/>
      <dgm:t>
        <a:bodyPr/>
        <a:lstStyle/>
        <a:p>
          <a:pPr latinLnBrk="1"/>
          <a:endParaRPr lang="ko-KR" altLang="en-US"/>
        </a:p>
      </dgm:t>
    </dgm:pt>
    <dgm:pt modelId="{B71E1DC0-FE1B-4F6E-A112-2B9EA7A14B47}">
      <dgm:prSet phldrT="[텍스트]"/>
      <dgm:spPr/>
      <dgm:t>
        <a:bodyPr/>
        <a:lstStyle/>
        <a:p>
          <a:pPr latinLnBrk="1"/>
          <a:r>
            <a:rPr lang="en-US" altLang="ko-KR" dirty="0" smtClean="0"/>
            <a:t>Vision </a:t>
          </a:r>
          <a:r>
            <a:rPr lang="ko-KR" altLang="en-US" dirty="0" smtClean="0"/>
            <a:t>패턴 검색</a:t>
          </a:r>
          <a:endParaRPr lang="ko-KR" altLang="en-US" dirty="0"/>
        </a:p>
      </dgm:t>
    </dgm:pt>
    <dgm:pt modelId="{7ED7FA13-9B3E-4AC0-BDF4-3DB2E630D976}" type="parTrans" cxnId="{BB2282ED-860D-4AF7-B38A-95AB9E343267}">
      <dgm:prSet/>
      <dgm:spPr/>
      <dgm:t>
        <a:bodyPr/>
        <a:lstStyle/>
        <a:p>
          <a:pPr latinLnBrk="1"/>
          <a:endParaRPr lang="ko-KR" altLang="en-US"/>
        </a:p>
      </dgm:t>
    </dgm:pt>
    <dgm:pt modelId="{9F1E73AD-A0F0-48C2-A2EF-7768D7F10210}" type="sibTrans" cxnId="{BB2282ED-860D-4AF7-B38A-95AB9E343267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58E4C6E-1B31-4BAF-9E57-B327574B563E}" type="pres">
      <dgm:prSet presAssocID="{3E9C7D9B-0E45-433F-8CF8-F4F5D11CA184}" presName="parentText" presStyleLbl="node1" presStyleIdx="0" presStyleCnt="1" custLinFactNeighborX="57219" custLinFactNeighborY="-3998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F976B36-C8BE-4EA9-B4B8-717E879816BB}" type="pres">
      <dgm:prSet presAssocID="{3E9C7D9B-0E45-433F-8CF8-F4F5D11CA184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CEE9FA37-B726-437D-A3DF-5E82129A242B}" type="presOf" srcId="{B71E1DC0-FE1B-4F6E-A112-2B9EA7A14B47}" destId="{CF976B36-C8BE-4EA9-B4B8-717E879816BB}" srcOrd="0" destOrd="3" presId="urn:microsoft.com/office/officeart/2005/8/layout/vList2"/>
    <dgm:cxn modelId="{C049557C-5832-42C5-9D82-D4881D92E6D1}" type="presOf" srcId="{3E9C7D9B-0E45-433F-8CF8-F4F5D11CA184}" destId="{F58E4C6E-1B31-4BAF-9E57-B327574B563E}" srcOrd="0" destOrd="0" presId="urn:microsoft.com/office/officeart/2005/8/layout/vList2"/>
    <dgm:cxn modelId="{EC1BF578-E508-4048-9788-D9752EC9E9E7}" srcId="{1C7DB5DB-D4FC-458C-9C8B-877523C63A1F}" destId="{8126F562-2F36-48FB-A9B2-E293001BC377}" srcOrd="5" destOrd="0" parTransId="{7D907DED-4DC1-4A9B-8C79-B38C91043C91}" sibTransId="{116F9692-0919-4965-B6D5-025685A9EC65}"/>
    <dgm:cxn modelId="{21501F32-FEEA-4629-A794-6D8B9174E987}" type="presOf" srcId="{F1A7852B-2AF1-42A6-8546-C2B149D3B7A1}" destId="{CF976B36-C8BE-4EA9-B4B8-717E879816BB}" srcOrd="0" destOrd="10" presId="urn:microsoft.com/office/officeart/2005/8/layout/vList2"/>
    <dgm:cxn modelId="{5FA44096-C64F-4175-BAE0-13CB3079A5B4}" srcId="{1C7DB5DB-D4FC-458C-9C8B-877523C63A1F}" destId="{C363CE39-DAE3-40AC-9158-D5E123644FDC}" srcOrd="1" destOrd="0" parTransId="{B236267A-10E3-42F0-8AAA-305051455687}" sibTransId="{828712F7-EA55-4690-9CF8-A638DCD8E4DB}"/>
    <dgm:cxn modelId="{66B9600F-9724-44BD-832B-4623F5DBCF58}" type="presOf" srcId="{8126F562-2F36-48FB-A9B2-E293001BC377}" destId="{CF976B36-C8BE-4EA9-B4B8-717E879816BB}" srcOrd="0" destOrd="7" presId="urn:microsoft.com/office/officeart/2005/8/layout/vList2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E7DB5447-CFB7-4EA6-A001-1621168FA95A}" type="presOf" srcId="{F99A1404-F27F-4961-BEA5-91A462D3DCE1}" destId="{CF976B36-C8BE-4EA9-B4B8-717E879816BB}" srcOrd="0" destOrd="11" presId="urn:microsoft.com/office/officeart/2005/8/layout/vList2"/>
    <dgm:cxn modelId="{FD816BE1-86E2-4242-8ADD-22A475422C6A}" type="presOf" srcId="{7F6CB3A1-65A5-4462-8A6D-F88C1CDD300D}" destId="{CF976B36-C8BE-4EA9-B4B8-717E879816BB}" srcOrd="0" destOrd="5" presId="urn:microsoft.com/office/officeart/2005/8/layout/vList2"/>
    <dgm:cxn modelId="{A00555BF-E9F2-42BA-9271-C146D8DE371B}" type="presOf" srcId="{9862741B-0825-4BCF-A4E7-3A62C6527A3A}" destId="{CF976B36-C8BE-4EA9-B4B8-717E879816BB}" srcOrd="0" destOrd="8" presId="urn:microsoft.com/office/officeart/2005/8/layout/vList2"/>
    <dgm:cxn modelId="{D05DFB28-93C9-4DD8-92FC-8F43F19FAD7E}" type="presOf" srcId="{D5513E4B-29C4-4163-AC70-621CC5ADFC4B}" destId="{CF976B36-C8BE-4EA9-B4B8-717E879816BB}" srcOrd="0" destOrd="4" presId="urn:microsoft.com/office/officeart/2005/8/layout/vList2"/>
    <dgm:cxn modelId="{0A62CE43-27FB-4FD2-8181-34C8B4A724EC}" type="presOf" srcId="{1C7DB5DB-D4FC-458C-9C8B-877523C63A1F}" destId="{CF976B36-C8BE-4EA9-B4B8-717E879816BB}" srcOrd="0" destOrd="0" presId="urn:microsoft.com/office/officeart/2005/8/layout/vList2"/>
    <dgm:cxn modelId="{BFFD4D4E-8191-48AB-AF1D-D1D7AED7C342}" srcId="{9862741B-0825-4BCF-A4E7-3A62C6527A3A}" destId="{428A4248-E7A0-4125-806F-26E4A5FD3066}" srcOrd="5" destOrd="0" parTransId="{9E53D879-F0F6-47F5-A6E8-D66B42580858}" sibTransId="{7680FF59-E976-46DE-A7AA-35380E3F1426}"/>
    <dgm:cxn modelId="{E5C50F0D-58F9-489C-B847-DF74A4648F32}" type="presOf" srcId="{428A4248-E7A0-4125-806F-26E4A5FD3066}" destId="{CF976B36-C8BE-4EA9-B4B8-717E879816BB}" srcOrd="0" destOrd="14" presId="urn:microsoft.com/office/officeart/2005/8/layout/vList2"/>
    <dgm:cxn modelId="{3372828D-DD63-488A-96BD-0777A8EFDD24}" type="presOf" srcId="{C363CE39-DAE3-40AC-9158-D5E123644FDC}" destId="{CF976B36-C8BE-4EA9-B4B8-717E879816BB}" srcOrd="0" destOrd="2" presId="urn:microsoft.com/office/officeart/2005/8/layout/vList2"/>
    <dgm:cxn modelId="{160DB3C5-4FB3-4FDD-8F17-9DAB666164A8}" srcId="{9862741B-0825-4BCF-A4E7-3A62C6527A3A}" destId="{9CBE42BB-234D-4426-B4C8-77C96EEBFA7C}" srcOrd="4" destOrd="0" parTransId="{6FE7237D-2583-4C25-A212-7AFD097272A1}" sibTransId="{FC052E70-E664-4F25-95C5-E0FD851EB8F5}"/>
    <dgm:cxn modelId="{7A8F7992-5CB9-4FEA-BAF5-94E62B612639}" srcId="{1C7DB5DB-D4FC-458C-9C8B-877523C63A1F}" destId="{4329DD72-2647-4521-8D62-7751AF56A80E}" srcOrd="0" destOrd="0" parTransId="{465E4812-975C-47E9-9109-194F528AD15F}" sibTransId="{536EDB67-3070-416D-A803-7BD4A8F195F7}"/>
    <dgm:cxn modelId="{41E7450A-FCBB-4CA4-BD78-B92DF678B296}" type="presOf" srcId="{E93A5C2E-5A45-42A9-9C10-E7CC6FECE1A0}" destId="{CF976B36-C8BE-4EA9-B4B8-717E879816BB}" srcOrd="0" destOrd="6" presId="urn:microsoft.com/office/officeart/2005/8/layout/vList2"/>
    <dgm:cxn modelId="{B1D19FEB-B962-4FB4-AE54-84B4559A2A66}" srcId="{1C7DB5DB-D4FC-458C-9C8B-877523C63A1F}" destId="{D5513E4B-29C4-4163-AC70-621CC5ADFC4B}" srcOrd="2" destOrd="0" parTransId="{1BD7E2E7-6261-4018-973C-68E4189B6CC1}" sibTransId="{F5227A3B-B8D4-4EE0-91C0-5041FC930373}"/>
    <dgm:cxn modelId="{2613B032-FADD-4953-AFC7-EA7FCC19CDE7}" srcId="{3E9C7D9B-0E45-433F-8CF8-F4F5D11CA184}" destId="{9862741B-0825-4BCF-A4E7-3A62C6527A3A}" srcOrd="1" destOrd="0" parTransId="{878906D7-F7F7-4CBB-B1B2-2E4B701BEB3A}" sibTransId="{16DE27E4-E6B7-4BFB-9619-B84B33F39514}"/>
    <dgm:cxn modelId="{86BEC861-2FE3-4826-805A-7F2FFFC83AF3}" srcId="{43A5BE0E-73A1-48A2-8897-3AA62E78439D}" destId="{3E9C7D9B-0E45-433F-8CF8-F4F5D11CA184}" srcOrd="0" destOrd="0" parTransId="{ADD28C5F-118E-490F-B3BA-7CB9BDD4E955}" sibTransId="{EFD66FCB-CDA6-40C5-9589-FD7CEDC648F0}"/>
    <dgm:cxn modelId="{608FDA67-7D20-4E57-8EB8-E842C1C97E4A}" srcId="{1C7DB5DB-D4FC-458C-9C8B-877523C63A1F}" destId="{E93A5C2E-5A45-42A9-9C10-E7CC6FECE1A0}" srcOrd="4" destOrd="0" parTransId="{150CDBCE-B37E-4B42-B654-C848C30AD379}" sibTransId="{14F918BF-778E-429D-A394-B3355394BB51}"/>
    <dgm:cxn modelId="{31B04217-8A07-4D21-8CC4-B8B2941284CF}" type="presOf" srcId="{9CBE42BB-234D-4426-B4C8-77C96EEBFA7C}" destId="{CF976B36-C8BE-4EA9-B4B8-717E879816BB}" srcOrd="0" destOrd="13" presId="urn:microsoft.com/office/officeart/2005/8/layout/vList2"/>
    <dgm:cxn modelId="{1B28EC56-230D-4520-9758-88BDEB813C6D}" srcId="{1C7DB5DB-D4FC-458C-9C8B-877523C63A1F}" destId="{7F6CB3A1-65A5-4462-8A6D-F88C1CDD300D}" srcOrd="3" destOrd="0" parTransId="{C14A5CAF-5FF9-4B14-9768-A510C8EF7F50}" sibTransId="{9634DB3F-B92A-4CC0-BBDF-AE53F901063A}"/>
    <dgm:cxn modelId="{BBCDC9A4-5D5B-4044-83F6-9198EB373B31}" srcId="{9862741B-0825-4BCF-A4E7-3A62C6527A3A}" destId="{F1A7852B-2AF1-42A6-8546-C2B149D3B7A1}" srcOrd="1" destOrd="0" parTransId="{3AA6A6ED-36AC-4A0E-B829-4DE2F7C3D414}" sibTransId="{E72CAD15-3553-4A19-8685-5DAA0C6CAE26}"/>
    <dgm:cxn modelId="{A7461F4D-FFC2-4021-9A66-C5A63EDEF3CB}" srcId="{9862741B-0825-4BCF-A4E7-3A62C6527A3A}" destId="{4FD47BCA-55EC-4F02-82D4-DE52471DE061}" srcOrd="0" destOrd="0" parTransId="{9400F6DE-24A6-41CC-A50F-ACE238460966}" sibTransId="{048A272D-FE34-4CD0-8430-82FB9FA7C55C}"/>
    <dgm:cxn modelId="{680C28A7-BE05-4935-9EC5-59B09555B476}" type="presOf" srcId="{4FD47BCA-55EC-4F02-82D4-DE52471DE061}" destId="{CF976B36-C8BE-4EA9-B4B8-717E879816BB}" srcOrd="0" destOrd="9" presId="urn:microsoft.com/office/officeart/2005/8/layout/vList2"/>
    <dgm:cxn modelId="{DB91C636-6F9A-4503-8BD9-7C3C23EA145E}" srcId="{9862741B-0825-4BCF-A4E7-3A62C6527A3A}" destId="{F99A1404-F27F-4961-BEA5-91A462D3DCE1}" srcOrd="2" destOrd="0" parTransId="{85419158-BA5B-4208-B97B-636F0D4FDAB9}" sibTransId="{DCAD61C7-0369-42CC-9AE2-188A4709330A}"/>
    <dgm:cxn modelId="{BEB1ADF7-9E62-4457-AF28-B6AB74CACF7A}" srcId="{9862741B-0825-4BCF-A4E7-3A62C6527A3A}" destId="{94C2935B-BAEA-451B-843A-B75A84F82CC0}" srcOrd="3" destOrd="0" parTransId="{A16D2F6A-C694-49C6-8BF6-43FE29DD3EE6}" sibTransId="{62CF818F-684A-45ED-924A-D5469F89F23F}"/>
    <dgm:cxn modelId="{BB2282ED-860D-4AF7-B38A-95AB9E343267}" srcId="{C363CE39-DAE3-40AC-9158-D5E123644FDC}" destId="{B71E1DC0-FE1B-4F6E-A112-2B9EA7A14B47}" srcOrd="0" destOrd="0" parTransId="{7ED7FA13-9B3E-4AC0-BDF4-3DB2E630D976}" sibTransId="{9F1E73AD-A0F0-48C2-A2EF-7768D7F10210}"/>
    <dgm:cxn modelId="{2EC606B7-7E52-4AF6-8C1B-93782FB33DA5}" srcId="{3E9C7D9B-0E45-433F-8CF8-F4F5D11CA184}" destId="{1C7DB5DB-D4FC-458C-9C8B-877523C63A1F}" srcOrd="0" destOrd="0" parTransId="{AE2E24CF-8927-4658-ACAF-0FD07AE479AC}" sibTransId="{51317B7B-FEFF-492D-B7D4-C7219C2CDD2B}"/>
    <dgm:cxn modelId="{3EED80E5-5617-4B72-930A-85FEB4BB39EE}" type="presOf" srcId="{4329DD72-2647-4521-8D62-7751AF56A80E}" destId="{CF976B36-C8BE-4EA9-B4B8-717E879816BB}" srcOrd="0" destOrd="1" presId="urn:microsoft.com/office/officeart/2005/8/layout/vList2"/>
    <dgm:cxn modelId="{F20790D6-30A7-4A39-AFF0-84CEDD3545EA}" type="presOf" srcId="{94C2935B-BAEA-451B-843A-B75A84F82CC0}" destId="{CF976B36-C8BE-4EA9-B4B8-717E879816BB}" srcOrd="0" destOrd="12" presId="urn:microsoft.com/office/officeart/2005/8/layout/vList2"/>
    <dgm:cxn modelId="{4DC2D6A4-168C-45ED-8D8A-7D2E724BE8C9}" type="presParOf" srcId="{AE52379A-9BF4-4B74-AB37-736B55538F61}" destId="{F58E4C6E-1B31-4BAF-9E57-B327574B563E}" srcOrd="0" destOrd="0" presId="urn:microsoft.com/office/officeart/2005/8/layout/vList2"/>
    <dgm:cxn modelId="{D7189871-78C0-49D3-88FA-45A0A59B8F69}" type="presParOf" srcId="{AE52379A-9BF4-4B74-AB37-736B55538F61}" destId="{CF976B36-C8BE-4EA9-B4B8-717E879816B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2E7302AF-8692-40E0-813D-C24FB9725F42}">
      <dgm:prSet phldrT="[텍스트]"/>
      <dgm:spPr/>
      <dgm:t>
        <a:bodyPr/>
        <a:lstStyle/>
        <a:p>
          <a:pPr latinLnBrk="1"/>
          <a:r>
            <a:rPr lang="ko-KR" altLang="en-US" dirty="0" smtClean="0"/>
            <a:t>변경할 </a:t>
          </a:r>
          <a:r>
            <a:rPr lang="en-US" altLang="ko-KR" dirty="0" smtClean="0"/>
            <a:t>Probe </a:t>
          </a:r>
          <a:r>
            <a:rPr lang="ko-KR" altLang="en-US" dirty="0" smtClean="0"/>
            <a:t>확인</a:t>
          </a:r>
          <a:endParaRPr lang="ko-KR" altLang="en-US" dirty="0"/>
        </a:p>
      </dgm:t>
    </dgm:pt>
    <dgm:pt modelId="{DC6A7217-7535-4394-B15E-EEDE27004597}" type="parTrans" cxnId="{0738FFCD-4EE8-401A-B353-FA4699849C39}">
      <dgm:prSet/>
      <dgm:spPr/>
      <dgm:t>
        <a:bodyPr/>
        <a:lstStyle/>
        <a:p>
          <a:pPr latinLnBrk="1"/>
          <a:endParaRPr lang="ko-KR" altLang="en-US"/>
        </a:p>
      </dgm:t>
    </dgm:pt>
    <dgm:pt modelId="{D1A25AD9-2DAE-4383-94EF-EC5AAE944072}" type="sibTrans" cxnId="{0738FFCD-4EE8-401A-B353-FA4699849C39}">
      <dgm:prSet/>
      <dgm:spPr/>
      <dgm:t>
        <a:bodyPr/>
        <a:lstStyle/>
        <a:p>
          <a:pPr latinLnBrk="1"/>
          <a:endParaRPr lang="ko-KR" altLang="en-US"/>
        </a:p>
      </dgm:t>
    </dgm:pt>
    <dgm:pt modelId="{F68EC0DC-2D18-41CD-B4FF-7500F7B0265A}">
      <dgm:prSet phldrT="[텍스트]"/>
      <dgm:spPr/>
      <dgm:t>
        <a:bodyPr/>
        <a:lstStyle/>
        <a:p>
          <a:pPr latinLnBrk="1"/>
          <a:r>
            <a:rPr lang="en-US" altLang="ko-KR" dirty="0" smtClean="0"/>
            <a:t>Auto Change Probe</a:t>
          </a:r>
          <a:endParaRPr lang="ko-KR" altLang="en-US" dirty="0"/>
        </a:p>
      </dgm:t>
    </dgm:pt>
    <dgm:pt modelId="{86990C60-B0AC-4DBC-81D3-E1BD8A51C8FA}" type="parTrans" cxnId="{17311F95-C0DC-447C-83DC-FBF75E38E824}">
      <dgm:prSet/>
      <dgm:spPr/>
      <dgm:t>
        <a:bodyPr/>
        <a:lstStyle/>
        <a:p>
          <a:pPr latinLnBrk="1"/>
          <a:endParaRPr lang="ko-KR" altLang="en-US"/>
        </a:p>
      </dgm:t>
    </dgm:pt>
    <dgm:pt modelId="{F8B98F50-2156-493B-911C-590F64865388}" type="sibTrans" cxnId="{17311F95-C0DC-447C-83DC-FBF75E38E824}">
      <dgm:prSet/>
      <dgm:spPr/>
      <dgm:t>
        <a:bodyPr/>
        <a:lstStyle/>
        <a:p>
          <a:pPr latinLnBrk="1"/>
          <a:endParaRPr lang="ko-KR" altLang="en-US"/>
        </a:p>
      </dgm:t>
    </dgm:pt>
    <dgm:pt modelId="{CBB9C1AF-F7D3-4496-BCEC-080D49AE84B6}">
      <dgm:prSet phldrT="[텍스트]"/>
      <dgm:spPr/>
      <dgm:t>
        <a:bodyPr/>
        <a:lstStyle/>
        <a:p>
          <a:pPr latinLnBrk="1"/>
          <a:r>
            <a:rPr lang="en-US" altLang="ko-KR" dirty="0" smtClean="0"/>
            <a:t>SACC Probe </a:t>
          </a:r>
          <a:r>
            <a:rPr lang="ko-KR" altLang="en-US" dirty="0" smtClean="0"/>
            <a:t>반입 버퍼로 이동</a:t>
          </a:r>
          <a:endParaRPr lang="ko-KR" altLang="en-US" dirty="0"/>
        </a:p>
      </dgm:t>
    </dgm:pt>
    <dgm:pt modelId="{B20FEB9B-ABA2-48FE-BFEB-E8E973062DDD}" type="parTrans" cxnId="{E2E82A7B-77BF-4EDD-9C29-498770E327DF}">
      <dgm:prSet/>
      <dgm:spPr/>
      <dgm:t>
        <a:bodyPr/>
        <a:lstStyle/>
        <a:p>
          <a:pPr latinLnBrk="1"/>
          <a:endParaRPr lang="ko-KR" altLang="en-US"/>
        </a:p>
      </dgm:t>
    </dgm:pt>
    <dgm:pt modelId="{662E0847-C16D-4A0F-B911-72958D04DF65}" type="sibTrans" cxnId="{E2E82A7B-77BF-4EDD-9C29-498770E327DF}">
      <dgm:prSet/>
      <dgm:spPr/>
      <dgm:t>
        <a:bodyPr/>
        <a:lstStyle/>
        <a:p>
          <a:pPr latinLnBrk="1"/>
          <a:endParaRPr lang="ko-KR" altLang="en-US"/>
        </a:p>
      </dgm:t>
    </dgm:pt>
    <dgm:pt modelId="{29A65710-DD8B-4344-9ECE-3EC5C654F308}">
      <dgm:prSet phldrT="[텍스트]"/>
      <dgm:spPr/>
      <dgm:t>
        <a:bodyPr/>
        <a:lstStyle/>
        <a:p>
          <a:pPr latinLnBrk="1"/>
          <a:r>
            <a:rPr lang="ko-KR" altLang="en-US" dirty="0" smtClean="0"/>
            <a:t>설비 내 </a:t>
          </a:r>
          <a:r>
            <a:rPr lang="en-US" altLang="ko-KR" dirty="0" smtClean="0"/>
            <a:t>Probe </a:t>
          </a:r>
          <a:r>
            <a:rPr lang="ko-KR" altLang="en-US" dirty="0" smtClean="0"/>
            <a:t>떼기</a:t>
          </a:r>
          <a:endParaRPr lang="ko-KR" altLang="en-US" dirty="0"/>
        </a:p>
      </dgm:t>
    </dgm:pt>
    <dgm:pt modelId="{9462C0BE-4752-4199-9462-229ED2552CC5}" type="parTrans" cxnId="{9BE3DC23-B2BE-4890-AC8D-7DA46D5D6E05}">
      <dgm:prSet/>
      <dgm:spPr/>
      <dgm:t>
        <a:bodyPr/>
        <a:lstStyle/>
        <a:p>
          <a:pPr latinLnBrk="1"/>
          <a:endParaRPr lang="ko-KR" altLang="en-US"/>
        </a:p>
      </dgm:t>
    </dgm:pt>
    <dgm:pt modelId="{0DB0E89F-02F9-4F9A-844B-F2E038F60804}" type="sibTrans" cxnId="{9BE3DC23-B2BE-4890-AC8D-7DA46D5D6E05}">
      <dgm:prSet/>
      <dgm:spPr/>
      <dgm:t>
        <a:bodyPr/>
        <a:lstStyle/>
        <a:p>
          <a:pPr latinLnBrk="1"/>
          <a:endParaRPr lang="ko-KR" altLang="en-US"/>
        </a:p>
      </dgm:t>
    </dgm:pt>
    <dgm:pt modelId="{0832F80A-9AC3-4FFF-821E-EC57857236C8}">
      <dgm:prSet phldrT="[텍스트]"/>
      <dgm:spPr/>
      <dgm:t>
        <a:bodyPr/>
        <a:lstStyle/>
        <a:p>
          <a:pPr latinLnBrk="1"/>
          <a:r>
            <a:rPr lang="ko-KR" altLang="en-US" dirty="0" smtClean="0"/>
            <a:t>설비 </a:t>
          </a:r>
          <a:r>
            <a:rPr lang="en-US" altLang="ko-KR" dirty="0" smtClean="0"/>
            <a:t>Probe SACC </a:t>
          </a:r>
          <a:r>
            <a:rPr lang="ko-KR" altLang="en-US" dirty="0" smtClean="0"/>
            <a:t>반출 버퍼로 이동</a:t>
          </a:r>
          <a:endParaRPr lang="ko-KR" altLang="en-US" dirty="0"/>
        </a:p>
      </dgm:t>
    </dgm:pt>
    <dgm:pt modelId="{81CD3370-680D-4D10-B2D3-2A31FE883A17}" type="parTrans" cxnId="{CAF8E035-3C96-4F77-94C5-6FB81028E6DB}">
      <dgm:prSet/>
      <dgm:spPr/>
      <dgm:t>
        <a:bodyPr/>
        <a:lstStyle/>
        <a:p>
          <a:pPr latinLnBrk="1"/>
          <a:endParaRPr lang="ko-KR" altLang="en-US"/>
        </a:p>
      </dgm:t>
    </dgm:pt>
    <dgm:pt modelId="{9C33A4F5-609A-453A-9521-856348903D57}" type="sibTrans" cxnId="{CAF8E035-3C96-4F77-94C5-6FB81028E6DB}">
      <dgm:prSet/>
      <dgm:spPr/>
      <dgm:t>
        <a:bodyPr/>
        <a:lstStyle/>
        <a:p>
          <a:pPr latinLnBrk="1"/>
          <a:endParaRPr lang="ko-KR" altLang="en-US"/>
        </a:p>
      </dgm:t>
    </dgm:pt>
    <dgm:pt modelId="{B64D3D3E-F3F1-491C-A7A3-C640E0E9BF18}">
      <dgm:prSet phldrT="[텍스트]"/>
      <dgm:spPr/>
      <dgm:t>
        <a:bodyPr/>
        <a:lstStyle/>
        <a:p>
          <a:pPr latinLnBrk="1"/>
          <a:r>
            <a:rPr lang="ko-KR" altLang="en-US" dirty="0" smtClean="0"/>
            <a:t>설비 반입 버퍼로 이동 </a:t>
          </a:r>
          <a:r>
            <a:rPr lang="en-US" altLang="ko-KR" dirty="0" smtClean="0"/>
            <a:t>Probe </a:t>
          </a:r>
          <a:r>
            <a:rPr lang="ko-KR" altLang="en-US" dirty="0" smtClean="0"/>
            <a:t>반입</a:t>
          </a:r>
          <a:endParaRPr lang="ko-KR" altLang="en-US" dirty="0"/>
        </a:p>
      </dgm:t>
    </dgm:pt>
    <dgm:pt modelId="{B8BAC368-8E58-4544-8F10-3F94F9F3C398}" type="parTrans" cxnId="{68794F8C-0D9B-4CAC-A421-808409CEE389}">
      <dgm:prSet/>
      <dgm:spPr/>
      <dgm:t>
        <a:bodyPr/>
        <a:lstStyle/>
        <a:p>
          <a:pPr latinLnBrk="1"/>
          <a:endParaRPr lang="ko-KR" altLang="en-US"/>
        </a:p>
      </dgm:t>
    </dgm:pt>
    <dgm:pt modelId="{0FBFB667-A86F-4F43-AA9D-42DC3CAEA389}" type="sibTrans" cxnId="{68794F8C-0D9B-4CAC-A421-808409CEE389}">
      <dgm:prSet/>
      <dgm:spPr/>
      <dgm:t>
        <a:bodyPr/>
        <a:lstStyle/>
        <a:p>
          <a:pPr latinLnBrk="1"/>
          <a:endParaRPr lang="ko-KR" altLang="en-US"/>
        </a:p>
      </dgm:t>
    </dgm:pt>
    <dgm:pt modelId="{02CB8B48-D4A8-4207-BD8B-0703F4FFE326}">
      <dgm:prSet phldrT="[텍스트]"/>
      <dgm:spPr/>
      <dgm:t>
        <a:bodyPr/>
        <a:lstStyle/>
        <a:p>
          <a:pPr latinLnBrk="1"/>
          <a:r>
            <a:rPr lang="ko-KR" altLang="en-US" dirty="0" smtClean="0"/>
            <a:t>설비 내 </a:t>
          </a:r>
          <a:r>
            <a:rPr lang="en-US" altLang="ko-KR" dirty="0" smtClean="0"/>
            <a:t>Probe </a:t>
          </a:r>
          <a:r>
            <a:rPr lang="ko-KR" altLang="en-US" dirty="0" smtClean="0"/>
            <a:t>붙이기</a:t>
          </a:r>
          <a:endParaRPr lang="ko-KR" altLang="en-US" dirty="0"/>
        </a:p>
      </dgm:t>
    </dgm:pt>
    <dgm:pt modelId="{4C865134-A1DC-4BBF-862A-E347E7F3DBD7}" type="parTrans" cxnId="{B1FEE068-59FC-48E6-BED7-A7C841B1AB36}">
      <dgm:prSet/>
      <dgm:spPr/>
      <dgm:t>
        <a:bodyPr/>
        <a:lstStyle/>
        <a:p>
          <a:pPr latinLnBrk="1"/>
          <a:endParaRPr lang="ko-KR" altLang="en-US"/>
        </a:p>
      </dgm:t>
    </dgm:pt>
    <dgm:pt modelId="{67685E13-2A77-4676-853A-797446D3541E}" type="sibTrans" cxnId="{B1FEE068-59FC-48E6-BED7-A7C841B1AB36}">
      <dgm:prSet/>
      <dgm:spPr/>
      <dgm:t>
        <a:bodyPr/>
        <a:lstStyle/>
        <a:p>
          <a:pPr latinLnBrk="1"/>
          <a:endParaRPr lang="ko-KR" altLang="en-US"/>
        </a:p>
      </dgm:t>
    </dgm:pt>
    <dgm:pt modelId="{7D3E508E-2B4B-4CF7-A23B-052C1CCDE150}">
      <dgm:prSet phldrT="[텍스트]"/>
      <dgm:spPr/>
      <dgm:t>
        <a:bodyPr/>
        <a:lstStyle/>
        <a:p>
          <a:pPr latinLnBrk="1"/>
          <a:r>
            <a:rPr lang="en-US" altLang="ko-KR" dirty="0" smtClean="0"/>
            <a:t>Probe Align </a:t>
          </a:r>
          <a:r>
            <a:rPr lang="ko-KR" altLang="en-US" dirty="0" smtClean="0"/>
            <a:t>동작</a:t>
          </a:r>
          <a:endParaRPr lang="ko-KR" altLang="en-US" dirty="0"/>
        </a:p>
      </dgm:t>
    </dgm:pt>
    <dgm:pt modelId="{612632D1-752E-4B3B-AEF1-9DB42ECA9901}" type="parTrans" cxnId="{C3959170-0629-4983-9F05-1C9F2946D958}">
      <dgm:prSet/>
      <dgm:spPr/>
      <dgm:t>
        <a:bodyPr/>
        <a:lstStyle/>
        <a:p>
          <a:pPr latinLnBrk="1"/>
          <a:endParaRPr lang="ko-KR" altLang="en-US"/>
        </a:p>
      </dgm:t>
    </dgm:pt>
    <dgm:pt modelId="{7BB6C485-6D38-405C-8060-5737F253D575}" type="sibTrans" cxnId="{C3959170-0629-4983-9F05-1C9F2946D958}">
      <dgm:prSet/>
      <dgm:spPr/>
      <dgm:t>
        <a:bodyPr/>
        <a:lstStyle/>
        <a:p>
          <a:pPr latinLnBrk="1"/>
          <a:endParaRPr lang="ko-KR" altLang="en-US"/>
        </a:p>
      </dgm:t>
    </dgm:pt>
    <dgm:pt modelId="{985B64DD-F4D0-4D07-9A5F-2BC0DB78FC3C}">
      <dgm:prSet phldrT="[텍스트]"/>
      <dgm:spPr/>
      <dgm:t>
        <a:bodyPr/>
        <a:lstStyle/>
        <a:p>
          <a:pPr latinLnBrk="1"/>
          <a:r>
            <a:rPr lang="ko-KR" altLang="en-US" dirty="0" smtClean="0"/>
            <a:t>좌표 이동</a:t>
          </a:r>
          <a:endParaRPr lang="ko-KR" altLang="en-US" dirty="0"/>
        </a:p>
      </dgm:t>
    </dgm:pt>
    <dgm:pt modelId="{6C3DFE4D-1E49-42E7-8331-5F41B89E604F}" type="parTrans" cxnId="{3DF43FF9-86A9-4E93-864E-EC8EBE7540D2}">
      <dgm:prSet/>
      <dgm:spPr/>
      <dgm:t>
        <a:bodyPr/>
        <a:lstStyle/>
        <a:p>
          <a:pPr latinLnBrk="1"/>
          <a:endParaRPr lang="ko-KR" altLang="en-US"/>
        </a:p>
      </dgm:t>
    </dgm:pt>
    <dgm:pt modelId="{5804E0F4-600E-42B5-B6AF-6E541C2926BD}" type="sibTrans" cxnId="{3DF43FF9-86A9-4E93-864E-EC8EBE7540D2}">
      <dgm:prSet/>
      <dgm:spPr/>
      <dgm:t>
        <a:bodyPr/>
        <a:lstStyle/>
        <a:p>
          <a:pPr latinLnBrk="1"/>
          <a:endParaRPr lang="ko-KR" altLang="en-US"/>
        </a:p>
      </dgm:t>
    </dgm:pt>
    <dgm:pt modelId="{C2F72543-F461-4C66-B13F-21E6358324E3}">
      <dgm:prSet phldrT="[텍스트]"/>
      <dgm:spPr/>
      <dgm:t>
        <a:bodyPr/>
        <a:lstStyle/>
        <a:p>
          <a:pPr latinLnBrk="1"/>
          <a:r>
            <a:rPr lang="en-US" altLang="ko-KR" dirty="0" smtClean="0"/>
            <a:t>CCD / LED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10F38A6C-04DA-4C4C-8CB9-971B933E13C4}" type="parTrans" cxnId="{15663A9B-C02D-4F98-829A-208F2C801AB4}">
      <dgm:prSet/>
      <dgm:spPr/>
      <dgm:t>
        <a:bodyPr/>
        <a:lstStyle/>
        <a:p>
          <a:pPr latinLnBrk="1"/>
          <a:endParaRPr lang="ko-KR" altLang="en-US"/>
        </a:p>
      </dgm:t>
    </dgm:pt>
    <dgm:pt modelId="{F16B12EC-DC0B-4F0D-8701-0F56398EC856}" type="sibTrans" cxnId="{15663A9B-C02D-4F98-829A-208F2C801AB4}">
      <dgm:prSet/>
      <dgm:spPr/>
      <dgm:t>
        <a:bodyPr/>
        <a:lstStyle/>
        <a:p>
          <a:pPr latinLnBrk="1"/>
          <a:endParaRPr lang="ko-KR" altLang="en-US"/>
        </a:p>
      </dgm:t>
    </dgm:pt>
    <dgm:pt modelId="{AA7B9564-51BB-4CE0-85CA-4C37EA69A848}">
      <dgm:prSet phldrT="[텍스트]"/>
      <dgm:spPr/>
      <dgm:t>
        <a:bodyPr/>
        <a:lstStyle/>
        <a:p>
          <a:pPr latinLnBrk="1"/>
          <a:r>
            <a:rPr lang="en-US" altLang="ko-KR" dirty="0" smtClean="0"/>
            <a:t>Vision </a:t>
          </a:r>
          <a:r>
            <a:rPr lang="ko-KR" altLang="en-US" dirty="0" smtClean="0"/>
            <a:t>패턴 검색</a:t>
          </a:r>
          <a:endParaRPr lang="ko-KR" altLang="en-US" dirty="0"/>
        </a:p>
      </dgm:t>
    </dgm:pt>
    <dgm:pt modelId="{1B75F84E-38B1-4A0F-AFB7-B197B483A565}" type="parTrans" cxnId="{744B7332-13F9-472B-AE26-FA480C59A8F2}">
      <dgm:prSet/>
      <dgm:spPr/>
      <dgm:t>
        <a:bodyPr/>
        <a:lstStyle/>
        <a:p>
          <a:pPr latinLnBrk="1"/>
          <a:endParaRPr lang="ko-KR" altLang="en-US"/>
        </a:p>
      </dgm:t>
    </dgm:pt>
    <dgm:pt modelId="{23AE6E49-35CC-4FC6-99DF-DD8BF9CF499A}" type="sibTrans" cxnId="{744B7332-13F9-472B-AE26-FA480C59A8F2}">
      <dgm:prSet/>
      <dgm:spPr/>
      <dgm:t>
        <a:bodyPr/>
        <a:lstStyle/>
        <a:p>
          <a:pPr latinLnBrk="1"/>
          <a:endParaRPr lang="ko-KR" altLang="en-US"/>
        </a:p>
      </dgm:t>
    </dgm:pt>
    <dgm:pt modelId="{16206D20-53E2-4581-B0B5-DAFEE8999AC7}">
      <dgm:prSet phldrT="[텍스트]"/>
      <dgm:spPr/>
      <dgm:t>
        <a:bodyPr/>
        <a:lstStyle/>
        <a:p>
          <a:pPr latinLnBrk="1"/>
          <a:r>
            <a:rPr lang="ko-KR" altLang="en-US" dirty="0" smtClean="0"/>
            <a:t>보정 계산</a:t>
          </a:r>
          <a:endParaRPr lang="ko-KR" altLang="en-US" dirty="0"/>
        </a:p>
      </dgm:t>
    </dgm:pt>
    <dgm:pt modelId="{070EE01A-7813-4710-9E34-DBD170FB8BB1}" type="parTrans" cxnId="{69236927-EC97-4922-99B7-7C21A881D66C}">
      <dgm:prSet/>
      <dgm:spPr/>
      <dgm:t>
        <a:bodyPr/>
        <a:lstStyle/>
        <a:p>
          <a:pPr latinLnBrk="1"/>
          <a:endParaRPr lang="ko-KR" altLang="en-US"/>
        </a:p>
      </dgm:t>
    </dgm:pt>
    <dgm:pt modelId="{68FD704A-4BDC-4527-A352-52EAD1C2FFC1}" type="sibTrans" cxnId="{69236927-EC97-4922-99B7-7C21A881D66C}">
      <dgm:prSet/>
      <dgm:spPr/>
      <dgm:t>
        <a:bodyPr/>
        <a:lstStyle/>
        <a:p>
          <a:pPr latinLnBrk="1"/>
          <a:endParaRPr lang="ko-KR" altLang="en-US"/>
        </a:p>
      </dgm:t>
    </dgm:pt>
    <dgm:pt modelId="{1A7A7229-07EE-4CAE-A503-D16257A6ED1A}">
      <dgm:prSet phldrT="[텍스트]"/>
      <dgm:spPr/>
      <dgm:t>
        <a:bodyPr/>
        <a:lstStyle/>
        <a:p>
          <a:pPr latinLnBrk="1"/>
          <a:r>
            <a:rPr lang="ko-KR" altLang="en-US" dirty="0" smtClean="0"/>
            <a:t>보정 값 이동</a:t>
          </a:r>
          <a:endParaRPr lang="ko-KR" altLang="en-US" dirty="0"/>
        </a:p>
      </dgm:t>
    </dgm:pt>
    <dgm:pt modelId="{726A4CD4-1BC9-4AAC-8464-8B199AC57DE9}" type="parTrans" cxnId="{005D65BF-1E08-4F1C-A0D2-E8D67C89C017}">
      <dgm:prSet/>
      <dgm:spPr/>
      <dgm:t>
        <a:bodyPr/>
        <a:lstStyle/>
        <a:p>
          <a:pPr latinLnBrk="1"/>
          <a:endParaRPr lang="ko-KR" altLang="en-US"/>
        </a:p>
      </dgm:t>
    </dgm:pt>
    <dgm:pt modelId="{D88C8837-1279-4C99-9BCA-1121051AF51D}" type="sibTrans" cxnId="{005D65BF-1E08-4F1C-A0D2-E8D67C89C017}">
      <dgm:prSet/>
      <dgm:spPr/>
      <dgm:t>
        <a:bodyPr/>
        <a:lstStyle/>
        <a:p>
          <a:pPr latinLnBrk="1"/>
          <a:endParaRPr lang="ko-KR" altLang="en-US"/>
        </a:p>
      </dgm:t>
    </dgm:pt>
    <dgm:pt modelId="{FC02B3AE-1987-44C5-B158-D74DDC730182}">
      <dgm:prSet phldrT="[텍스트]"/>
      <dgm:spPr/>
      <dgm:t>
        <a:bodyPr/>
        <a:lstStyle/>
        <a:p>
          <a:pPr latinLnBrk="1"/>
          <a:r>
            <a:rPr lang="en-US" altLang="ko-KR" dirty="0" smtClean="0"/>
            <a:t>Margin </a:t>
          </a:r>
          <a:r>
            <a:rPr lang="ko-KR" altLang="en-US" dirty="0" smtClean="0"/>
            <a:t>확인</a:t>
          </a:r>
          <a:r>
            <a:rPr lang="en-US" altLang="ko-KR" dirty="0" smtClean="0"/>
            <a:t>, </a:t>
          </a:r>
          <a:r>
            <a:rPr lang="ko-KR" altLang="en-US" dirty="0" smtClean="0"/>
            <a:t>실패 시 반복 </a:t>
          </a:r>
          <a:r>
            <a:rPr lang="en-US" altLang="ko-KR" dirty="0" smtClean="0"/>
            <a:t>(</a:t>
          </a:r>
          <a:r>
            <a:rPr lang="ko-KR" altLang="en-US" dirty="0" smtClean="0"/>
            <a:t>패턴 검색</a:t>
          </a:r>
          <a:r>
            <a:rPr lang="en-US" altLang="ko-KR" dirty="0" smtClean="0"/>
            <a:t>-&gt;</a:t>
          </a:r>
          <a:r>
            <a:rPr lang="ko-KR" altLang="en-US" dirty="0" smtClean="0"/>
            <a:t>보정 계산</a:t>
          </a:r>
          <a:r>
            <a:rPr lang="en-US" altLang="ko-KR" dirty="0" smtClean="0"/>
            <a:t>-&gt;</a:t>
          </a:r>
          <a:r>
            <a:rPr lang="ko-KR" altLang="en-US" dirty="0" smtClean="0"/>
            <a:t>보정 값 이동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DA96B4D3-3E2D-4D04-A63D-92653A788113}" type="parTrans" cxnId="{30EE2CD2-F722-4947-B417-2B5C0916B0B7}">
      <dgm:prSet/>
      <dgm:spPr/>
      <dgm:t>
        <a:bodyPr/>
        <a:lstStyle/>
        <a:p>
          <a:pPr latinLnBrk="1"/>
          <a:endParaRPr lang="ko-KR" altLang="en-US"/>
        </a:p>
      </dgm:t>
    </dgm:pt>
    <dgm:pt modelId="{14026313-652D-46DD-8451-1290B1CF95CE}" type="sibTrans" cxnId="{30EE2CD2-F722-4947-B417-2B5C0916B0B7}">
      <dgm:prSet/>
      <dgm:spPr/>
      <dgm:t>
        <a:bodyPr/>
        <a:lstStyle/>
        <a:p>
          <a:pPr latinLnBrk="1"/>
          <a:endParaRPr lang="ko-KR" altLang="en-US"/>
        </a:p>
      </dgm:t>
    </dgm:pt>
    <dgm:pt modelId="{4E6104B8-BA67-403F-A9C3-0A78BF8A69B3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4EFC6A38-059B-4157-A099-90EA86054307}" type="parTrans" cxnId="{9740434F-8B3B-4EEF-96C5-CA37C3F64925}">
      <dgm:prSet/>
      <dgm:spPr/>
      <dgm:t>
        <a:bodyPr/>
        <a:lstStyle/>
        <a:p>
          <a:pPr latinLnBrk="1"/>
          <a:endParaRPr lang="ko-KR" altLang="en-US"/>
        </a:p>
      </dgm:t>
    </dgm:pt>
    <dgm:pt modelId="{052B3C3A-9CD9-4BD1-8B9B-0E5ECD030333}" type="sibTrans" cxnId="{9740434F-8B3B-4EEF-96C5-CA37C3F64925}">
      <dgm:prSet/>
      <dgm:spPr/>
      <dgm:t>
        <a:bodyPr/>
        <a:lstStyle/>
        <a:p>
          <a:pPr latinLnBrk="1"/>
          <a:endParaRPr lang="ko-KR" altLang="en-US"/>
        </a:p>
      </dgm:t>
    </dgm:pt>
    <dgm:pt modelId="{0275A4D7-DBC7-4281-A8E2-6F60D273BBAE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0CF73FF8-00B1-4FFE-890A-98AE493BC137}" type="parTrans" cxnId="{8592AA3B-40BA-4F2F-8C69-356DE359FA02}">
      <dgm:prSet/>
      <dgm:spPr/>
      <dgm:t>
        <a:bodyPr/>
        <a:lstStyle/>
        <a:p>
          <a:pPr latinLnBrk="1"/>
          <a:endParaRPr lang="ko-KR" altLang="en-US"/>
        </a:p>
      </dgm:t>
    </dgm:pt>
    <dgm:pt modelId="{1697637B-ED16-42B1-A251-178C1769F115}" type="sibTrans" cxnId="{8592AA3B-40BA-4F2F-8C69-356DE359FA02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2560C76-3A63-4788-90D4-43C7BEC098DF}" type="pres">
      <dgm:prSet presAssocID="{F68EC0DC-2D18-41CD-B4FF-7500F7B0265A}" presName="parentText" presStyleLbl="node1" presStyleIdx="0" presStyleCnt="1" custLinFactNeighborX="-275" custLinFactNeighborY="-3268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E76AF95-9797-4D17-8F05-755EAEDD4899}" type="pres">
      <dgm:prSet presAssocID="{F68EC0DC-2D18-41CD-B4FF-7500F7B0265A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84CB8958-3898-48D6-8028-C2CADA5685E6}" type="presOf" srcId="{1A7A7229-07EE-4CAE-A503-D16257A6ED1A}" destId="{DE76AF95-9797-4D17-8F05-755EAEDD4899}" srcOrd="0" destOrd="11" presId="urn:microsoft.com/office/officeart/2005/8/layout/vList2"/>
    <dgm:cxn modelId="{30EE2CD2-F722-4947-B417-2B5C0916B0B7}" srcId="{7D3E508E-2B4B-4CF7-A23B-052C1CCDE150}" destId="{FC02B3AE-1987-44C5-B158-D74DDC730182}" srcOrd="5" destOrd="0" parTransId="{DA96B4D3-3E2D-4D04-A63D-92653A788113}" sibTransId="{14026313-652D-46DD-8451-1290B1CF95CE}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0FA679DD-F9A5-47AD-A95F-2DE5C9758926}" type="presOf" srcId="{985B64DD-F4D0-4D07-9A5F-2BC0DB78FC3C}" destId="{DE76AF95-9797-4D17-8F05-755EAEDD4899}" srcOrd="0" destOrd="7" presId="urn:microsoft.com/office/officeart/2005/8/layout/vList2"/>
    <dgm:cxn modelId="{3DF43FF9-86A9-4E93-864E-EC8EBE7540D2}" srcId="{7D3E508E-2B4B-4CF7-A23B-052C1CCDE150}" destId="{985B64DD-F4D0-4D07-9A5F-2BC0DB78FC3C}" srcOrd="0" destOrd="0" parTransId="{6C3DFE4D-1E49-42E7-8331-5F41B89E604F}" sibTransId="{5804E0F4-600E-42B5-B6AF-6E541C2926BD}"/>
    <dgm:cxn modelId="{744B7332-13F9-472B-AE26-FA480C59A8F2}" srcId="{7D3E508E-2B4B-4CF7-A23B-052C1CCDE150}" destId="{AA7B9564-51BB-4CE0-85CA-4C37EA69A848}" srcOrd="2" destOrd="0" parTransId="{1B75F84E-38B1-4A0F-AFB7-B197B483A565}" sibTransId="{23AE6E49-35CC-4FC6-99DF-DD8BF9CF499A}"/>
    <dgm:cxn modelId="{6CF1A317-9603-409E-B147-E2F8017E9548}" type="presOf" srcId="{16206D20-53E2-4581-B0B5-DAFEE8999AC7}" destId="{DE76AF95-9797-4D17-8F05-755EAEDD4899}" srcOrd="0" destOrd="10" presId="urn:microsoft.com/office/officeart/2005/8/layout/vList2"/>
    <dgm:cxn modelId="{8592AA3B-40BA-4F2F-8C69-356DE359FA02}" srcId="{7D3E508E-2B4B-4CF7-A23B-052C1CCDE150}" destId="{0275A4D7-DBC7-4281-A8E2-6F60D273BBAE}" srcOrd="6" destOrd="0" parTransId="{0CF73FF8-00B1-4FFE-890A-98AE493BC137}" sibTransId="{1697637B-ED16-42B1-A251-178C1769F115}"/>
    <dgm:cxn modelId="{17311F95-C0DC-447C-83DC-FBF75E38E824}" srcId="{43A5BE0E-73A1-48A2-8897-3AA62E78439D}" destId="{F68EC0DC-2D18-41CD-B4FF-7500F7B0265A}" srcOrd="0" destOrd="0" parTransId="{86990C60-B0AC-4DBC-81D3-E1BD8A51C8FA}" sibTransId="{F8B98F50-2156-493B-911C-590F64865388}"/>
    <dgm:cxn modelId="{9BD60B20-B08E-42E6-859E-1B77C26AD8A3}" type="presOf" srcId="{02CB8B48-D4A8-4207-BD8B-0703F4FFE326}" destId="{DE76AF95-9797-4D17-8F05-755EAEDD4899}" srcOrd="0" destOrd="5" presId="urn:microsoft.com/office/officeart/2005/8/layout/vList2"/>
    <dgm:cxn modelId="{CAF8E035-3C96-4F77-94C5-6FB81028E6DB}" srcId="{F68EC0DC-2D18-41CD-B4FF-7500F7B0265A}" destId="{0832F80A-9AC3-4FFF-821E-EC57857236C8}" srcOrd="3" destOrd="0" parTransId="{81CD3370-680D-4D10-B2D3-2A31FE883A17}" sibTransId="{9C33A4F5-609A-453A-9521-856348903D57}"/>
    <dgm:cxn modelId="{3775034E-D61A-4B92-9452-CFCC25E40A3D}" type="presOf" srcId="{0832F80A-9AC3-4FFF-821E-EC57857236C8}" destId="{DE76AF95-9797-4D17-8F05-755EAEDD4899}" srcOrd="0" destOrd="3" presId="urn:microsoft.com/office/officeart/2005/8/layout/vList2"/>
    <dgm:cxn modelId="{005D65BF-1E08-4F1C-A0D2-E8D67C89C017}" srcId="{7D3E508E-2B4B-4CF7-A23B-052C1CCDE150}" destId="{1A7A7229-07EE-4CAE-A503-D16257A6ED1A}" srcOrd="4" destOrd="0" parTransId="{726A4CD4-1BC9-4AAC-8464-8B199AC57DE9}" sibTransId="{D88C8837-1279-4C99-9BCA-1121051AF51D}"/>
    <dgm:cxn modelId="{41532B78-3263-4367-BFCB-9AE4BAFE51AD}" type="presOf" srcId="{FC02B3AE-1987-44C5-B158-D74DDC730182}" destId="{DE76AF95-9797-4D17-8F05-755EAEDD4899}" srcOrd="0" destOrd="12" presId="urn:microsoft.com/office/officeart/2005/8/layout/vList2"/>
    <dgm:cxn modelId="{C3959170-0629-4983-9F05-1C9F2946D958}" srcId="{F68EC0DC-2D18-41CD-B4FF-7500F7B0265A}" destId="{7D3E508E-2B4B-4CF7-A23B-052C1CCDE150}" srcOrd="6" destOrd="0" parTransId="{612632D1-752E-4B3B-AEF1-9DB42ECA9901}" sibTransId="{7BB6C485-6D38-405C-8060-5737F253D575}"/>
    <dgm:cxn modelId="{E2E82A7B-77BF-4EDD-9C29-498770E327DF}" srcId="{F68EC0DC-2D18-41CD-B4FF-7500F7B0265A}" destId="{CBB9C1AF-F7D3-4496-BCEC-080D49AE84B6}" srcOrd="1" destOrd="0" parTransId="{B20FEB9B-ABA2-48FE-BFEB-E8E973062DDD}" sibTransId="{662E0847-C16D-4A0F-B911-72958D04DF65}"/>
    <dgm:cxn modelId="{F11131D7-EB62-43E0-B16D-EDCC5CCBD6DD}" type="presOf" srcId="{7D3E508E-2B4B-4CF7-A23B-052C1CCDE150}" destId="{DE76AF95-9797-4D17-8F05-755EAEDD4899}" srcOrd="0" destOrd="6" presId="urn:microsoft.com/office/officeart/2005/8/layout/vList2"/>
    <dgm:cxn modelId="{68794F8C-0D9B-4CAC-A421-808409CEE389}" srcId="{F68EC0DC-2D18-41CD-B4FF-7500F7B0265A}" destId="{B64D3D3E-F3F1-491C-A7A3-C640E0E9BF18}" srcOrd="4" destOrd="0" parTransId="{B8BAC368-8E58-4544-8F10-3F94F9F3C398}" sibTransId="{0FBFB667-A86F-4F43-AA9D-42DC3CAEA389}"/>
    <dgm:cxn modelId="{15663A9B-C02D-4F98-829A-208F2C801AB4}" srcId="{7D3E508E-2B4B-4CF7-A23B-052C1CCDE150}" destId="{C2F72543-F461-4C66-B13F-21E6358324E3}" srcOrd="1" destOrd="0" parTransId="{10F38A6C-04DA-4C4C-8CB9-971B933E13C4}" sibTransId="{F16B12EC-DC0B-4F0D-8701-0F56398EC856}"/>
    <dgm:cxn modelId="{5466289A-7827-4ABD-A27F-F20A4B225D99}" type="presOf" srcId="{4E6104B8-BA67-403F-A9C3-0A78BF8A69B3}" destId="{DE76AF95-9797-4D17-8F05-755EAEDD4899}" srcOrd="0" destOrd="14" presId="urn:microsoft.com/office/officeart/2005/8/layout/vList2"/>
    <dgm:cxn modelId="{9740434F-8B3B-4EEF-96C5-CA37C3F64925}" srcId="{7D3E508E-2B4B-4CF7-A23B-052C1CCDE150}" destId="{4E6104B8-BA67-403F-A9C3-0A78BF8A69B3}" srcOrd="7" destOrd="0" parTransId="{4EFC6A38-059B-4157-A099-90EA86054307}" sibTransId="{052B3C3A-9CD9-4BD1-8B9B-0E5ECD030333}"/>
    <dgm:cxn modelId="{28E3C4AE-6C8F-4D34-B6CA-769518C70054}" type="presOf" srcId="{B64D3D3E-F3F1-491C-A7A3-C640E0E9BF18}" destId="{DE76AF95-9797-4D17-8F05-755EAEDD4899}" srcOrd="0" destOrd="4" presId="urn:microsoft.com/office/officeart/2005/8/layout/vList2"/>
    <dgm:cxn modelId="{801D7DC6-FE95-4B87-97CA-AEF9A23774BD}" type="presOf" srcId="{0275A4D7-DBC7-4281-A8E2-6F60D273BBAE}" destId="{DE76AF95-9797-4D17-8F05-755EAEDD4899}" srcOrd="0" destOrd="13" presId="urn:microsoft.com/office/officeart/2005/8/layout/vList2"/>
    <dgm:cxn modelId="{B1FEE068-59FC-48E6-BED7-A7C841B1AB36}" srcId="{F68EC0DC-2D18-41CD-B4FF-7500F7B0265A}" destId="{02CB8B48-D4A8-4207-BD8B-0703F4FFE326}" srcOrd="5" destOrd="0" parTransId="{4C865134-A1DC-4BBF-862A-E347E7F3DBD7}" sibTransId="{67685E13-2A77-4676-853A-797446D3541E}"/>
    <dgm:cxn modelId="{8DC1277A-8844-4E99-8FBD-FD21FC0AD38E}" type="presOf" srcId="{AA7B9564-51BB-4CE0-85CA-4C37EA69A848}" destId="{DE76AF95-9797-4D17-8F05-755EAEDD4899}" srcOrd="0" destOrd="9" presId="urn:microsoft.com/office/officeart/2005/8/layout/vList2"/>
    <dgm:cxn modelId="{69236927-EC97-4922-99B7-7C21A881D66C}" srcId="{7D3E508E-2B4B-4CF7-A23B-052C1CCDE150}" destId="{16206D20-53E2-4581-B0B5-DAFEE8999AC7}" srcOrd="3" destOrd="0" parTransId="{070EE01A-7813-4710-9E34-DBD170FB8BB1}" sibTransId="{68FD704A-4BDC-4527-A352-52EAD1C2FFC1}"/>
    <dgm:cxn modelId="{616FFE8E-C01D-40E2-8D1A-E2900D71AA5A}" type="presOf" srcId="{C2F72543-F461-4C66-B13F-21E6358324E3}" destId="{DE76AF95-9797-4D17-8F05-755EAEDD4899}" srcOrd="0" destOrd="8" presId="urn:microsoft.com/office/officeart/2005/8/layout/vList2"/>
    <dgm:cxn modelId="{0738FFCD-4EE8-401A-B353-FA4699849C39}" srcId="{F68EC0DC-2D18-41CD-B4FF-7500F7B0265A}" destId="{2E7302AF-8692-40E0-813D-C24FB9725F42}" srcOrd="0" destOrd="0" parTransId="{DC6A7217-7535-4394-B15E-EEDE27004597}" sibTransId="{D1A25AD9-2DAE-4383-94EF-EC5AAE944072}"/>
    <dgm:cxn modelId="{EF5ECC2D-29F2-4686-B18B-3D3A87F509CB}" type="presOf" srcId="{F68EC0DC-2D18-41CD-B4FF-7500F7B0265A}" destId="{82560C76-3A63-4788-90D4-43C7BEC098DF}" srcOrd="0" destOrd="0" presId="urn:microsoft.com/office/officeart/2005/8/layout/vList2"/>
    <dgm:cxn modelId="{9C292828-CE22-48AB-A8CF-35F24351A5A0}" type="presOf" srcId="{2E7302AF-8692-40E0-813D-C24FB9725F42}" destId="{DE76AF95-9797-4D17-8F05-755EAEDD4899}" srcOrd="0" destOrd="0" presId="urn:microsoft.com/office/officeart/2005/8/layout/vList2"/>
    <dgm:cxn modelId="{9BE3DC23-B2BE-4890-AC8D-7DA46D5D6E05}" srcId="{F68EC0DC-2D18-41CD-B4FF-7500F7B0265A}" destId="{29A65710-DD8B-4344-9ECE-3EC5C654F308}" srcOrd="2" destOrd="0" parTransId="{9462C0BE-4752-4199-9462-229ED2552CC5}" sibTransId="{0DB0E89F-02F9-4F9A-844B-F2E038F60804}"/>
    <dgm:cxn modelId="{0D6A88CC-A148-4F26-AB64-DB484215F051}" type="presOf" srcId="{29A65710-DD8B-4344-9ECE-3EC5C654F308}" destId="{DE76AF95-9797-4D17-8F05-755EAEDD4899}" srcOrd="0" destOrd="2" presId="urn:microsoft.com/office/officeart/2005/8/layout/vList2"/>
    <dgm:cxn modelId="{1A112278-FE80-4C50-A5A3-5BF01C4BAE3F}" type="presOf" srcId="{CBB9C1AF-F7D3-4496-BCEC-080D49AE84B6}" destId="{DE76AF95-9797-4D17-8F05-755EAEDD4899}" srcOrd="0" destOrd="1" presId="urn:microsoft.com/office/officeart/2005/8/layout/vList2"/>
    <dgm:cxn modelId="{CA4EC73C-24C3-48DF-BE91-5B78032E2058}" type="presParOf" srcId="{AE52379A-9BF4-4B74-AB37-736B55538F61}" destId="{82560C76-3A63-4788-90D4-43C7BEC098DF}" srcOrd="0" destOrd="0" presId="urn:microsoft.com/office/officeart/2005/8/layout/vList2"/>
    <dgm:cxn modelId="{1AEC00B1-CEE2-4994-AC80-F3D51E9288E0}" type="presParOf" srcId="{AE52379A-9BF4-4B74-AB37-736B55538F61}" destId="{DE76AF95-9797-4D17-8F05-755EAEDD489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3A5BE0E-73A1-48A2-8897-3AA62E7843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950B9A-2AD9-4B07-A86E-A22003769AE9}">
      <dgm:prSet phldrT="[텍스트]"/>
      <dgm:spPr/>
      <dgm:t>
        <a:bodyPr/>
        <a:lstStyle/>
        <a:p>
          <a:pPr latinLnBrk="1"/>
          <a:r>
            <a:rPr lang="en-US" altLang="ko-KR" dirty="0" smtClean="0"/>
            <a:t>Load 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50C78E94-8684-46EE-A998-4D0788ACDE97}" type="par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D5153E66-4049-48A9-8756-4ECB6BAEF2EA}" type="sibTrans" cxnId="{DD1CA3F2-13F5-4400-BACC-A4A679A088F6}">
      <dgm:prSet/>
      <dgm:spPr/>
      <dgm:t>
        <a:bodyPr/>
        <a:lstStyle/>
        <a:p>
          <a:pPr latinLnBrk="1"/>
          <a:endParaRPr lang="ko-KR" altLang="en-US"/>
        </a:p>
      </dgm:t>
    </dgm:pt>
    <dgm:pt modelId="{07AEBE6F-7E4E-4A1F-9342-D08E3B6DB885}">
      <dgm:prSet phldrT="[텍스트]"/>
      <dgm:spPr/>
      <dgm:t>
        <a:bodyPr/>
        <a:lstStyle/>
        <a:p>
          <a:pPr latinLnBrk="1"/>
          <a:r>
            <a:rPr lang="en-US" altLang="ko-KR" dirty="0" smtClean="0"/>
            <a:t>Align</a:t>
          </a:r>
          <a:endParaRPr lang="ko-KR" altLang="en-US" dirty="0"/>
        </a:p>
      </dgm:t>
    </dgm:pt>
    <dgm:pt modelId="{1ED595CA-C84C-4160-9477-668856C1AE4E}" type="parTrans" cxnId="{163AC22F-1AC8-40BA-ABDE-960A9FB7A35D}">
      <dgm:prSet/>
      <dgm:spPr/>
      <dgm:t>
        <a:bodyPr/>
        <a:lstStyle/>
        <a:p>
          <a:pPr latinLnBrk="1"/>
          <a:endParaRPr lang="ko-KR" altLang="en-US"/>
        </a:p>
      </dgm:t>
    </dgm:pt>
    <dgm:pt modelId="{5BABBCE8-8540-441C-9B7B-7316CF255137}" type="sibTrans" cxnId="{163AC22F-1AC8-40BA-ABDE-960A9FB7A35D}">
      <dgm:prSet/>
      <dgm:spPr/>
      <dgm:t>
        <a:bodyPr/>
        <a:lstStyle/>
        <a:p>
          <a:pPr latinLnBrk="1"/>
          <a:endParaRPr lang="ko-KR" altLang="en-US"/>
        </a:p>
      </dgm:t>
    </dgm:pt>
    <dgm:pt modelId="{BB58B720-603C-4671-89EE-40A82FE1DC8E}">
      <dgm:prSet phldrT="[텍스트]"/>
      <dgm:spPr/>
      <dgm:t>
        <a:bodyPr/>
        <a:lstStyle/>
        <a:p>
          <a:pPr latinLnBrk="1"/>
          <a:r>
            <a:rPr lang="en-US" altLang="ko-KR" dirty="0" smtClean="0"/>
            <a:t>Align </a:t>
          </a:r>
          <a:r>
            <a:rPr lang="ko-KR" altLang="en-US" dirty="0" smtClean="0"/>
            <a:t>좌표 이동</a:t>
          </a:r>
          <a:endParaRPr lang="ko-KR" altLang="en-US" dirty="0"/>
        </a:p>
      </dgm:t>
    </dgm:pt>
    <dgm:pt modelId="{C184F2C1-24CE-47D2-B034-2D82DE6724C4}" type="parTrans" cxnId="{D206082D-C20E-40AD-A65D-4E0A5F0FFDBB}">
      <dgm:prSet/>
      <dgm:spPr/>
      <dgm:t>
        <a:bodyPr/>
        <a:lstStyle/>
        <a:p>
          <a:pPr latinLnBrk="1"/>
          <a:endParaRPr lang="ko-KR" altLang="en-US"/>
        </a:p>
      </dgm:t>
    </dgm:pt>
    <dgm:pt modelId="{EB82CD5B-02AE-4AE1-8BA1-BFF38E85581B}" type="sibTrans" cxnId="{D206082D-C20E-40AD-A65D-4E0A5F0FFDBB}">
      <dgm:prSet/>
      <dgm:spPr/>
      <dgm:t>
        <a:bodyPr/>
        <a:lstStyle/>
        <a:p>
          <a:pPr latinLnBrk="1"/>
          <a:endParaRPr lang="ko-KR" altLang="en-US"/>
        </a:p>
      </dgm:t>
    </dgm:pt>
    <dgm:pt modelId="{EC22AD05-0810-46A5-AD43-8F8D33D115FE}">
      <dgm:prSet phldrT="[텍스트]"/>
      <dgm:spPr/>
      <dgm:t>
        <a:bodyPr/>
        <a:lstStyle/>
        <a:p>
          <a:pPr latinLnBrk="1"/>
          <a:r>
            <a:rPr lang="ko-KR" altLang="en-US" dirty="0" smtClean="0"/>
            <a:t>검사</a:t>
          </a:r>
          <a:endParaRPr lang="ko-KR" altLang="en-US" dirty="0"/>
        </a:p>
      </dgm:t>
    </dgm:pt>
    <dgm:pt modelId="{16D13B8F-9C73-4574-B3A6-9E09D5845AB5}" type="parTrans" cxnId="{44276D71-CB37-4DC8-90A1-E31F742E7D79}">
      <dgm:prSet/>
      <dgm:spPr/>
      <dgm:t>
        <a:bodyPr/>
        <a:lstStyle/>
        <a:p>
          <a:pPr latinLnBrk="1"/>
          <a:endParaRPr lang="ko-KR" altLang="en-US"/>
        </a:p>
      </dgm:t>
    </dgm:pt>
    <dgm:pt modelId="{0E285DCE-E2BD-4D6A-BDC4-36902BCA9470}" type="sibTrans" cxnId="{44276D71-CB37-4DC8-90A1-E31F742E7D79}">
      <dgm:prSet/>
      <dgm:spPr/>
      <dgm:t>
        <a:bodyPr/>
        <a:lstStyle/>
        <a:p>
          <a:pPr latinLnBrk="1"/>
          <a:endParaRPr lang="ko-KR" altLang="en-US"/>
        </a:p>
      </dgm:t>
    </dgm:pt>
    <dgm:pt modelId="{370D2470-7251-4A50-B31B-DA30CC2C17B2}">
      <dgm:prSet phldrT="[텍스트]"/>
      <dgm:spPr/>
      <dgm:t>
        <a:bodyPr/>
        <a:lstStyle/>
        <a:p>
          <a:pPr latinLnBrk="1"/>
          <a:r>
            <a:rPr lang="en-US" altLang="ko-KR" dirty="0" smtClean="0"/>
            <a:t>Unload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B40BEF6A-8DD4-456E-BC97-ECD96408E518}" type="parTrans" cxnId="{93F6FE27-6F79-4331-AFB6-6D806C232901}">
      <dgm:prSet/>
      <dgm:spPr/>
      <dgm:t>
        <a:bodyPr/>
        <a:lstStyle/>
        <a:p>
          <a:pPr latinLnBrk="1"/>
          <a:endParaRPr lang="ko-KR" altLang="en-US"/>
        </a:p>
      </dgm:t>
    </dgm:pt>
    <dgm:pt modelId="{B3B6D494-0508-4FAF-A04D-A6078D4EBE91}" type="sibTrans" cxnId="{93F6FE27-6F79-4331-AFB6-6D806C232901}">
      <dgm:prSet/>
      <dgm:spPr/>
      <dgm:t>
        <a:bodyPr/>
        <a:lstStyle/>
        <a:p>
          <a:pPr latinLnBrk="1"/>
          <a:endParaRPr lang="ko-KR" altLang="en-US"/>
        </a:p>
      </dgm:t>
    </dgm:pt>
    <dgm:pt modelId="{1C7DB5DB-D4FC-458C-9C8B-877523C63A1F}">
      <dgm:prSet phldrT="[텍스트]"/>
      <dgm:spPr/>
      <dgm:t>
        <a:bodyPr/>
        <a:lstStyle/>
        <a:p>
          <a:pPr latinLnBrk="1"/>
          <a:r>
            <a:rPr lang="en-US" altLang="ko-KR" dirty="0" smtClean="0"/>
            <a:t>Aging</a:t>
          </a:r>
          <a:endParaRPr lang="ko-KR" altLang="en-US" dirty="0"/>
        </a:p>
      </dgm:t>
    </dgm:pt>
    <dgm:pt modelId="{AE2E24CF-8927-4658-ACAF-0FD07AE479AC}" type="parTrans" cxnId="{2EC606B7-7E52-4AF6-8C1B-93782FB33DA5}">
      <dgm:prSet/>
      <dgm:spPr/>
      <dgm:t>
        <a:bodyPr/>
        <a:lstStyle/>
        <a:p>
          <a:pPr latinLnBrk="1"/>
          <a:endParaRPr lang="ko-KR" altLang="en-US"/>
        </a:p>
      </dgm:t>
    </dgm:pt>
    <dgm:pt modelId="{51317B7B-FEFF-492D-B7D4-C7219C2CDD2B}" type="sibTrans" cxnId="{2EC606B7-7E52-4AF6-8C1B-93782FB33DA5}">
      <dgm:prSet/>
      <dgm:spPr/>
      <dgm:t>
        <a:bodyPr/>
        <a:lstStyle/>
        <a:p>
          <a:pPr latinLnBrk="1"/>
          <a:endParaRPr lang="ko-KR" altLang="en-US"/>
        </a:p>
      </dgm:t>
    </dgm:pt>
    <dgm:pt modelId="{6F334747-2537-460E-83D3-DD963B24001E}">
      <dgm:prSet phldrT="[텍스트]"/>
      <dgm:spPr/>
      <dgm:t>
        <a:bodyPr/>
        <a:lstStyle/>
        <a:p>
          <a:pPr latinLnBrk="1"/>
          <a:r>
            <a:rPr lang="ko-KR" altLang="en-US" dirty="0" smtClean="0"/>
            <a:t>이동</a:t>
          </a:r>
          <a:endParaRPr lang="ko-KR" altLang="en-US" dirty="0"/>
        </a:p>
      </dgm:t>
    </dgm:pt>
    <dgm:pt modelId="{8B5A0A65-1A01-42DC-AFBD-F3B613CC9649}" type="parTrans" cxnId="{EA2D2E78-D3E4-4AA0-ADAF-6C735703E622}">
      <dgm:prSet/>
      <dgm:spPr/>
      <dgm:t>
        <a:bodyPr/>
        <a:lstStyle/>
        <a:p>
          <a:pPr latinLnBrk="1"/>
          <a:endParaRPr lang="ko-KR" altLang="en-US"/>
        </a:p>
      </dgm:t>
    </dgm:pt>
    <dgm:pt modelId="{B4957D76-9BB5-456C-9861-22CF2FC0C299}" type="sibTrans" cxnId="{EA2D2E78-D3E4-4AA0-ADAF-6C735703E622}">
      <dgm:prSet/>
      <dgm:spPr/>
      <dgm:t>
        <a:bodyPr/>
        <a:lstStyle/>
        <a:p>
          <a:pPr latinLnBrk="1"/>
          <a:endParaRPr lang="ko-KR" altLang="en-US"/>
        </a:p>
      </dgm:t>
    </dgm:pt>
    <dgm:pt modelId="{370EA90F-0061-40B6-B5F9-FBA9B80DA1E9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797D16F4-4DC0-463A-9D9A-D61DAE6A11AC}" type="parTrans" cxnId="{D3588309-C793-42D0-95F6-92D5C7582B6F}">
      <dgm:prSet/>
      <dgm:spPr/>
      <dgm:t>
        <a:bodyPr/>
        <a:lstStyle/>
        <a:p>
          <a:pPr latinLnBrk="1"/>
          <a:endParaRPr lang="ko-KR" altLang="en-US"/>
        </a:p>
      </dgm:t>
    </dgm:pt>
    <dgm:pt modelId="{76C288DF-A8D3-49DF-937C-389CADCD0B55}" type="sibTrans" cxnId="{D3588309-C793-42D0-95F6-92D5C7582B6F}">
      <dgm:prSet/>
      <dgm:spPr/>
      <dgm:t>
        <a:bodyPr/>
        <a:lstStyle/>
        <a:p>
          <a:pPr latinLnBrk="1"/>
          <a:endParaRPr lang="ko-KR" altLang="en-US"/>
        </a:p>
      </dgm:t>
    </dgm:pt>
    <dgm:pt modelId="{CF20877A-F834-44FB-A391-311232DE1263}">
      <dgm:prSet phldrT="[텍스트]"/>
      <dgm:spPr/>
      <dgm:t>
        <a:bodyPr/>
        <a:lstStyle/>
        <a:p>
          <a:pPr latinLnBrk="1"/>
          <a:r>
            <a:rPr lang="en-US" altLang="ko-KR" dirty="0" smtClean="0"/>
            <a:t>Auto Change Probe</a:t>
          </a:r>
          <a:endParaRPr lang="ko-KR" altLang="en-US" dirty="0"/>
        </a:p>
      </dgm:t>
    </dgm:pt>
    <dgm:pt modelId="{59A4E1DE-5768-47A1-B703-B240DC3C19C8}" type="parTrans" cxnId="{0D58163F-30E2-4D7E-89A4-A92B1F634D9A}">
      <dgm:prSet/>
      <dgm:spPr/>
      <dgm:t>
        <a:bodyPr/>
        <a:lstStyle/>
        <a:p>
          <a:pPr latinLnBrk="1"/>
          <a:endParaRPr lang="ko-KR" altLang="en-US"/>
        </a:p>
      </dgm:t>
    </dgm:pt>
    <dgm:pt modelId="{E73C1EDF-5FA4-4086-872A-EAA17A296898}" type="sibTrans" cxnId="{0D58163F-30E2-4D7E-89A4-A92B1F634D9A}">
      <dgm:prSet/>
      <dgm:spPr/>
      <dgm:t>
        <a:bodyPr/>
        <a:lstStyle/>
        <a:p>
          <a:pPr latinLnBrk="1"/>
          <a:endParaRPr lang="ko-KR" altLang="en-US"/>
        </a:p>
      </dgm:t>
    </dgm:pt>
    <dgm:pt modelId="{77A4BA5E-33CA-4537-9817-5796343E3ED5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4182FD19-55BF-4F87-8459-C498C513F6D6}" type="parTrans" cxnId="{76C8EABC-15EF-4768-8BBF-B0AA8A51360F}">
      <dgm:prSet/>
      <dgm:spPr/>
      <dgm:t>
        <a:bodyPr/>
        <a:lstStyle/>
        <a:p>
          <a:pPr latinLnBrk="1"/>
          <a:endParaRPr lang="ko-KR" altLang="en-US"/>
        </a:p>
      </dgm:t>
    </dgm:pt>
    <dgm:pt modelId="{6D5D6398-70DF-4A91-B36E-9B97E6751FB5}" type="sibTrans" cxnId="{76C8EABC-15EF-4768-8BBF-B0AA8A51360F}">
      <dgm:prSet/>
      <dgm:spPr/>
      <dgm:t>
        <a:bodyPr/>
        <a:lstStyle/>
        <a:p>
          <a:pPr latinLnBrk="1"/>
          <a:endParaRPr lang="ko-KR" altLang="en-US"/>
        </a:p>
      </dgm:t>
    </dgm:pt>
    <dgm:pt modelId="{2E7302AF-8692-40E0-813D-C24FB9725F42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DC6A7217-7535-4394-B15E-EEDE27004597}" type="parTrans" cxnId="{0738FFCD-4EE8-401A-B353-FA4699849C39}">
      <dgm:prSet/>
      <dgm:spPr/>
      <dgm:t>
        <a:bodyPr/>
        <a:lstStyle/>
        <a:p>
          <a:pPr latinLnBrk="1"/>
          <a:endParaRPr lang="ko-KR" altLang="en-US"/>
        </a:p>
      </dgm:t>
    </dgm:pt>
    <dgm:pt modelId="{D1A25AD9-2DAE-4383-94EF-EC5AAE944072}" type="sibTrans" cxnId="{0738FFCD-4EE8-401A-B353-FA4699849C39}">
      <dgm:prSet/>
      <dgm:spPr/>
      <dgm:t>
        <a:bodyPr/>
        <a:lstStyle/>
        <a:p>
          <a:pPr latinLnBrk="1"/>
          <a:endParaRPr lang="ko-KR" altLang="en-US"/>
        </a:p>
      </dgm:t>
    </dgm:pt>
    <dgm:pt modelId="{B7F8F49B-1976-48D6-A87E-8A30F56A873D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endParaRPr lang="ko-KR" altLang="en-US" dirty="0"/>
        </a:p>
      </dgm:t>
    </dgm:pt>
    <dgm:pt modelId="{26AA80B8-90B3-477F-8F56-F34C11BAC408}" type="par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813938A6-E107-4150-8EA1-761723105ADE}" type="sibTrans" cxnId="{0ED29776-74D8-46C6-A955-10F90A5A327E}">
      <dgm:prSet/>
      <dgm:spPr/>
      <dgm:t>
        <a:bodyPr/>
        <a:lstStyle/>
        <a:p>
          <a:pPr latinLnBrk="1"/>
          <a:endParaRPr lang="ko-KR" altLang="en-US"/>
        </a:p>
      </dgm:t>
    </dgm:pt>
    <dgm:pt modelId="{9273F284-EB71-4FCC-8D1D-5E9E2969B324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0D57FF69-B9A7-43A3-97BE-D443C5DA79AD}" type="parTrans" cxnId="{9EAD2641-4355-4E13-BEFB-D681C4753933}">
      <dgm:prSet/>
      <dgm:spPr/>
      <dgm:t>
        <a:bodyPr/>
        <a:lstStyle/>
        <a:p>
          <a:pPr latinLnBrk="1"/>
          <a:endParaRPr lang="ko-KR" altLang="en-US"/>
        </a:p>
      </dgm:t>
    </dgm:pt>
    <dgm:pt modelId="{9D439C2B-DC7A-42C3-894E-00F8FA61EE03}" type="sibTrans" cxnId="{9EAD2641-4355-4E13-BEFB-D681C4753933}">
      <dgm:prSet/>
      <dgm:spPr/>
      <dgm:t>
        <a:bodyPr/>
        <a:lstStyle/>
        <a:p>
          <a:pPr latinLnBrk="1"/>
          <a:endParaRPr lang="ko-KR" altLang="en-US"/>
        </a:p>
      </dgm:t>
    </dgm:pt>
    <dgm:pt modelId="{B5EAE202-B654-4B0D-BE19-CAC8F5401225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Up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921AA3A4-623D-434F-ABE2-01BCB1DC11C7}" type="par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3CBFD3F-D9A6-48AD-B19B-FA9E433032FA}" type="sibTrans" cxnId="{CB201EB9-BE64-462C-B53C-1FC35E59692B}">
      <dgm:prSet/>
      <dgm:spPr/>
      <dgm:t>
        <a:bodyPr/>
        <a:lstStyle/>
        <a:p>
          <a:pPr latinLnBrk="1"/>
          <a:endParaRPr lang="ko-KR" altLang="en-US"/>
        </a:p>
      </dgm:t>
    </dgm:pt>
    <dgm:pt modelId="{AFEDF836-1686-48BA-9E8B-894E1E96C04A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Meas</a:t>
          </a:r>
          <a:r>
            <a:rPr lang="en-US" altLang="ko-KR" dirty="0" smtClean="0"/>
            <a:t> </a:t>
          </a:r>
          <a:r>
            <a:rPr lang="ko-KR" altLang="en-US" dirty="0" smtClean="0"/>
            <a:t>상태 변경</a:t>
          </a:r>
          <a:endParaRPr lang="ko-KR" altLang="en-US" dirty="0"/>
        </a:p>
      </dgm:t>
    </dgm:pt>
    <dgm:pt modelId="{0077F825-A562-4B62-B7E1-69FAB3AA8A35}" type="parTrans" cxnId="{634E915A-E2F4-466C-AEAA-8D8FAC0113FE}">
      <dgm:prSet/>
      <dgm:spPr/>
      <dgm:t>
        <a:bodyPr/>
        <a:lstStyle/>
        <a:p>
          <a:pPr latinLnBrk="1"/>
          <a:endParaRPr lang="ko-KR" altLang="en-US"/>
        </a:p>
      </dgm:t>
    </dgm:pt>
    <dgm:pt modelId="{21A866E0-2D79-458E-8134-EC5D0DD5DB3D}" type="sibTrans" cxnId="{634E915A-E2F4-466C-AEAA-8D8FAC0113FE}">
      <dgm:prSet/>
      <dgm:spPr/>
      <dgm:t>
        <a:bodyPr/>
        <a:lstStyle/>
        <a:p>
          <a:pPr latinLnBrk="1"/>
          <a:endParaRPr lang="ko-KR" altLang="en-US"/>
        </a:p>
      </dgm:t>
    </dgm:pt>
    <dgm:pt modelId="{5B538B6D-4729-4859-936F-2B75F28F7639}">
      <dgm:prSet phldrT="[텍스트]"/>
      <dgm:spPr/>
      <dgm:t>
        <a:bodyPr/>
        <a:lstStyle/>
        <a:p>
          <a:pPr latinLnBrk="1"/>
          <a:r>
            <a:rPr lang="en-US" altLang="ko-KR" dirty="0" smtClean="0"/>
            <a:t>Life Pin Down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49B61480-A3AF-4F50-AA89-4D1678A3E344}" type="parTrans" cxnId="{E1901748-12FE-4B30-9200-DF13B84DBB39}">
      <dgm:prSet/>
      <dgm:spPr/>
      <dgm:t>
        <a:bodyPr/>
        <a:lstStyle/>
        <a:p>
          <a:pPr latinLnBrk="1"/>
          <a:endParaRPr lang="ko-KR" altLang="en-US"/>
        </a:p>
      </dgm:t>
    </dgm:pt>
    <dgm:pt modelId="{384E1F4F-D2FA-465E-B57A-92F5B3750EC4}" type="sibTrans" cxnId="{E1901748-12FE-4B30-9200-DF13B84DBB39}">
      <dgm:prSet/>
      <dgm:spPr/>
      <dgm:t>
        <a:bodyPr/>
        <a:lstStyle/>
        <a:p>
          <a:pPr latinLnBrk="1"/>
          <a:endParaRPr lang="ko-KR" altLang="en-US"/>
        </a:p>
      </dgm:t>
    </dgm:pt>
    <dgm:pt modelId="{BAA94F9D-33AC-46A5-AF53-8E6C31C9AED1}">
      <dgm:prSet phldrT="[텍스트]"/>
      <dgm:spPr/>
      <dgm:t>
        <a:bodyPr/>
        <a:lstStyle/>
        <a:p>
          <a:pPr latinLnBrk="1"/>
          <a:r>
            <a:rPr lang="en-US" altLang="ko-KR" dirty="0" smtClean="0"/>
            <a:t>PLC </a:t>
          </a:r>
          <a:r>
            <a:rPr lang="ko-KR" altLang="en-US" dirty="0" smtClean="0"/>
            <a:t>명령 제어</a:t>
          </a:r>
          <a:endParaRPr lang="ko-KR" altLang="en-US" dirty="0"/>
        </a:p>
      </dgm:t>
    </dgm:pt>
    <dgm:pt modelId="{12E0E422-F106-4B42-BFDA-BE17EB3F59FE}" type="parTrans" cxnId="{4F759EF9-737C-47B8-A1AD-6B8EFB1C5F76}">
      <dgm:prSet/>
      <dgm:spPr/>
      <dgm:t>
        <a:bodyPr/>
        <a:lstStyle/>
        <a:p>
          <a:pPr latinLnBrk="1"/>
          <a:endParaRPr lang="ko-KR" altLang="en-US"/>
        </a:p>
      </dgm:t>
    </dgm:pt>
    <dgm:pt modelId="{264C5F39-BE05-4EE1-A733-3B9FBE180146}" type="sibTrans" cxnId="{4F759EF9-737C-47B8-A1AD-6B8EFB1C5F76}">
      <dgm:prSet/>
      <dgm:spPr/>
      <dgm:t>
        <a:bodyPr/>
        <a:lstStyle/>
        <a:p>
          <a:pPr latinLnBrk="1"/>
          <a:endParaRPr lang="ko-KR" altLang="en-US"/>
        </a:p>
      </dgm:t>
    </dgm:pt>
    <dgm:pt modelId="{9623C977-2DD5-4837-89A3-7920EB2B98B9}">
      <dgm:prSet phldrT="[텍스트]"/>
      <dgm:spPr/>
      <dgm:t>
        <a:bodyPr/>
        <a:lstStyle/>
        <a:p>
          <a:pPr latinLnBrk="1"/>
          <a:r>
            <a:rPr lang="en-US" altLang="ko-KR" dirty="0" smtClean="0"/>
            <a:t>Clamp / Vacuum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9678BA6C-F612-4C07-9D33-890E5791B778}" type="parTrans" cxnId="{4C21868B-427B-4B96-8022-26757181B0D0}">
      <dgm:prSet/>
      <dgm:spPr/>
      <dgm:t>
        <a:bodyPr/>
        <a:lstStyle/>
        <a:p>
          <a:pPr latinLnBrk="1"/>
          <a:endParaRPr lang="ko-KR" altLang="en-US"/>
        </a:p>
      </dgm:t>
    </dgm:pt>
    <dgm:pt modelId="{E57CF23E-E7D4-4FCE-B790-3EFDA3AC06D0}" type="sibTrans" cxnId="{4C21868B-427B-4B96-8022-26757181B0D0}">
      <dgm:prSet/>
      <dgm:spPr/>
      <dgm:t>
        <a:bodyPr/>
        <a:lstStyle/>
        <a:p>
          <a:pPr latinLnBrk="1"/>
          <a:endParaRPr lang="ko-KR" altLang="en-US"/>
        </a:p>
      </dgm:t>
    </dgm:pt>
    <dgm:pt modelId="{2C7E49A1-5EE0-4601-B6A4-552A5C8B4124}">
      <dgm:prSet phldrT="[텍스트]"/>
      <dgm:spPr/>
      <dgm:t>
        <a:bodyPr/>
        <a:lstStyle/>
        <a:p>
          <a:pPr latinLnBrk="1"/>
          <a:r>
            <a:rPr lang="en-US" altLang="ko-KR" dirty="0" smtClean="0"/>
            <a:t>CCD / Lamp </a:t>
          </a:r>
          <a:r>
            <a:rPr lang="ko-KR" altLang="en-US" dirty="0" smtClean="0"/>
            <a:t>제어</a:t>
          </a:r>
          <a:endParaRPr lang="ko-KR" altLang="en-US" dirty="0"/>
        </a:p>
      </dgm:t>
    </dgm:pt>
    <dgm:pt modelId="{79381C16-F628-4EA3-8ACC-8C551514AD46}" type="parTrans" cxnId="{4D719D2D-57F1-41C5-8ED4-8A588CAD97FF}">
      <dgm:prSet/>
      <dgm:spPr/>
      <dgm:t>
        <a:bodyPr/>
        <a:lstStyle/>
        <a:p>
          <a:pPr latinLnBrk="1"/>
          <a:endParaRPr lang="ko-KR" altLang="en-US"/>
        </a:p>
      </dgm:t>
    </dgm:pt>
    <dgm:pt modelId="{6FE20FB1-0C9A-4E48-9B52-6C90BC3548F6}" type="sibTrans" cxnId="{4D719D2D-57F1-41C5-8ED4-8A588CAD97FF}">
      <dgm:prSet/>
      <dgm:spPr/>
      <dgm:t>
        <a:bodyPr/>
        <a:lstStyle/>
        <a:p>
          <a:pPr latinLnBrk="1"/>
          <a:endParaRPr lang="ko-KR" altLang="en-US"/>
        </a:p>
      </dgm:t>
    </dgm:pt>
    <dgm:pt modelId="{80E03088-F42D-413F-94DC-421A34DE4211}">
      <dgm:prSet phldrT="[텍스트]"/>
      <dgm:spPr/>
      <dgm:t>
        <a:bodyPr/>
        <a:lstStyle/>
        <a:p>
          <a:pPr latinLnBrk="1"/>
          <a:r>
            <a:rPr lang="en-US" altLang="ko-KR" dirty="0" smtClean="0"/>
            <a:t>Align </a:t>
          </a:r>
          <a:r>
            <a:rPr lang="ko-KR" altLang="en-US" dirty="0" smtClean="0"/>
            <a:t>동작</a:t>
          </a:r>
          <a:endParaRPr lang="ko-KR" altLang="en-US" dirty="0"/>
        </a:p>
      </dgm:t>
    </dgm:pt>
    <dgm:pt modelId="{312DFB71-8764-4614-BD06-9B073A3ACB36}" type="parTrans" cxnId="{ECF82096-528B-4992-BAC1-67089F4EE637}">
      <dgm:prSet/>
      <dgm:spPr/>
      <dgm:t>
        <a:bodyPr/>
        <a:lstStyle/>
        <a:p>
          <a:pPr latinLnBrk="1"/>
          <a:endParaRPr lang="ko-KR" altLang="en-US"/>
        </a:p>
      </dgm:t>
    </dgm:pt>
    <dgm:pt modelId="{7AFD6B08-D414-41E7-8327-17799FE27A57}" type="sibTrans" cxnId="{ECF82096-528B-4992-BAC1-67089F4EE637}">
      <dgm:prSet/>
      <dgm:spPr/>
      <dgm:t>
        <a:bodyPr/>
        <a:lstStyle/>
        <a:p>
          <a:pPr latinLnBrk="1"/>
          <a:endParaRPr lang="ko-KR" altLang="en-US"/>
        </a:p>
      </dgm:t>
    </dgm:pt>
    <dgm:pt modelId="{C363CE39-DAE3-40AC-9158-D5E123644FDC}">
      <dgm:prSet phldrT="[텍스트]"/>
      <dgm:spPr/>
      <dgm:t>
        <a:bodyPr/>
        <a:lstStyle/>
        <a:p>
          <a:pPr latinLnBrk="1"/>
          <a:r>
            <a:rPr lang="en-US" altLang="ko-KR" dirty="0" smtClean="0"/>
            <a:t>Glass Contact </a:t>
          </a:r>
          <a:r>
            <a:rPr lang="ko-KR" altLang="en-US" dirty="0" smtClean="0"/>
            <a:t>위치 확인</a:t>
          </a:r>
          <a:endParaRPr lang="ko-KR" altLang="en-US" dirty="0"/>
        </a:p>
      </dgm:t>
    </dgm:pt>
    <dgm:pt modelId="{B236267A-10E3-42F0-8AAA-305051455687}" type="parTrans" cxnId="{5FA44096-C64F-4175-BAE0-13CB3079A5B4}">
      <dgm:prSet/>
      <dgm:spPr/>
      <dgm:t>
        <a:bodyPr/>
        <a:lstStyle/>
        <a:p>
          <a:pPr latinLnBrk="1"/>
          <a:endParaRPr lang="ko-KR" altLang="en-US"/>
        </a:p>
      </dgm:t>
    </dgm:pt>
    <dgm:pt modelId="{828712F7-EA55-4690-9CF8-A638DCD8E4DB}" type="sibTrans" cxnId="{5FA44096-C64F-4175-BAE0-13CB3079A5B4}">
      <dgm:prSet/>
      <dgm:spPr/>
      <dgm:t>
        <a:bodyPr/>
        <a:lstStyle/>
        <a:p>
          <a:pPr latinLnBrk="1"/>
          <a:endParaRPr lang="ko-KR" altLang="en-US"/>
        </a:p>
      </dgm:t>
    </dgm:pt>
    <dgm:pt modelId="{D5513E4B-29C4-4163-AC70-621CC5ADFC4B}">
      <dgm:prSet phldrT="[텍스트]"/>
      <dgm:spPr/>
      <dgm:t>
        <a:bodyPr/>
        <a:lstStyle/>
        <a:p>
          <a:pPr latinLnBrk="1"/>
          <a:r>
            <a:rPr lang="en-US" altLang="ko-KR" dirty="0" smtClean="0"/>
            <a:t>Contact</a:t>
          </a:r>
          <a:endParaRPr lang="ko-KR" altLang="en-US" dirty="0"/>
        </a:p>
      </dgm:t>
    </dgm:pt>
    <dgm:pt modelId="{1BD7E2E7-6261-4018-973C-68E4189B6CC1}" type="parTrans" cxnId="{B1D19FEB-B962-4FB4-AE54-84B4559A2A66}">
      <dgm:prSet/>
      <dgm:spPr/>
      <dgm:t>
        <a:bodyPr/>
        <a:lstStyle/>
        <a:p>
          <a:pPr latinLnBrk="1"/>
          <a:endParaRPr lang="ko-KR" altLang="en-US"/>
        </a:p>
      </dgm:t>
    </dgm:pt>
    <dgm:pt modelId="{F5227A3B-B8D4-4EE0-91C0-5041FC930373}" type="sibTrans" cxnId="{B1D19FEB-B962-4FB4-AE54-84B4559A2A66}">
      <dgm:prSet/>
      <dgm:spPr/>
      <dgm:t>
        <a:bodyPr/>
        <a:lstStyle/>
        <a:p>
          <a:pPr latinLnBrk="1"/>
          <a:endParaRPr lang="ko-KR" altLang="en-US"/>
        </a:p>
      </dgm:t>
    </dgm:pt>
    <dgm:pt modelId="{7F6CB3A1-65A5-4462-8A6D-F88C1CDD300D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시작</a:t>
          </a:r>
          <a:endParaRPr lang="ko-KR" altLang="en-US" dirty="0"/>
        </a:p>
      </dgm:t>
    </dgm:pt>
    <dgm:pt modelId="{C14A5CAF-5FF9-4B14-9768-A510C8EF7F50}" type="parTrans" cxnId="{1B28EC56-230D-4520-9758-88BDEB813C6D}">
      <dgm:prSet/>
      <dgm:spPr/>
      <dgm:t>
        <a:bodyPr/>
        <a:lstStyle/>
        <a:p>
          <a:pPr latinLnBrk="1"/>
          <a:endParaRPr lang="ko-KR" altLang="en-US"/>
        </a:p>
      </dgm:t>
    </dgm:pt>
    <dgm:pt modelId="{9634DB3F-B92A-4CC0-BBDF-AE53F901063A}" type="sibTrans" cxnId="{1B28EC56-230D-4520-9758-88BDEB813C6D}">
      <dgm:prSet/>
      <dgm:spPr/>
      <dgm:t>
        <a:bodyPr/>
        <a:lstStyle/>
        <a:p>
          <a:pPr latinLnBrk="1"/>
          <a:endParaRPr lang="ko-KR" altLang="en-US"/>
        </a:p>
      </dgm:t>
    </dgm:pt>
    <dgm:pt modelId="{E93A5C2E-5A45-42A9-9C10-E7CC6FECE1A0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종료</a:t>
          </a:r>
          <a:endParaRPr lang="ko-KR" altLang="en-US" dirty="0"/>
        </a:p>
      </dgm:t>
    </dgm:pt>
    <dgm:pt modelId="{150CDBCE-B37E-4B42-B654-C848C30AD379}" type="parTrans" cxnId="{608FDA67-7D20-4E57-8EB8-E842C1C97E4A}">
      <dgm:prSet/>
      <dgm:spPr/>
      <dgm:t>
        <a:bodyPr/>
        <a:lstStyle/>
        <a:p>
          <a:pPr latinLnBrk="1"/>
          <a:endParaRPr lang="ko-KR" altLang="en-US"/>
        </a:p>
      </dgm:t>
    </dgm:pt>
    <dgm:pt modelId="{14F918BF-778E-429D-A394-B3355394BB51}" type="sibTrans" cxnId="{608FDA67-7D20-4E57-8EB8-E842C1C97E4A}">
      <dgm:prSet/>
      <dgm:spPr/>
      <dgm:t>
        <a:bodyPr/>
        <a:lstStyle/>
        <a:p>
          <a:pPr latinLnBrk="1"/>
          <a:endParaRPr lang="ko-KR" altLang="en-US"/>
        </a:p>
      </dgm:t>
    </dgm:pt>
    <dgm:pt modelId="{8126F562-2F36-48FB-A9B2-E293001BC377}">
      <dgm:prSet phldrT="[텍스트]"/>
      <dgm:spPr/>
      <dgm:t>
        <a:bodyPr/>
        <a:lstStyle/>
        <a:p>
          <a:pPr latinLnBrk="1"/>
          <a:r>
            <a:rPr lang="en-US" altLang="ko-KR" dirty="0" smtClean="0"/>
            <a:t>Un-Contact</a:t>
          </a:r>
          <a:endParaRPr lang="ko-KR" altLang="en-US" dirty="0"/>
        </a:p>
      </dgm:t>
    </dgm:pt>
    <dgm:pt modelId="{7D907DED-4DC1-4A9B-8C79-B38C91043C91}" type="parTrans" cxnId="{EC1BF578-E508-4048-9788-D9752EC9E9E7}">
      <dgm:prSet/>
      <dgm:spPr/>
      <dgm:t>
        <a:bodyPr/>
        <a:lstStyle/>
        <a:p>
          <a:pPr latinLnBrk="1"/>
          <a:endParaRPr lang="ko-KR" altLang="en-US"/>
        </a:p>
      </dgm:t>
    </dgm:pt>
    <dgm:pt modelId="{116F9692-0919-4965-B6D5-025685A9EC65}" type="sibTrans" cxnId="{EC1BF578-E508-4048-9788-D9752EC9E9E7}">
      <dgm:prSet/>
      <dgm:spPr/>
      <dgm:t>
        <a:bodyPr/>
        <a:lstStyle/>
        <a:p>
          <a:pPr latinLnBrk="1"/>
          <a:endParaRPr lang="ko-KR" altLang="en-US"/>
        </a:p>
      </dgm:t>
    </dgm:pt>
    <dgm:pt modelId="{4329DD72-2647-4521-8D62-7751AF56A80E}">
      <dgm:prSet phldrT="[텍스트]"/>
      <dgm:spPr/>
      <dgm:t>
        <a:bodyPr/>
        <a:lstStyle/>
        <a:p>
          <a:pPr latinLnBrk="1"/>
          <a:r>
            <a:rPr lang="en-US" altLang="ko-KR" dirty="0" smtClean="0"/>
            <a:t>Glass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smtClean="0"/>
            <a:t>헤드 이동</a:t>
          </a:r>
          <a:endParaRPr lang="ko-KR" altLang="en-US" dirty="0"/>
        </a:p>
      </dgm:t>
    </dgm:pt>
    <dgm:pt modelId="{536EDB67-3070-416D-A803-7BD4A8F195F7}" type="sibTrans" cxnId="{7A8F7992-5CB9-4FEA-BAF5-94E62B612639}">
      <dgm:prSet/>
      <dgm:spPr/>
      <dgm:t>
        <a:bodyPr/>
        <a:lstStyle/>
        <a:p>
          <a:pPr latinLnBrk="1"/>
          <a:endParaRPr lang="ko-KR" altLang="en-US"/>
        </a:p>
      </dgm:t>
    </dgm:pt>
    <dgm:pt modelId="{465E4812-975C-47E9-9109-194F528AD15F}" type="parTrans" cxnId="{7A8F7992-5CB9-4FEA-BAF5-94E62B612639}">
      <dgm:prSet/>
      <dgm:spPr/>
      <dgm:t>
        <a:bodyPr/>
        <a:lstStyle/>
        <a:p>
          <a:pPr latinLnBrk="1"/>
          <a:endParaRPr lang="ko-KR" altLang="en-US"/>
        </a:p>
      </dgm:t>
    </dgm:pt>
    <dgm:pt modelId="{9862741B-0825-4BCF-A4E7-3A62C6527A3A}">
      <dgm:prSet phldrT="[텍스트]"/>
      <dgm:spPr/>
      <dgm:t>
        <a:bodyPr/>
        <a:lstStyle/>
        <a:p>
          <a:pPr latinLnBrk="1"/>
          <a:r>
            <a:rPr lang="ko-KR" altLang="en-US" dirty="0" smtClean="0"/>
            <a:t>특성 </a:t>
          </a:r>
          <a:r>
            <a:rPr lang="en-US" altLang="ko-KR" dirty="0" smtClean="0"/>
            <a:t>/ </a:t>
          </a:r>
          <a:r>
            <a:rPr lang="ko-KR" altLang="en-US" dirty="0" smtClean="0"/>
            <a:t>화질 </a:t>
          </a:r>
          <a:r>
            <a:rPr lang="en-US" altLang="ko-KR" dirty="0" smtClean="0"/>
            <a:t>/ </a:t>
          </a:r>
          <a:r>
            <a:rPr lang="ko-KR" altLang="en-US" dirty="0" err="1" smtClean="0"/>
            <a:t>시야각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err="1" smtClean="0"/>
            <a:t>색이상</a:t>
          </a:r>
          <a:r>
            <a:rPr lang="ko-KR" altLang="en-US" dirty="0" smtClean="0"/>
            <a:t> </a:t>
          </a:r>
          <a:r>
            <a:rPr lang="en-US" altLang="ko-KR" dirty="0" smtClean="0"/>
            <a:t>/ LCR / TSP</a:t>
          </a:r>
          <a:endParaRPr lang="ko-KR" altLang="en-US" dirty="0"/>
        </a:p>
      </dgm:t>
    </dgm:pt>
    <dgm:pt modelId="{878906D7-F7F7-4CBB-B1B2-2E4B701BEB3A}" type="parTrans" cxnId="{2613B032-FADD-4953-AFC7-EA7FCC19CDE7}">
      <dgm:prSet/>
      <dgm:spPr/>
      <dgm:t>
        <a:bodyPr/>
        <a:lstStyle/>
        <a:p>
          <a:pPr latinLnBrk="1"/>
          <a:endParaRPr lang="ko-KR" altLang="en-US"/>
        </a:p>
      </dgm:t>
    </dgm:pt>
    <dgm:pt modelId="{16DE27E4-E6B7-4BFB-9619-B84B33F39514}" type="sibTrans" cxnId="{2613B032-FADD-4953-AFC7-EA7FCC19CDE7}">
      <dgm:prSet/>
      <dgm:spPr/>
      <dgm:t>
        <a:bodyPr/>
        <a:lstStyle/>
        <a:p>
          <a:pPr latinLnBrk="1"/>
          <a:endParaRPr lang="ko-KR" altLang="en-US"/>
        </a:p>
      </dgm:t>
    </dgm:pt>
    <dgm:pt modelId="{4FD47BCA-55EC-4F02-82D4-DE52471DE061}">
      <dgm:prSet phldrT="[텍스트]"/>
      <dgm:spPr/>
      <dgm:t>
        <a:bodyPr/>
        <a:lstStyle/>
        <a:p>
          <a:pPr latinLnBrk="1"/>
          <a:r>
            <a:rPr lang="en-US" altLang="ko-KR" dirty="0" smtClean="0"/>
            <a:t>Glass</a:t>
          </a:r>
          <a:r>
            <a:rPr lang="ko-KR" altLang="en-US" dirty="0" smtClean="0"/>
            <a:t> </a:t>
          </a:r>
          <a:r>
            <a:rPr lang="en-US" altLang="ko-KR" dirty="0" smtClean="0"/>
            <a:t>/ </a:t>
          </a:r>
          <a:r>
            <a:rPr lang="ko-KR" altLang="en-US" dirty="0" smtClean="0"/>
            <a:t>헤드 이동</a:t>
          </a:r>
          <a:endParaRPr lang="ko-KR" altLang="en-US" dirty="0"/>
        </a:p>
      </dgm:t>
    </dgm:pt>
    <dgm:pt modelId="{9400F6DE-24A6-41CC-A50F-ACE238460966}" type="parTrans" cxnId="{A7461F4D-FFC2-4021-9A66-C5A63EDEF3CB}">
      <dgm:prSet/>
      <dgm:spPr/>
      <dgm:t>
        <a:bodyPr/>
        <a:lstStyle/>
        <a:p>
          <a:pPr latinLnBrk="1"/>
          <a:endParaRPr lang="ko-KR" altLang="en-US"/>
        </a:p>
      </dgm:t>
    </dgm:pt>
    <dgm:pt modelId="{048A272D-FE34-4CD0-8430-82FB9FA7C55C}" type="sibTrans" cxnId="{A7461F4D-FFC2-4021-9A66-C5A63EDEF3CB}">
      <dgm:prSet/>
      <dgm:spPr/>
      <dgm:t>
        <a:bodyPr/>
        <a:lstStyle/>
        <a:p>
          <a:pPr latinLnBrk="1"/>
          <a:endParaRPr lang="ko-KR" altLang="en-US"/>
        </a:p>
      </dgm:t>
    </dgm:pt>
    <dgm:pt modelId="{F1A7852B-2AF1-42A6-8546-C2B149D3B7A1}">
      <dgm:prSet phldrT="[텍스트]"/>
      <dgm:spPr/>
      <dgm:t>
        <a:bodyPr/>
        <a:lstStyle/>
        <a:p>
          <a:pPr latinLnBrk="1"/>
          <a:r>
            <a:rPr lang="en-US" altLang="ko-KR" dirty="0" smtClean="0"/>
            <a:t>Glass Contact </a:t>
          </a:r>
          <a:r>
            <a:rPr lang="ko-KR" altLang="en-US" dirty="0" smtClean="0"/>
            <a:t>위치 확인</a:t>
          </a:r>
          <a:endParaRPr lang="ko-KR" altLang="en-US" dirty="0"/>
        </a:p>
      </dgm:t>
    </dgm:pt>
    <dgm:pt modelId="{3AA6A6ED-36AC-4A0E-B829-4DE2F7C3D414}" type="parTrans" cxnId="{BBCDC9A4-5D5B-4044-83F6-9198EB373B31}">
      <dgm:prSet/>
      <dgm:spPr/>
      <dgm:t>
        <a:bodyPr/>
        <a:lstStyle/>
        <a:p>
          <a:pPr latinLnBrk="1"/>
          <a:endParaRPr lang="ko-KR" altLang="en-US"/>
        </a:p>
      </dgm:t>
    </dgm:pt>
    <dgm:pt modelId="{E72CAD15-3553-4A19-8685-5DAA0C6CAE26}" type="sibTrans" cxnId="{BBCDC9A4-5D5B-4044-83F6-9198EB373B31}">
      <dgm:prSet/>
      <dgm:spPr/>
      <dgm:t>
        <a:bodyPr/>
        <a:lstStyle/>
        <a:p>
          <a:pPr latinLnBrk="1"/>
          <a:endParaRPr lang="ko-KR" altLang="en-US"/>
        </a:p>
      </dgm:t>
    </dgm:pt>
    <dgm:pt modelId="{F99A1404-F27F-4961-BEA5-91A462D3DCE1}">
      <dgm:prSet phldrT="[텍스트]"/>
      <dgm:spPr/>
      <dgm:t>
        <a:bodyPr/>
        <a:lstStyle/>
        <a:p>
          <a:pPr latinLnBrk="1"/>
          <a:r>
            <a:rPr lang="en-US" altLang="ko-KR" dirty="0" smtClean="0"/>
            <a:t>Contact</a:t>
          </a:r>
          <a:endParaRPr lang="ko-KR" altLang="en-US" dirty="0"/>
        </a:p>
      </dgm:t>
    </dgm:pt>
    <dgm:pt modelId="{85419158-BA5B-4208-B97B-636F0D4FDAB9}" type="parTrans" cxnId="{DB91C636-6F9A-4503-8BD9-7C3C23EA145E}">
      <dgm:prSet/>
      <dgm:spPr/>
      <dgm:t>
        <a:bodyPr/>
        <a:lstStyle/>
        <a:p>
          <a:pPr latinLnBrk="1"/>
          <a:endParaRPr lang="ko-KR" altLang="en-US"/>
        </a:p>
      </dgm:t>
    </dgm:pt>
    <dgm:pt modelId="{DCAD61C7-0369-42CC-9AE2-188A4709330A}" type="sibTrans" cxnId="{DB91C636-6F9A-4503-8BD9-7C3C23EA145E}">
      <dgm:prSet/>
      <dgm:spPr/>
      <dgm:t>
        <a:bodyPr/>
        <a:lstStyle/>
        <a:p>
          <a:pPr latinLnBrk="1"/>
          <a:endParaRPr lang="ko-KR" altLang="en-US"/>
        </a:p>
      </dgm:t>
    </dgm:pt>
    <dgm:pt modelId="{94C2935B-BAEA-451B-843A-B75A84F82CC0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시작</a:t>
          </a:r>
          <a:endParaRPr lang="ko-KR" altLang="en-US" dirty="0"/>
        </a:p>
      </dgm:t>
    </dgm:pt>
    <dgm:pt modelId="{A16D2F6A-C694-49C6-8BF6-43FE29DD3EE6}" type="parTrans" cxnId="{BEB1ADF7-9E62-4457-AF28-B6AB74CACF7A}">
      <dgm:prSet/>
      <dgm:spPr/>
      <dgm:t>
        <a:bodyPr/>
        <a:lstStyle/>
        <a:p>
          <a:pPr latinLnBrk="1"/>
          <a:endParaRPr lang="ko-KR" altLang="en-US"/>
        </a:p>
      </dgm:t>
    </dgm:pt>
    <dgm:pt modelId="{62CF818F-684A-45ED-924A-D5469F89F23F}" type="sibTrans" cxnId="{BEB1ADF7-9E62-4457-AF28-B6AB74CACF7A}">
      <dgm:prSet/>
      <dgm:spPr/>
      <dgm:t>
        <a:bodyPr/>
        <a:lstStyle/>
        <a:p>
          <a:pPr latinLnBrk="1"/>
          <a:endParaRPr lang="ko-KR" altLang="en-US"/>
        </a:p>
      </dgm:t>
    </dgm:pt>
    <dgm:pt modelId="{9CBE42BB-234D-4426-B4C8-77C96EEBFA7C}">
      <dgm:prSet phldrT="[텍스트]"/>
      <dgm:spPr/>
      <dgm:t>
        <a:bodyPr/>
        <a:lstStyle/>
        <a:p>
          <a:pPr latinLnBrk="1"/>
          <a:r>
            <a:rPr lang="ko-KR" altLang="en-US" dirty="0" smtClean="0"/>
            <a:t>검사 종료</a:t>
          </a:r>
          <a:endParaRPr lang="ko-KR" altLang="en-US" dirty="0"/>
        </a:p>
      </dgm:t>
    </dgm:pt>
    <dgm:pt modelId="{6FE7237D-2583-4C25-A212-7AFD097272A1}" type="parTrans" cxnId="{160DB3C5-4FB3-4FDD-8F17-9DAB666164A8}">
      <dgm:prSet/>
      <dgm:spPr/>
      <dgm:t>
        <a:bodyPr/>
        <a:lstStyle/>
        <a:p>
          <a:pPr latinLnBrk="1"/>
          <a:endParaRPr lang="ko-KR" altLang="en-US"/>
        </a:p>
      </dgm:t>
    </dgm:pt>
    <dgm:pt modelId="{FC052E70-E664-4F25-95C5-E0FD851EB8F5}" type="sibTrans" cxnId="{160DB3C5-4FB3-4FDD-8F17-9DAB666164A8}">
      <dgm:prSet/>
      <dgm:spPr/>
      <dgm:t>
        <a:bodyPr/>
        <a:lstStyle/>
        <a:p>
          <a:pPr latinLnBrk="1"/>
          <a:endParaRPr lang="ko-KR" altLang="en-US"/>
        </a:p>
      </dgm:t>
    </dgm:pt>
    <dgm:pt modelId="{428A4248-E7A0-4125-806F-26E4A5FD3066}">
      <dgm:prSet phldrT="[텍스트]"/>
      <dgm:spPr/>
      <dgm:t>
        <a:bodyPr/>
        <a:lstStyle/>
        <a:p>
          <a:pPr latinLnBrk="1"/>
          <a:r>
            <a:rPr lang="en-US" altLang="ko-KR" dirty="0" smtClean="0"/>
            <a:t>Un-Contact</a:t>
          </a:r>
          <a:endParaRPr lang="ko-KR" altLang="en-US" dirty="0"/>
        </a:p>
      </dgm:t>
    </dgm:pt>
    <dgm:pt modelId="{9E53D879-F0F6-47F5-A6E8-D66B42580858}" type="parTrans" cxnId="{BFFD4D4E-8191-48AB-AF1D-D1D7AED7C342}">
      <dgm:prSet/>
      <dgm:spPr/>
      <dgm:t>
        <a:bodyPr/>
        <a:lstStyle/>
        <a:p>
          <a:pPr latinLnBrk="1"/>
          <a:endParaRPr lang="ko-KR" altLang="en-US"/>
        </a:p>
      </dgm:t>
    </dgm:pt>
    <dgm:pt modelId="{7680FF59-E976-46DE-A7AA-35380E3F1426}" type="sibTrans" cxnId="{BFFD4D4E-8191-48AB-AF1D-D1D7AED7C342}">
      <dgm:prSet/>
      <dgm:spPr/>
      <dgm:t>
        <a:bodyPr/>
        <a:lstStyle/>
        <a:p>
          <a:pPr latinLnBrk="1"/>
          <a:endParaRPr lang="ko-KR" altLang="en-US"/>
        </a:p>
      </dgm:t>
    </dgm:pt>
    <dgm:pt modelId="{AE52379A-9BF4-4B74-AB37-736B55538F61}" type="pres">
      <dgm:prSet presAssocID="{43A5BE0E-73A1-48A2-8897-3AA62E7843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E5BB20D-DB0C-401E-AA72-C3EE8182481B}" type="pres">
      <dgm:prSet presAssocID="{40950B9A-2AD9-4B07-A86E-A22003769AE9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635CFE1-F483-4694-945A-7581FA536F45}" type="pres">
      <dgm:prSet presAssocID="{40950B9A-2AD9-4B07-A86E-A22003769AE9}" presName="childText" presStyleLbl="revTx" presStyleIdx="0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42C90B1-E91F-45F0-8F99-1785C7B06C19}" type="pres">
      <dgm:prSet presAssocID="{AFEDF836-1686-48BA-9E8B-894E1E96C04A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6AC2010-7C8F-42DC-BD57-8BAA5B767E08}" type="pres">
      <dgm:prSet presAssocID="{AFEDF836-1686-48BA-9E8B-894E1E96C04A}" presName="childText" presStyleLbl="revTx" presStyleIdx="1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489C868-F423-4036-8C8E-09942BADB12D}" type="pres">
      <dgm:prSet presAssocID="{07AEBE6F-7E4E-4A1F-9342-D08E3B6DB885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EA6E224-1969-41C6-AA3A-1857E2050B56}" type="pres">
      <dgm:prSet presAssocID="{07AEBE6F-7E4E-4A1F-9342-D08E3B6DB885}" presName="childText" presStyleLbl="revTx" presStyleIdx="2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839A564-218D-4978-BBDC-0003FAEFB194}" type="pres">
      <dgm:prSet presAssocID="{EC22AD05-0810-46A5-AD43-8F8D33D115FE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1A3372E-D531-4086-997D-FAE7310D8350}" type="pres">
      <dgm:prSet presAssocID="{EC22AD05-0810-46A5-AD43-8F8D33D115FE}" presName="childText" presStyleLbl="revTx" presStyleIdx="3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65B398-4E09-4CDC-AD33-BD436E9E06BB}" type="pres">
      <dgm:prSet presAssocID="{370D2470-7251-4A50-B31B-DA30CC2C17B2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98BF104-26D2-47A7-93FF-12C65C24B0D6}" type="pres">
      <dgm:prSet presAssocID="{370D2470-7251-4A50-B31B-DA30CC2C17B2}" presName="childText" presStyleLbl="revTx" presStyleIdx="4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0616FE2-8B46-418B-9AF5-8A26782861DF}" type="pres">
      <dgm:prSet presAssocID="{6F334747-2537-460E-83D3-DD963B24001E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F2BFF7F-5FC6-4A09-B76D-39CA992387DF}" type="pres">
      <dgm:prSet presAssocID="{6F334747-2537-460E-83D3-DD963B24001E}" presName="childText" presStyleLbl="revTx" presStyleIdx="5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7BDEE0C-D837-4B21-A5C8-57CCBD674439}" type="pres">
      <dgm:prSet presAssocID="{CF20877A-F834-44FB-A391-311232DE1263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674C4E9-6295-45BB-B331-894DDA787D52}" type="pres">
      <dgm:prSet presAssocID="{CF20877A-F834-44FB-A391-311232DE1263}" presName="childText" presStyleLbl="revTx" presStyleIdx="6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E13B7DBB-5505-438A-940C-9CBD021CDF93}" type="presOf" srcId="{E93A5C2E-5A45-42A9-9C10-E7CC6FECE1A0}" destId="{D1A3372E-D531-4086-997D-FAE7310D8350}" srcOrd="0" destOrd="5" presId="urn:microsoft.com/office/officeart/2005/8/layout/vList2"/>
    <dgm:cxn modelId="{D3588309-C793-42D0-95F6-92D5C7582B6F}" srcId="{370D2470-7251-4A50-B31B-DA30CC2C17B2}" destId="{370EA90F-0061-40B6-B5F9-FBA9B80DA1E9}" srcOrd="0" destOrd="0" parTransId="{797D16F4-4DC0-463A-9D9A-D61DAE6A11AC}" sibTransId="{76C288DF-A8D3-49DF-937C-389CADCD0B55}"/>
    <dgm:cxn modelId="{76B11F8F-6B2D-4EC8-8B8D-09292145E901}" type="presOf" srcId="{07AEBE6F-7E4E-4A1F-9342-D08E3B6DB885}" destId="{F489C868-F423-4036-8C8E-09942BADB12D}" srcOrd="0" destOrd="0" presId="urn:microsoft.com/office/officeart/2005/8/layout/vList2"/>
    <dgm:cxn modelId="{93F6FE27-6F79-4331-AFB6-6D806C232901}" srcId="{43A5BE0E-73A1-48A2-8897-3AA62E78439D}" destId="{370D2470-7251-4A50-B31B-DA30CC2C17B2}" srcOrd="4" destOrd="0" parTransId="{B40BEF6A-8DD4-456E-BC97-ECD96408E518}" sibTransId="{B3B6D494-0508-4FAF-A04D-A6078D4EBE91}"/>
    <dgm:cxn modelId="{0738FFCD-4EE8-401A-B353-FA4699849C39}" srcId="{CF20877A-F834-44FB-A391-311232DE1263}" destId="{2E7302AF-8692-40E0-813D-C24FB9725F42}" srcOrd="0" destOrd="0" parTransId="{DC6A7217-7535-4394-B15E-EEDE27004597}" sibTransId="{D1A25AD9-2DAE-4383-94EF-EC5AAE944072}"/>
    <dgm:cxn modelId="{39601E1A-4885-41E7-9951-882F188DF9EE}" type="presOf" srcId="{F1A7852B-2AF1-42A6-8546-C2B149D3B7A1}" destId="{D1A3372E-D531-4086-997D-FAE7310D8350}" srcOrd="0" destOrd="9" presId="urn:microsoft.com/office/officeart/2005/8/layout/vList2"/>
    <dgm:cxn modelId="{A340140E-C6B7-4EA7-A953-8D6247EA6641}" type="presOf" srcId="{4329DD72-2647-4521-8D62-7751AF56A80E}" destId="{D1A3372E-D531-4086-997D-FAE7310D8350}" srcOrd="0" destOrd="1" presId="urn:microsoft.com/office/officeart/2005/8/layout/vList2"/>
    <dgm:cxn modelId="{8653DAE4-0EBF-4CF9-8361-0BEC563DFBA5}" type="presOf" srcId="{D5513E4B-29C4-4163-AC70-621CC5ADFC4B}" destId="{D1A3372E-D531-4086-997D-FAE7310D8350}" srcOrd="0" destOrd="3" presId="urn:microsoft.com/office/officeart/2005/8/layout/vList2"/>
    <dgm:cxn modelId="{5DB77A09-903A-418A-9101-3F9C0AF4D842}" type="presOf" srcId="{8126F562-2F36-48FB-A9B2-E293001BC377}" destId="{D1A3372E-D531-4086-997D-FAE7310D8350}" srcOrd="0" destOrd="6" presId="urn:microsoft.com/office/officeart/2005/8/layout/vList2"/>
    <dgm:cxn modelId="{C8FD960A-3A44-4136-A045-C8F25780FDC3}" type="presOf" srcId="{77A4BA5E-33CA-4537-9817-5796343E3ED5}" destId="{3F2BFF7F-5FC6-4A09-B76D-39CA992387DF}" srcOrd="0" destOrd="0" presId="urn:microsoft.com/office/officeart/2005/8/layout/vList2"/>
    <dgm:cxn modelId="{A2305E23-FEFD-432E-84DE-A240773EFCCF}" type="presOf" srcId="{9273F284-EB71-4FCC-8D1D-5E9E2969B324}" destId="{8635CFE1-F483-4694-945A-7581FA536F45}" srcOrd="0" destOrd="1" presId="urn:microsoft.com/office/officeart/2005/8/layout/vList2"/>
    <dgm:cxn modelId="{A29E4978-3697-4FBB-BE0A-2AF673DF9F20}" type="presOf" srcId="{428A4248-E7A0-4125-806F-26E4A5FD3066}" destId="{D1A3372E-D531-4086-997D-FAE7310D8350}" srcOrd="0" destOrd="13" presId="urn:microsoft.com/office/officeart/2005/8/layout/vList2"/>
    <dgm:cxn modelId="{0ED29776-74D8-46C6-A955-10F90A5A327E}" srcId="{40950B9A-2AD9-4B07-A86E-A22003769AE9}" destId="{B7F8F49B-1976-48D6-A87E-8A30F56A873D}" srcOrd="0" destOrd="0" parTransId="{26AA80B8-90B3-477F-8F56-F34C11BAC408}" sibTransId="{813938A6-E107-4150-8EA1-761723105ADE}"/>
    <dgm:cxn modelId="{4C21868B-427B-4B96-8022-26757181B0D0}" srcId="{AFEDF836-1686-48BA-9E8B-894E1E96C04A}" destId="{9623C977-2DD5-4837-89A3-7920EB2B98B9}" srcOrd="2" destOrd="0" parTransId="{9678BA6C-F612-4C07-9D33-890E5791B778}" sibTransId="{E57CF23E-E7D4-4FCE-B790-3EFDA3AC06D0}"/>
    <dgm:cxn modelId="{2EC606B7-7E52-4AF6-8C1B-93782FB33DA5}" srcId="{EC22AD05-0810-46A5-AD43-8F8D33D115FE}" destId="{1C7DB5DB-D4FC-458C-9C8B-877523C63A1F}" srcOrd="0" destOrd="0" parTransId="{AE2E24CF-8927-4658-ACAF-0FD07AE479AC}" sibTransId="{51317B7B-FEFF-492D-B7D4-C7219C2CDD2B}"/>
    <dgm:cxn modelId="{E1901748-12FE-4B30-9200-DF13B84DBB39}" srcId="{AFEDF836-1686-48BA-9E8B-894E1E96C04A}" destId="{5B538B6D-4729-4859-936F-2B75F28F7639}" srcOrd="0" destOrd="0" parTransId="{49B61480-A3AF-4F50-AA89-4D1678A3E344}" sibTransId="{384E1F4F-D2FA-465E-B57A-92F5B3750EC4}"/>
    <dgm:cxn modelId="{246BDC06-8E25-45E0-B82C-A3C99D661CC8}" type="presOf" srcId="{2C7E49A1-5EE0-4601-B6A4-552A5C8B4124}" destId="{CEA6E224-1969-41C6-AA3A-1857E2050B56}" srcOrd="0" destOrd="1" presId="urn:microsoft.com/office/officeart/2005/8/layout/vList2"/>
    <dgm:cxn modelId="{A8FECE5F-DE39-407C-B1C2-E31436FC71F0}" type="presOf" srcId="{6F334747-2537-460E-83D3-DD963B24001E}" destId="{40616FE2-8B46-418B-9AF5-8A26782861DF}" srcOrd="0" destOrd="0" presId="urn:microsoft.com/office/officeart/2005/8/layout/vList2"/>
    <dgm:cxn modelId="{EA2D2E78-D3E4-4AA0-ADAF-6C735703E622}" srcId="{43A5BE0E-73A1-48A2-8897-3AA62E78439D}" destId="{6F334747-2537-460E-83D3-DD963B24001E}" srcOrd="5" destOrd="0" parTransId="{8B5A0A65-1A01-42DC-AFBD-F3B613CC9649}" sibTransId="{B4957D76-9BB5-456C-9861-22CF2FC0C299}"/>
    <dgm:cxn modelId="{5FA44096-C64F-4175-BAE0-13CB3079A5B4}" srcId="{1C7DB5DB-D4FC-458C-9C8B-877523C63A1F}" destId="{C363CE39-DAE3-40AC-9158-D5E123644FDC}" srcOrd="1" destOrd="0" parTransId="{B236267A-10E3-42F0-8AAA-305051455687}" sibTransId="{828712F7-EA55-4690-9CF8-A638DCD8E4DB}"/>
    <dgm:cxn modelId="{FD8282DB-39E2-48A9-B29D-E378B30E14D6}" type="presOf" srcId="{C363CE39-DAE3-40AC-9158-D5E123644FDC}" destId="{D1A3372E-D531-4086-997D-FAE7310D8350}" srcOrd="0" destOrd="2" presId="urn:microsoft.com/office/officeart/2005/8/layout/vList2"/>
    <dgm:cxn modelId="{25403941-3C53-4FD3-A90E-F3CAFE574152}" type="presOf" srcId="{BAA94F9D-33AC-46A5-AF53-8E6C31C9AED1}" destId="{46AC2010-7C8F-42DC-BD57-8BAA5B767E08}" srcOrd="0" destOrd="1" presId="urn:microsoft.com/office/officeart/2005/8/layout/vList2"/>
    <dgm:cxn modelId="{B4CC39BD-D4AA-4E85-B75B-8B81F7289E56}" type="presOf" srcId="{1C7DB5DB-D4FC-458C-9C8B-877523C63A1F}" destId="{D1A3372E-D531-4086-997D-FAE7310D8350}" srcOrd="0" destOrd="0" presId="urn:microsoft.com/office/officeart/2005/8/layout/vList2"/>
    <dgm:cxn modelId="{411F180B-72F0-42A7-9159-0E9DC5801060}" type="presOf" srcId="{CF20877A-F834-44FB-A391-311232DE1263}" destId="{87BDEE0C-D837-4B21-A5C8-57CCBD674439}" srcOrd="0" destOrd="0" presId="urn:microsoft.com/office/officeart/2005/8/layout/vList2"/>
    <dgm:cxn modelId="{76C8EABC-15EF-4768-8BBF-B0AA8A51360F}" srcId="{6F334747-2537-460E-83D3-DD963B24001E}" destId="{77A4BA5E-33CA-4537-9817-5796343E3ED5}" srcOrd="0" destOrd="0" parTransId="{4182FD19-55BF-4F87-8459-C498C513F6D6}" sibTransId="{6D5D6398-70DF-4A91-B36E-9B97E6751FB5}"/>
    <dgm:cxn modelId="{0D58163F-30E2-4D7E-89A4-A92B1F634D9A}" srcId="{43A5BE0E-73A1-48A2-8897-3AA62E78439D}" destId="{CF20877A-F834-44FB-A391-311232DE1263}" srcOrd="6" destOrd="0" parTransId="{59A4E1DE-5768-47A1-B703-B240DC3C19C8}" sibTransId="{E73C1EDF-5FA4-4086-872A-EAA17A296898}"/>
    <dgm:cxn modelId="{F1C165C0-BD55-4750-A586-BC43126C55EF}" type="presOf" srcId="{9CBE42BB-234D-4426-B4C8-77C96EEBFA7C}" destId="{D1A3372E-D531-4086-997D-FAE7310D8350}" srcOrd="0" destOrd="12" presId="urn:microsoft.com/office/officeart/2005/8/layout/vList2"/>
    <dgm:cxn modelId="{30C9BB37-AE23-41A9-B631-F50130DB1D60}" type="presOf" srcId="{B7F8F49B-1976-48D6-A87E-8A30F56A873D}" destId="{8635CFE1-F483-4694-945A-7581FA536F45}" srcOrd="0" destOrd="0" presId="urn:microsoft.com/office/officeart/2005/8/layout/vList2"/>
    <dgm:cxn modelId="{401E578D-BD1D-456A-800B-6435D1C61740}" type="presOf" srcId="{43A5BE0E-73A1-48A2-8897-3AA62E78439D}" destId="{AE52379A-9BF4-4B74-AB37-736B55538F61}" srcOrd="0" destOrd="0" presId="urn:microsoft.com/office/officeart/2005/8/layout/vList2"/>
    <dgm:cxn modelId="{BEB1ADF7-9E62-4457-AF28-B6AB74CACF7A}" srcId="{9862741B-0825-4BCF-A4E7-3A62C6527A3A}" destId="{94C2935B-BAEA-451B-843A-B75A84F82CC0}" srcOrd="3" destOrd="0" parTransId="{A16D2F6A-C694-49C6-8BF6-43FE29DD3EE6}" sibTransId="{62CF818F-684A-45ED-924A-D5469F89F23F}"/>
    <dgm:cxn modelId="{634E915A-E2F4-466C-AEAA-8D8FAC0113FE}" srcId="{43A5BE0E-73A1-48A2-8897-3AA62E78439D}" destId="{AFEDF836-1686-48BA-9E8B-894E1E96C04A}" srcOrd="1" destOrd="0" parTransId="{0077F825-A562-4B62-B7E1-69FAB3AA8A35}" sibTransId="{21A866E0-2D79-458E-8134-EC5D0DD5DB3D}"/>
    <dgm:cxn modelId="{4321FC5E-C8DE-45A1-8994-3E417E96EC06}" type="presOf" srcId="{94C2935B-BAEA-451B-843A-B75A84F82CC0}" destId="{D1A3372E-D531-4086-997D-FAE7310D8350}" srcOrd="0" destOrd="11" presId="urn:microsoft.com/office/officeart/2005/8/layout/vList2"/>
    <dgm:cxn modelId="{2613B032-FADD-4953-AFC7-EA7FCC19CDE7}" srcId="{EC22AD05-0810-46A5-AD43-8F8D33D115FE}" destId="{9862741B-0825-4BCF-A4E7-3A62C6527A3A}" srcOrd="1" destOrd="0" parTransId="{878906D7-F7F7-4CBB-B1B2-2E4B701BEB3A}" sibTransId="{16DE27E4-E6B7-4BFB-9619-B84B33F39514}"/>
    <dgm:cxn modelId="{C8CCC4E0-C5D1-4E89-BEB3-DBFF09DD41CA}" type="presOf" srcId="{B5EAE202-B654-4B0D-BE19-CAC8F5401225}" destId="{8635CFE1-F483-4694-945A-7581FA536F45}" srcOrd="0" destOrd="2" presId="urn:microsoft.com/office/officeart/2005/8/layout/vList2"/>
    <dgm:cxn modelId="{BFFD4D4E-8191-48AB-AF1D-D1D7AED7C342}" srcId="{9862741B-0825-4BCF-A4E7-3A62C6527A3A}" destId="{428A4248-E7A0-4125-806F-26E4A5FD3066}" srcOrd="5" destOrd="0" parTransId="{9E53D879-F0F6-47F5-A6E8-D66B42580858}" sibTransId="{7680FF59-E976-46DE-A7AA-35380E3F1426}"/>
    <dgm:cxn modelId="{EC1BF578-E508-4048-9788-D9752EC9E9E7}" srcId="{1C7DB5DB-D4FC-458C-9C8B-877523C63A1F}" destId="{8126F562-2F36-48FB-A9B2-E293001BC377}" srcOrd="5" destOrd="0" parTransId="{7D907DED-4DC1-4A9B-8C79-B38C91043C91}" sibTransId="{116F9692-0919-4965-B6D5-025685A9EC65}"/>
    <dgm:cxn modelId="{D3382FDA-D9E6-418C-A4B6-8F4F4F7D0743}" type="presOf" srcId="{370D2470-7251-4A50-B31B-DA30CC2C17B2}" destId="{4865B398-4E09-4CDC-AD33-BD436E9E06BB}" srcOrd="0" destOrd="0" presId="urn:microsoft.com/office/officeart/2005/8/layout/vList2"/>
    <dgm:cxn modelId="{160DB3C5-4FB3-4FDD-8F17-9DAB666164A8}" srcId="{9862741B-0825-4BCF-A4E7-3A62C6527A3A}" destId="{9CBE42BB-234D-4426-B4C8-77C96EEBFA7C}" srcOrd="4" destOrd="0" parTransId="{6FE7237D-2583-4C25-A212-7AFD097272A1}" sibTransId="{FC052E70-E664-4F25-95C5-E0FD851EB8F5}"/>
    <dgm:cxn modelId="{608FDA67-7D20-4E57-8EB8-E842C1C97E4A}" srcId="{1C7DB5DB-D4FC-458C-9C8B-877523C63A1F}" destId="{E93A5C2E-5A45-42A9-9C10-E7CC6FECE1A0}" srcOrd="4" destOrd="0" parTransId="{150CDBCE-B37E-4B42-B654-C848C30AD379}" sibTransId="{14F918BF-778E-429D-A394-B3355394BB51}"/>
    <dgm:cxn modelId="{7A8F7992-5CB9-4FEA-BAF5-94E62B612639}" srcId="{1C7DB5DB-D4FC-458C-9C8B-877523C63A1F}" destId="{4329DD72-2647-4521-8D62-7751AF56A80E}" srcOrd="0" destOrd="0" parTransId="{465E4812-975C-47E9-9109-194F528AD15F}" sibTransId="{536EDB67-3070-416D-A803-7BD4A8F195F7}"/>
    <dgm:cxn modelId="{DBE7B653-47FA-4D87-A7D6-8EC4F433EA06}" type="presOf" srcId="{9862741B-0825-4BCF-A4E7-3A62C6527A3A}" destId="{D1A3372E-D531-4086-997D-FAE7310D8350}" srcOrd="0" destOrd="7" presId="urn:microsoft.com/office/officeart/2005/8/layout/vList2"/>
    <dgm:cxn modelId="{CB201EB9-BE64-462C-B53C-1FC35E59692B}" srcId="{40950B9A-2AD9-4B07-A86E-A22003769AE9}" destId="{B5EAE202-B654-4B0D-BE19-CAC8F5401225}" srcOrd="2" destOrd="0" parTransId="{921AA3A4-623D-434F-ABE2-01BCB1DC11C7}" sibTransId="{A3CBFD3F-D9A6-48AD-B19B-FA9E433032FA}"/>
    <dgm:cxn modelId="{ECF82096-528B-4992-BAC1-67089F4EE637}" srcId="{07AEBE6F-7E4E-4A1F-9342-D08E3B6DB885}" destId="{80E03088-F42D-413F-94DC-421A34DE4211}" srcOrd="2" destOrd="0" parTransId="{312DFB71-8764-4614-BD06-9B073A3ACB36}" sibTransId="{7AFD6B08-D414-41E7-8327-17799FE27A57}"/>
    <dgm:cxn modelId="{05CA55D3-C03E-4636-8EEE-9D130779B1CD}" type="presOf" srcId="{BB58B720-603C-4671-89EE-40A82FE1DC8E}" destId="{CEA6E224-1969-41C6-AA3A-1857E2050B56}" srcOrd="0" destOrd="0" presId="urn:microsoft.com/office/officeart/2005/8/layout/vList2"/>
    <dgm:cxn modelId="{9EAD2641-4355-4E13-BEFB-D681C4753933}" srcId="{40950B9A-2AD9-4B07-A86E-A22003769AE9}" destId="{9273F284-EB71-4FCC-8D1D-5E9E2969B324}" srcOrd="1" destOrd="0" parTransId="{0D57FF69-B9A7-43A3-97BE-D443C5DA79AD}" sibTransId="{9D439C2B-DC7A-42C3-894E-00F8FA61EE03}"/>
    <dgm:cxn modelId="{A7461F4D-FFC2-4021-9A66-C5A63EDEF3CB}" srcId="{9862741B-0825-4BCF-A4E7-3A62C6527A3A}" destId="{4FD47BCA-55EC-4F02-82D4-DE52471DE061}" srcOrd="0" destOrd="0" parTransId="{9400F6DE-24A6-41CC-A50F-ACE238460966}" sibTransId="{048A272D-FE34-4CD0-8430-82FB9FA7C55C}"/>
    <dgm:cxn modelId="{4D719D2D-57F1-41C5-8ED4-8A588CAD97FF}" srcId="{07AEBE6F-7E4E-4A1F-9342-D08E3B6DB885}" destId="{2C7E49A1-5EE0-4601-B6A4-552A5C8B4124}" srcOrd="1" destOrd="0" parTransId="{79381C16-F628-4EA3-8ACC-8C551514AD46}" sibTransId="{6FE20FB1-0C9A-4E48-9B52-6C90BC3548F6}"/>
    <dgm:cxn modelId="{210B635C-4E00-44DA-AE84-2992FFCFD434}" type="presOf" srcId="{F99A1404-F27F-4961-BEA5-91A462D3DCE1}" destId="{D1A3372E-D531-4086-997D-FAE7310D8350}" srcOrd="0" destOrd="10" presId="urn:microsoft.com/office/officeart/2005/8/layout/vList2"/>
    <dgm:cxn modelId="{E9E43583-D5E0-4428-B89B-E0449A1D3C10}" type="presOf" srcId="{4FD47BCA-55EC-4F02-82D4-DE52471DE061}" destId="{D1A3372E-D531-4086-997D-FAE7310D8350}" srcOrd="0" destOrd="8" presId="urn:microsoft.com/office/officeart/2005/8/layout/vList2"/>
    <dgm:cxn modelId="{4F759EF9-737C-47B8-A1AD-6B8EFB1C5F76}" srcId="{AFEDF836-1686-48BA-9E8B-894E1E96C04A}" destId="{BAA94F9D-33AC-46A5-AF53-8E6C31C9AED1}" srcOrd="1" destOrd="0" parTransId="{12E0E422-F106-4B42-BFDA-BE17EB3F59FE}" sibTransId="{264C5F39-BE05-4EE1-A733-3B9FBE180146}"/>
    <dgm:cxn modelId="{1E518340-1743-4222-9434-616E1399316B}" type="presOf" srcId="{40950B9A-2AD9-4B07-A86E-A22003769AE9}" destId="{1E5BB20D-DB0C-401E-AA72-C3EE8182481B}" srcOrd="0" destOrd="0" presId="urn:microsoft.com/office/officeart/2005/8/layout/vList2"/>
    <dgm:cxn modelId="{DD1CA3F2-13F5-4400-BACC-A4A679A088F6}" srcId="{43A5BE0E-73A1-48A2-8897-3AA62E78439D}" destId="{40950B9A-2AD9-4B07-A86E-A22003769AE9}" srcOrd="0" destOrd="0" parTransId="{50C78E94-8684-46EE-A998-4D0788ACDE97}" sibTransId="{D5153E66-4049-48A9-8756-4ECB6BAEF2EA}"/>
    <dgm:cxn modelId="{6664D251-781D-4B19-AD21-2D8E01186E48}" type="presOf" srcId="{AFEDF836-1686-48BA-9E8B-894E1E96C04A}" destId="{A42C90B1-E91F-45F0-8F99-1785C7B06C19}" srcOrd="0" destOrd="0" presId="urn:microsoft.com/office/officeart/2005/8/layout/vList2"/>
    <dgm:cxn modelId="{00B84584-67EB-4DCD-B134-D03695AD7B5C}" type="presOf" srcId="{9623C977-2DD5-4837-89A3-7920EB2B98B9}" destId="{46AC2010-7C8F-42DC-BD57-8BAA5B767E08}" srcOrd="0" destOrd="2" presId="urn:microsoft.com/office/officeart/2005/8/layout/vList2"/>
    <dgm:cxn modelId="{DB91C636-6F9A-4503-8BD9-7C3C23EA145E}" srcId="{9862741B-0825-4BCF-A4E7-3A62C6527A3A}" destId="{F99A1404-F27F-4961-BEA5-91A462D3DCE1}" srcOrd="2" destOrd="0" parTransId="{85419158-BA5B-4208-B97B-636F0D4FDAB9}" sibTransId="{DCAD61C7-0369-42CC-9AE2-188A4709330A}"/>
    <dgm:cxn modelId="{44276D71-CB37-4DC8-90A1-E31F742E7D79}" srcId="{43A5BE0E-73A1-48A2-8897-3AA62E78439D}" destId="{EC22AD05-0810-46A5-AD43-8F8D33D115FE}" srcOrd="3" destOrd="0" parTransId="{16D13B8F-9C73-4574-B3A6-9E09D5845AB5}" sibTransId="{0E285DCE-E2BD-4D6A-BDC4-36902BCA9470}"/>
    <dgm:cxn modelId="{E9BA80F9-7585-4A5D-96F1-B29433804104}" type="presOf" srcId="{EC22AD05-0810-46A5-AD43-8F8D33D115FE}" destId="{2839A564-218D-4978-BBDC-0003FAEFB194}" srcOrd="0" destOrd="0" presId="urn:microsoft.com/office/officeart/2005/8/layout/vList2"/>
    <dgm:cxn modelId="{2D9CE82A-8D4B-4C93-89B4-5E20DE9B4EC2}" type="presOf" srcId="{370EA90F-0061-40B6-B5F9-FBA9B80DA1E9}" destId="{498BF104-26D2-47A7-93FF-12C65C24B0D6}" srcOrd="0" destOrd="0" presId="urn:microsoft.com/office/officeart/2005/8/layout/vList2"/>
    <dgm:cxn modelId="{179D92BB-FEB8-4790-8B07-C8488EBA6301}" type="presOf" srcId="{7F6CB3A1-65A5-4462-8A6D-F88C1CDD300D}" destId="{D1A3372E-D531-4086-997D-FAE7310D8350}" srcOrd="0" destOrd="4" presId="urn:microsoft.com/office/officeart/2005/8/layout/vList2"/>
    <dgm:cxn modelId="{7390E330-BCD7-4457-9BC0-5DA5C41B2EC9}" type="presOf" srcId="{80E03088-F42D-413F-94DC-421A34DE4211}" destId="{CEA6E224-1969-41C6-AA3A-1857E2050B56}" srcOrd="0" destOrd="2" presId="urn:microsoft.com/office/officeart/2005/8/layout/vList2"/>
    <dgm:cxn modelId="{163AC22F-1AC8-40BA-ABDE-960A9FB7A35D}" srcId="{43A5BE0E-73A1-48A2-8897-3AA62E78439D}" destId="{07AEBE6F-7E4E-4A1F-9342-D08E3B6DB885}" srcOrd="2" destOrd="0" parTransId="{1ED595CA-C84C-4160-9477-668856C1AE4E}" sibTransId="{5BABBCE8-8540-441C-9B7B-7316CF255137}"/>
    <dgm:cxn modelId="{D206082D-C20E-40AD-A65D-4E0A5F0FFDBB}" srcId="{07AEBE6F-7E4E-4A1F-9342-D08E3B6DB885}" destId="{BB58B720-603C-4671-89EE-40A82FE1DC8E}" srcOrd="0" destOrd="0" parTransId="{C184F2C1-24CE-47D2-B034-2D82DE6724C4}" sibTransId="{EB82CD5B-02AE-4AE1-8BA1-BFF38E85581B}"/>
    <dgm:cxn modelId="{8A274572-13C5-4905-B3BC-F5A5B2740AA7}" type="presOf" srcId="{2E7302AF-8692-40E0-813D-C24FB9725F42}" destId="{3674C4E9-6295-45BB-B331-894DDA787D52}" srcOrd="0" destOrd="0" presId="urn:microsoft.com/office/officeart/2005/8/layout/vList2"/>
    <dgm:cxn modelId="{89271E56-68C8-43E8-9FBF-2D61A06B3673}" type="presOf" srcId="{5B538B6D-4729-4859-936F-2B75F28F7639}" destId="{46AC2010-7C8F-42DC-BD57-8BAA5B767E08}" srcOrd="0" destOrd="0" presId="urn:microsoft.com/office/officeart/2005/8/layout/vList2"/>
    <dgm:cxn modelId="{BBCDC9A4-5D5B-4044-83F6-9198EB373B31}" srcId="{9862741B-0825-4BCF-A4E7-3A62C6527A3A}" destId="{F1A7852B-2AF1-42A6-8546-C2B149D3B7A1}" srcOrd="1" destOrd="0" parTransId="{3AA6A6ED-36AC-4A0E-B829-4DE2F7C3D414}" sibTransId="{E72CAD15-3553-4A19-8685-5DAA0C6CAE26}"/>
    <dgm:cxn modelId="{B1D19FEB-B962-4FB4-AE54-84B4559A2A66}" srcId="{1C7DB5DB-D4FC-458C-9C8B-877523C63A1F}" destId="{D5513E4B-29C4-4163-AC70-621CC5ADFC4B}" srcOrd="2" destOrd="0" parTransId="{1BD7E2E7-6261-4018-973C-68E4189B6CC1}" sibTransId="{F5227A3B-B8D4-4EE0-91C0-5041FC930373}"/>
    <dgm:cxn modelId="{1B28EC56-230D-4520-9758-88BDEB813C6D}" srcId="{1C7DB5DB-D4FC-458C-9C8B-877523C63A1F}" destId="{7F6CB3A1-65A5-4462-8A6D-F88C1CDD300D}" srcOrd="3" destOrd="0" parTransId="{C14A5CAF-5FF9-4B14-9768-A510C8EF7F50}" sibTransId="{9634DB3F-B92A-4CC0-BBDF-AE53F901063A}"/>
    <dgm:cxn modelId="{9083FBAC-2A30-447D-8139-9717C6EBF513}" type="presParOf" srcId="{AE52379A-9BF4-4B74-AB37-736B55538F61}" destId="{1E5BB20D-DB0C-401E-AA72-C3EE8182481B}" srcOrd="0" destOrd="0" presId="urn:microsoft.com/office/officeart/2005/8/layout/vList2"/>
    <dgm:cxn modelId="{1D8202DD-9BAE-433B-BA33-A505492825D4}" type="presParOf" srcId="{AE52379A-9BF4-4B74-AB37-736B55538F61}" destId="{8635CFE1-F483-4694-945A-7581FA536F45}" srcOrd="1" destOrd="0" presId="urn:microsoft.com/office/officeart/2005/8/layout/vList2"/>
    <dgm:cxn modelId="{544417F7-9087-48DC-9946-630B8E42A5EF}" type="presParOf" srcId="{AE52379A-9BF4-4B74-AB37-736B55538F61}" destId="{A42C90B1-E91F-45F0-8F99-1785C7B06C19}" srcOrd="2" destOrd="0" presId="urn:microsoft.com/office/officeart/2005/8/layout/vList2"/>
    <dgm:cxn modelId="{DFD57086-E398-4256-B072-1DC956CEED7A}" type="presParOf" srcId="{AE52379A-9BF4-4B74-AB37-736B55538F61}" destId="{46AC2010-7C8F-42DC-BD57-8BAA5B767E08}" srcOrd="3" destOrd="0" presId="urn:microsoft.com/office/officeart/2005/8/layout/vList2"/>
    <dgm:cxn modelId="{15CCA386-387B-488E-A5B0-284685C9EDF6}" type="presParOf" srcId="{AE52379A-9BF4-4B74-AB37-736B55538F61}" destId="{F489C868-F423-4036-8C8E-09942BADB12D}" srcOrd="4" destOrd="0" presId="urn:microsoft.com/office/officeart/2005/8/layout/vList2"/>
    <dgm:cxn modelId="{DB016B58-CD26-4D9E-894E-E6558CA890F7}" type="presParOf" srcId="{AE52379A-9BF4-4B74-AB37-736B55538F61}" destId="{CEA6E224-1969-41C6-AA3A-1857E2050B56}" srcOrd="5" destOrd="0" presId="urn:microsoft.com/office/officeart/2005/8/layout/vList2"/>
    <dgm:cxn modelId="{EB1E6AE1-148D-476D-87E6-00A645715419}" type="presParOf" srcId="{AE52379A-9BF4-4B74-AB37-736B55538F61}" destId="{2839A564-218D-4978-BBDC-0003FAEFB194}" srcOrd="6" destOrd="0" presId="urn:microsoft.com/office/officeart/2005/8/layout/vList2"/>
    <dgm:cxn modelId="{8FC2C29F-B204-419A-927E-74666CCCA556}" type="presParOf" srcId="{AE52379A-9BF4-4B74-AB37-736B55538F61}" destId="{D1A3372E-D531-4086-997D-FAE7310D8350}" srcOrd="7" destOrd="0" presId="urn:microsoft.com/office/officeart/2005/8/layout/vList2"/>
    <dgm:cxn modelId="{B3D65E0E-0B8D-4FD1-BE4B-6106DD57E1E6}" type="presParOf" srcId="{AE52379A-9BF4-4B74-AB37-736B55538F61}" destId="{4865B398-4E09-4CDC-AD33-BD436E9E06BB}" srcOrd="8" destOrd="0" presId="urn:microsoft.com/office/officeart/2005/8/layout/vList2"/>
    <dgm:cxn modelId="{38817FC5-EA7C-4A86-8707-E9298433DD9C}" type="presParOf" srcId="{AE52379A-9BF4-4B74-AB37-736B55538F61}" destId="{498BF104-26D2-47A7-93FF-12C65C24B0D6}" srcOrd="9" destOrd="0" presId="urn:microsoft.com/office/officeart/2005/8/layout/vList2"/>
    <dgm:cxn modelId="{E38C5156-76EE-4758-B768-5DE12240FB16}" type="presParOf" srcId="{AE52379A-9BF4-4B74-AB37-736B55538F61}" destId="{40616FE2-8B46-418B-9AF5-8A26782861DF}" srcOrd="10" destOrd="0" presId="urn:microsoft.com/office/officeart/2005/8/layout/vList2"/>
    <dgm:cxn modelId="{58B8D4EC-5A87-47C7-B3A0-3266C55BD4E2}" type="presParOf" srcId="{AE52379A-9BF4-4B74-AB37-736B55538F61}" destId="{3F2BFF7F-5FC6-4A09-B76D-39CA992387DF}" srcOrd="11" destOrd="0" presId="urn:microsoft.com/office/officeart/2005/8/layout/vList2"/>
    <dgm:cxn modelId="{14EC3C67-1AD8-4C36-8D63-F94A60EFF405}" type="presParOf" srcId="{AE52379A-9BF4-4B74-AB37-736B55538F61}" destId="{87BDEE0C-D837-4B21-A5C8-57CCBD674439}" srcOrd="12" destOrd="0" presId="urn:microsoft.com/office/officeart/2005/8/layout/vList2"/>
    <dgm:cxn modelId="{A5A896E5-D2EF-4577-B564-444BE78F51C5}" type="presParOf" srcId="{AE52379A-9BF4-4B74-AB37-736B55538F61}" destId="{3674C4E9-6295-45BB-B331-894DDA787D52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233586"/>
          <a:ext cx="4154951" cy="365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/>
            <a:t>초기화</a:t>
          </a:r>
          <a:endParaRPr lang="ko-KR" altLang="en-US" sz="1200" kern="1200" dirty="0"/>
        </a:p>
      </dsp:txBody>
      <dsp:txXfrm>
        <a:off x="17820" y="251406"/>
        <a:ext cx="4119311" cy="329400"/>
      </dsp:txXfrm>
    </dsp:sp>
    <dsp:sp modelId="{8635CFE1-F483-4694-945A-7581FA536F45}">
      <dsp:nvSpPr>
        <dsp:cNvPr id="0" name=""/>
        <dsp:cNvSpPr/>
      </dsp:nvSpPr>
      <dsp:spPr>
        <a:xfrm>
          <a:off x="0" y="585316"/>
          <a:ext cx="4154951" cy="466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5240" rIns="85344" bIns="15240" numCol="1" spcCol="1270" anchor="t" anchorCtr="0">
          <a:noAutofit/>
        </a:bodyPr>
        <a:lstStyle/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1.If (Life Pin Down)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Not Down </a:t>
          </a:r>
          <a:endParaRPr lang="ko-KR" altLang="en-US" sz="900" kern="1200" dirty="0"/>
        </a:p>
        <a:p>
          <a:pPr marL="171450" lvl="3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Life Pin Homing -&gt;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2.</a:t>
          </a:r>
          <a:r>
            <a:rPr lang="ko-KR" altLang="en-US" sz="900" kern="1200" dirty="0" err="1" smtClean="0"/>
            <a:t>시야각</a:t>
          </a:r>
          <a:r>
            <a:rPr lang="ko-KR" altLang="en-US" sz="900" kern="1200" dirty="0" smtClean="0"/>
            <a:t> </a:t>
          </a:r>
          <a:r>
            <a:rPr lang="en-US" altLang="ko-KR" sz="900" kern="1200" dirty="0" smtClean="0"/>
            <a:t>Z Homing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3.</a:t>
          </a:r>
          <a:r>
            <a:rPr lang="ko-KR" altLang="en-US" sz="900" kern="1200" dirty="0" smtClean="0"/>
            <a:t>화질 </a:t>
          </a:r>
          <a:r>
            <a:rPr lang="en-US" altLang="ko-KR" sz="900" kern="1200" dirty="0" smtClean="0"/>
            <a:t>Z</a:t>
          </a:r>
          <a:r>
            <a:rPr lang="ko-KR" altLang="en-US" sz="900" kern="1200" dirty="0" smtClean="0"/>
            <a:t> </a:t>
          </a:r>
          <a:r>
            <a:rPr lang="en-US" altLang="ko-KR" sz="900" kern="1200" dirty="0" smtClean="0"/>
            <a:t>Homing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Homing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4. Probe Z Homing -&gt;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5. Stage X / Y Homing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6. Probe Homing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 Y / Theta Homing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Probe1 XS Homing -&gt; Done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Probe2 XS Homing -&gt; Done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Probe3 XS Homing -&gt; Done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Probe4 XS Homing -&gt; Done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Probe5 XS Homing -&gt;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7.</a:t>
          </a:r>
          <a:r>
            <a:rPr lang="ko-KR" altLang="en-US" sz="900" kern="1200" dirty="0" smtClean="0"/>
            <a:t>나머지 </a:t>
          </a:r>
          <a:r>
            <a:rPr lang="en-US" altLang="ko-KR" sz="900" kern="1200" dirty="0" smtClean="0"/>
            <a:t>Homing(Life Pin </a:t>
          </a:r>
          <a:r>
            <a:rPr lang="ko-KR" altLang="en-US" sz="900" kern="1200" dirty="0" smtClean="0"/>
            <a:t>제외</a:t>
          </a:r>
          <a:r>
            <a:rPr lang="en-US" altLang="ko-KR" sz="900" kern="1200" dirty="0" smtClean="0"/>
            <a:t>)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Homing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Stage </a:t>
          </a:r>
          <a:r>
            <a:rPr lang="ko-KR" altLang="en-US" sz="900" kern="1200" dirty="0" smtClean="0"/>
            <a:t>상태 확인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Measure </a:t>
          </a:r>
          <a:r>
            <a:rPr lang="ko-KR" altLang="en-US" sz="900" kern="1200" dirty="0" smtClean="0"/>
            <a:t>상태</a:t>
          </a:r>
          <a:endParaRPr lang="ko-KR" altLang="en-US" sz="900" kern="1200" dirty="0"/>
        </a:p>
        <a:p>
          <a:pPr marL="171450" lvl="3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Ready </a:t>
          </a:r>
          <a:r>
            <a:rPr lang="ko-KR" altLang="en-US" sz="900" kern="1200" dirty="0" smtClean="0"/>
            <a:t>상태로 변경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Load </a:t>
          </a:r>
          <a:r>
            <a:rPr lang="ko-KR" altLang="en-US" sz="900" kern="1200" dirty="0" smtClean="0"/>
            <a:t>상태</a:t>
          </a:r>
          <a:endParaRPr lang="ko-KR" altLang="en-US" sz="900" kern="1200" dirty="0"/>
        </a:p>
        <a:p>
          <a:pPr marL="171450" lvl="3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900" kern="1200" dirty="0" err="1" smtClean="0"/>
            <a:t>알람</a:t>
          </a:r>
          <a:endParaRPr lang="ko-KR" altLang="en-US" sz="900" kern="1200" dirty="0"/>
        </a:p>
        <a:p>
          <a:pPr marL="114300" lvl="2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900" kern="1200" dirty="0" smtClean="0"/>
            <a:t>나머지</a:t>
          </a:r>
          <a:endParaRPr lang="ko-KR" altLang="en-US" sz="900" kern="1200" dirty="0"/>
        </a:p>
        <a:p>
          <a:pPr marL="171450" lvl="3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900" kern="1200" dirty="0" smtClean="0"/>
            <a:t>진행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Life Pin Homing -&gt; Done</a:t>
          </a:r>
          <a:endParaRPr lang="ko-KR" altLang="en-US" sz="900" kern="1200" dirty="0"/>
        </a:p>
        <a:p>
          <a:pPr marL="57150" lvl="1" indent="-57150" algn="l" defTabSz="4000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900" kern="1200" dirty="0" smtClean="0"/>
            <a:t>Move Safety</a:t>
          </a:r>
          <a:endParaRPr lang="ko-KR" altLang="en-US" sz="900" kern="1200" dirty="0"/>
        </a:p>
      </dsp:txBody>
      <dsp:txXfrm>
        <a:off x="0" y="585316"/>
        <a:ext cx="4154951" cy="46699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0"/>
          <a:ext cx="4154951" cy="5585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50" kern="1200" dirty="0" smtClean="0">
              <a:latin typeface="+mn-ea"/>
              <a:ea typeface="+mn-ea"/>
            </a:rPr>
            <a:t>화질 </a:t>
          </a:r>
          <a:r>
            <a:rPr lang="en-US" altLang="ko-KR" sz="1050" kern="1200" dirty="0" smtClean="0">
              <a:latin typeface="+mn-ea"/>
              <a:ea typeface="+mn-ea"/>
            </a:rPr>
            <a:t>/ </a:t>
          </a:r>
          <a:r>
            <a:rPr lang="ko-KR" altLang="en-US" sz="1050" kern="1200" dirty="0" err="1" smtClean="0">
              <a:latin typeface="+mn-ea"/>
              <a:ea typeface="+mn-ea"/>
            </a:rPr>
            <a:t>시야각</a:t>
          </a:r>
          <a:r>
            <a:rPr lang="ko-KR" altLang="en-US" sz="1050" kern="1200" dirty="0" smtClean="0">
              <a:latin typeface="+mn-ea"/>
              <a:ea typeface="+mn-ea"/>
            </a:rPr>
            <a:t> </a:t>
          </a:r>
          <a:r>
            <a:rPr lang="en-US" altLang="ko-KR" sz="1050" kern="1200" dirty="0" smtClean="0">
              <a:latin typeface="+mn-ea"/>
              <a:ea typeface="+mn-ea"/>
            </a:rPr>
            <a:t>Gantry </a:t>
          </a:r>
          <a:r>
            <a:rPr lang="ko-KR" altLang="en-US" sz="1050" kern="1200" dirty="0" smtClean="0">
              <a:latin typeface="+mn-ea"/>
              <a:ea typeface="+mn-ea"/>
            </a:rPr>
            <a:t>이동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27265" y="27265"/>
        <a:ext cx="4100421" cy="503998"/>
      </dsp:txXfrm>
    </dsp:sp>
    <dsp:sp modelId="{8635CFE1-F483-4694-945A-7581FA536F45}">
      <dsp:nvSpPr>
        <dsp:cNvPr id="0" name=""/>
        <dsp:cNvSpPr/>
      </dsp:nvSpPr>
      <dsp:spPr>
        <a:xfrm>
          <a:off x="0" y="548235"/>
          <a:ext cx="4154951" cy="2837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0160" rIns="56896" bIns="10160" numCol="1" spcCol="1270" anchor="t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화질 </a:t>
          </a:r>
          <a:r>
            <a:rPr lang="en-US" altLang="ko-KR" sz="800" kern="1200" dirty="0" smtClean="0">
              <a:latin typeface="+mn-ea"/>
              <a:ea typeface="+mn-ea"/>
            </a:rPr>
            <a:t>/ </a:t>
          </a: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Gantry </a:t>
          </a:r>
          <a:r>
            <a:rPr lang="ko-KR" altLang="en-US" sz="800" kern="1200" dirty="0" smtClean="0">
              <a:latin typeface="+mn-ea"/>
              <a:ea typeface="+mn-ea"/>
            </a:rPr>
            <a:t>간격 확인</a:t>
          </a:r>
          <a:r>
            <a:rPr lang="en-US" altLang="ko-KR" sz="800" kern="1200" dirty="0" smtClean="0">
              <a:latin typeface="+mn-ea"/>
              <a:ea typeface="+mn-ea"/>
            </a:rPr>
            <a:t>(</a:t>
          </a:r>
          <a:r>
            <a:rPr lang="ko-KR" altLang="en-US" sz="800" kern="1200" dirty="0" smtClean="0">
              <a:latin typeface="+mn-ea"/>
              <a:ea typeface="+mn-ea"/>
            </a:rPr>
            <a:t>최소 </a:t>
          </a:r>
          <a:r>
            <a:rPr lang="en-US" altLang="ko-KR" sz="800" kern="1200" dirty="0" smtClean="0">
              <a:latin typeface="+mn-ea"/>
              <a:ea typeface="+mn-ea"/>
            </a:rPr>
            <a:t>Gap </a:t>
          </a:r>
          <a:r>
            <a:rPr lang="ko-KR" altLang="en-US" sz="800" kern="1200" dirty="0" smtClean="0">
              <a:latin typeface="+mn-ea"/>
              <a:ea typeface="+mn-ea"/>
            </a:rPr>
            <a:t>설정</a:t>
          </a:r>
          <a:r>
            <a:rPr lang="en-US" altLang="ko-KR" sz="800" kern="1200" dirty="0" smtClean="0">
              <a:latin typeface="+mn-ea"/>
              <a:ea typeface="+mn-ea"/>
            </a:rPr>
            <a:t>)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충돌 방지를 위한 </a:t>
          </a:r>
          <a:r>
            <a:rPr lang="ko-KR" altLang="en-US" sz="800" kern="1200" dirty="0" err="1" smtClean="0">
              <a:latin typeface="+mn-ea"/>
              <a:ea typeface="+mn-ea"/>
            </a:rPr>
            <a:t>댐퍼</a:t>
          </a:r>
          <a:r>
            <a:rPr lang="ko-KR" altLang="en-US" sz="800" kern="1200" dirty="0" smtClean="0">
              <a:latin typeface="+mn-ea"/>
              <a:ea typeface="+mn-ea"/>
            </a:rPr>
            <a:t> 설치</a:t>
          </a:r>
          <a:r>
            <a:rPr lang="en-US" altLang="ko-KR" sz="800" kern="1200" dirty="0" smtClean="0">
              <a:latin typeface="+mn-ea"/>
              <a:ea typeface="+mn-ea"/>
            </a:rPr>
            <a:t>(</a:t>
          </a:r>
          <a:r>
            <a:rPr lang="ko-KR" altLang="en-US" sz="800" kern="1200" dirty="0" smtClean="0">
              <a:latin typeface="+mn-ea"/>
              <a:ea typeface="+mn-ea"/>
            </a:rPr>
            <a:t>광학계 미 충돌</a:t>
          </a:r>
          <a:r>
            <a:rPr lang="en-US" altLang="ko-KR" sz="800" kern="1200" dirty="0" smtClean="0">
              <a:latin typeface="+mn-ea"/>
              <a:ea typeface="+mn-ea"/>
            </a:rPr>
            <a:t>)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이동 범위 확인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solidFill>
                <a:srgbClr val="0070C0"/>
              </a:solidFill>
              <a:latin typeface="+mn-ea"/>
              <a:ea typeface="+mn-ea"/>
            </a:rPr>
            <a:t>측정 </a:t>
          </a:r>
          <a:r>
            <a:rPr lang="en-US" altLang="ko-KR" sz="800" kern="1200" dirty="0" smtClean="0">
              <a:solidFill>
                <a:srgbClr val="0070C0"/>
              </a:solidFill>
              <a:latin typeface="+mn-ea"/>
              <a:ea typeface="+mn-ea"/>
            </a:rPr>
            <a:t>Probe </a:t>
          </a:r>
          <a:r>
            <a:rPr lang="ko-KR" altLang="en-US" sz="800" kern="1200" dirty="0" smtClean="0">
              <a:solidFill>
                <a:srgbClr val="0070C0"/>
              </a:solidFill>
              <a:latin typeface="+mn-ea"/>
              <a:ea typeface="+mn-ea"/>
            </a:rPr>
            <a:t>충돌방지를 위해 위치 감지 </a:t>
          </a:r>
          <a:r>
            <a:rPr lang="ko-KR" altLang="en-US" sz="800" kern="1200" dirty="0" err="1" smtClean="0">
              <a:solidFill>
                <a:srgbClr val="0070C0"/>
              </a:solidFill>
              <a:latin typeface="+mn-ea"/>
              <a:ea typeface="+mn-ea"/>
            </a:rPr>
            <a:t>도그</a:t>
          </a:r>
          <a:r>
            <a:rPr lang="ko-KR" altLang="en-US" sz="800" kern="1200" dirty="0" smtClean="0">
              <a:solidFill>
                <a:srgbClr val="0070C0"/>
              </a:solidFill>
              <a:latin typeface="+mn-ea"/>
              <a:ea typeface="+mn-ea"/>
            </a:rPr>
            <a:t> 요청</a:t>
          </a:r>
          <a:r>
            <a:rPr lang="en-US" altLang="ko-KR" sz="800" kern="1200" dirty="0" smtClean="0">
              <a:solidFill>
                <a:srgbClr val="0070C0"/>
              </a:solidFill>
              <a:latin typeface="+mn-ea"/>
              <a:ea typeface="+mn-ea"/>
            </a:rPr>
            <a:t>)</a:t>
          </a:r>
          <a:endParaRPr lang="ko-KR" altLang="en-US" sz="800" kern="1200" dirty="0">
            <a:solidFill>
              <a:srgbClr val="0070C0"/>
            </a:solidFill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화질 </a:t>
          </a:r>
          <a:r>
            <a:rPr lang="en-US" altLang="ko-KR" sz="800" kern="1200" dirty="0" smtClean="0">
              <a:latin typeface="+mn-ea"/>
              <a:ea typeface="+mn-ea"/>
            </a:rPr>
            <a:t>/ </a:t>
          </a: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Gantry / Z </a:t>
          </a:r>
          <a:r>
            <a:rPr lang="ko-KR" altLang="en-US" sz="800" kern="1200" dirty="0" smtClean="0">
              <a:latin typeface="+mn-ea"/>
              <a:ea typeface="+mn-ea"/>
            </a:rPr>
            <a:t>위치 센서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 </a:t>
          </a:r>
          <a:r>
            <a:rPr lang="en-US" altLang="ko-KR" sz="800" kern="1200" dirty="0" smtClean="0">
              <a:latin typeface="+mn-ea"/>
              <a:ea typeface="+mn-ea"/>
            </a:rPr>
            <a:t>Gantry </a:t>
          </a:r>
          <a:r>
            <a:rPr lang="ko-KR" altLang="en-US" sz="800" kern="1200" dirty="0" smtClean="0">
              <a:latin typeface="+mn-ea"/>
              <a:ea typeface="+mn-ea"/>
            </a:rPr>
            <a:t>위치 센서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err="1" smtClean="0">
              <a:solidFill>
                <a:srgbClr val="FF0000"/>
              </a:solidFill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 감지 </a:t>
          </a: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1</a:t>
          </a: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개</a:t>
          </a: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(loading)</a:t>
          </a:r>
          <a:endParaRPr lang="ko-KR" altLang="en-US" sz="800" kern="1200" dirty="0">
            <a:solidFill>
              <a:srgbClr val="FF0000"/>
            </a:solidFill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화질 감지 </a:t>
          </a: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1</a:t>
          </a: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개</a:t>
          </a: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(loading)</a:t>
          </a:r>
          <a:endParaRPr lang="ko-KR" altLang="en-US" sz="800" kern="1200" dirty="0">
            <a:solidFill>
              <a:srgbClr val="FF0000"/>
            </a:solidFill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Z</a:t>
          </a:r>
          <a:r>
            <a:rPr lang="ko-KR" altLang="en-US" sz="800" kern="1200" dirty="0" smtClean="0">
              <a:latin typeface="+mn-ea"/>
              <a:ea typeface="+mn-ea"/>
            </a:rPr>
            <a:t>축 위치에 따라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이동 금지 추가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일정 위치 이하일 경우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이동 금지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Review CCD 2</a:t>
          </a:r>
          <a:r>
            <a:rPr lang="ko-KR" altLang="en-US" sz="800" kern="1200" dirty="0" smtClean="0">
              <a:latin typeface="+mn-ea"/>
              <a:ea typeface="+mn-ea"/>
            </a:rPr>
            <a:t>개 에서 </a:t>
          </a:r>
          <a:r>
            <a:rPr lang="en-US" altLang="ko-KR" sz="800" kern="1200" dirty="0" smtClean="0">
              <a:latin typeface="+mn-ea"/>
              <a:ea typeface="+mn-ea"/>
            </a:rPr>
            <a:t>4</a:t>
          </a:r>
          <a:r>
            <a:rPr lang="ko-KR" altLang="en-US" sz="800" kern="1200" dirty="0" smtClean="0">
              <a:latin typeface="+mn-ea"/>
              <a:ea typeface="+mn-ea"/>
            </a:rPr>
            <a:t>개로 각</a:t>
          </a:r>
          <a:r>
            <a:rPr lang="en-US" altLang="ko-KR" sz="800" kern="1200" dirty="0" smtClean="0">
              <a:latin typeface="+mn-ea"/>
              <a:ea typeface="+mn-ea"/>
            </a:rPr>
            <a:t> Gantry </a:t>
          </a:r>
          <a:r>
            <a:rPr lang="ko-KR" altLang="en-US" sz="800" kern="1200" dirty="0" smtClean="0">
              <a:latin typeface="+mn-ea"/>
              <a:ea typeface="+mn-ea"/>
            </a:rPr>
            <a:t>에 </a:t>
          </a:r>
          <a:r>
            <a:rPr lang="en-US" altLang="ko-KR" sz="800" kern="1200" dirty="0" smtClean="0">
              <a:latin typeface="+mn-ea"/>
              <a:ea typeface="+mn-ea"/>
            </a:rPr>
            <a:t>2</a:t>
          </a:r>
          <a:r>
            <a:rPr lang="ko-KR" altLang="en-US" sz="800" kern="1200" dirty="0" smtClean="0">
              <a:latin typeface="+mn-ea"/>
              <a:ea typeface="+mn-ea"/>
            </a:rPr>
            <a:t>개씩 장착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높이를 감안해서 </a:t>
          </a:r>
          <a:r>
            <a:rPr lang="en-US" altLang="ko-KR" sz="800" kern="1200" dirty="0" smtClean="0">
              <a:latin typeface="+mn-ea"/>
              <a:ea typeface="+mn-ea"/>
            </a:rPr>
            <a:t>Review CCD</a:t>
          </a:r>
          <a:r>
            <a:rPr lang="ko-KR" altLang="en-US" sz="800" kern="1200" dirty="0" smtClean="0">
              <a:latin typeface="+mn-ea"/>
              <a:ea typeface="+mn-ea"/>
            </a:rPr>
            <a:t>는 </a:t>
          </a:r>
          <a:r>
            <a:rPr lang="en-US" altLang="ko-KR" sz="800" kern="1200" dirty="0" smtClean="0">
              <a:latin typeface="+mn-ea"/>
              <a:ea typeface="+mn-ea"/>
            </a:rPr>
            <a:t>350mm </a:t>
          </a:r>
          <a:r>
            <a:rPr lang="ko-KR" altLang="en-US" sz="800" kern="1200" dirty="0" smtClean="0">
              <a:latin typeface="+mn-ea"/>
              <a:ea typeface="+mn-ea"/>
            </a:rPr>
            <a:t>높이에서 볼 수 있는 렌즈 선정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Review CCD : </a:t>
          </a:r>
          <a:r>
            <a:rPr lang="ko-KR" altLang="en-US" sz="800" kern="1200" dirty="0" smtClean="0">
              <a:latin typeface="+mn-ea"/>
              <a:ea typeface="+mn-ea"/>
            </a:rPr>
            <a:t>글라스 </a:t>
          </a:r>
          <a:r>
            <a:rPr lang="ko-KR" altLang="en-US" sz="800" kern="1200" dirty="0" err="1" smtClean="0">
              <a:latin typeface="+mn-ea"/>
              <a:ea typeface="+mn-ea"/>
            </a:rPr>
            <a:t>얼라인</a:t>
          </a:r>
          <a:r>
            <a:rPr lang="en-US" altLang="ko-KR" sz="800" kern="1200" dirty="0" smtClean="0">
              <a:latin typeface="+mn-ea"/>
              <a:ea typeface="+mn-ea"/>
            </a:rPr>
            <a:t>, </a:t>
          </a:r>
          <a:r>
            <a:rPr lang="ko-KR" altLang="en-US" sz="800" kern="1200" dirty="0" smtClean="0">
              <a:latin typeface="+mn-ea"/>
              <a:ea typeface="+mn-ea"/>
            </a:rPr>
            <a:t>측정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확인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화질 </a:t>
          </a:r>
          <a:r>
            <a:rPr lang="en-US" altLang="ko-KR" sz="800" kern="1200" dirty="0" smtClean="0">
              <a:latin typeface="+mn-ea"/>
              <a:ea typeface="+mn-ea"/>
            </a:rPr>
            <a:t>Review CCD : Aging Probe </a:t>
          </a:r>
          <a:r>
            <a:rPr lang="ko-KR" altLang="en-US" sz="800" kern="1200" dirty="0" smtClean="0">
              <a:latin typeface="+mn-ea"/>
              <a:ea typeface="+mn-ea"/>
            </a:rPr>
            <a:t>확인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사이로 </a:t>
          </a: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광학계 이동 불가</a:t>
          </a:r>
          <a:endParaRPr lang="ko-KR" altLang="en-US" sz="800" kern="1200" dirty="0">
            <a:latin typeface="+mn-ea"/>
            <a:ea typeface="+mn-ea"/>
          </a:endParaRPr>
        </a:p>
      </dsp:txBody>
      <dsp:txXfrm>
        <a:off x="0" y="548235"/>
        <a:ext cx="4154951" cy="2837893"/>
      </dsp:txXfrm>
    </dsp:sp>
    <dsp:sp modelId="{EE9202DE-A886-4A7F-895D-0803A72A744F}">
      <dsp:nvSpPr>
        <dsp:cNvPr id="0" name=""/>
        <dsp:cNvSpPr/>
      </dsp:nvSpPr>
      <dsp:spPr>
        <a:xfrm>
          <a:off x="0" y="3405593"/>
          <a:ext cx="4154951" cy="469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50" kern="1200" dirty="0" smtClean="0">
              <a:latin typeface="+mn-ea"/>
              <a:ea typeface="+mn-ea"/>
            </a:rPr>
            <a:t>기본 이동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22934" y="3428527"/>
        <a:ext cx="4109083" cy="423940"/>
      </dsp:txXfrm>
    </dsp:sp>
    <dsp:sp modelId="{820E3F61-9C54-4805-B6FA-F681372628B4}">
      <dsp:nvSpPr>
        <dsp:cNvPr id="0" name=""/>
        <dsp:cNvSpPr/>
      </dsp:nvSpPr>
      <dsp:spPr>
        <a:xfrm>
          <a:off x="0" y="3892961"/>
          <a:ext cx="4154951" cy="576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0160" rIns="56896" bIns="10160" numCol="1" spcCol="1270" anchor="t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Clamp Not Down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Not Uncontacted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Life Pin Not Down</a:t>
          </a:r>
          <a:endParaRPr lang="ko-KR" altLang="en-US" sz="800" kern="1200" dirty="0">
            <a:latin typeface="+mn-ea"/>
            <a:ea typeface="+mn-ea"/>
          </a:endParaRPr>
        </a:p>
      </dsp:txBody>
      <dsp:txXfrm>
        <a:off x="0" y="3892961"/>
        <a:ext cx="4154951" cy="576966"/>
      </dsp:txXfrm>
    </dsp:sp>
    <dsp:sp modelId="{FEF7CF73-4278-4F18-B311-67999EF6FD2D}">
      <dsp:nvSpPr>
        <dsp:cNvPr id="0" name=""/>
        <dsp:cNvSpPr/>
      </dsp:nvSpPr>
      <dsp:spPr>
        <a:xfrm>
          <a:off x="0" y="4469215"/>
          <a:ext cx="4154951" cy="4459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50" kern="1200" dirty="0" smtClean="0">
              <a:latin typeface="+mn-ea"/>
              <a:ea typeface="+mn-ea"/>
            </a:rPr>
            <a:t>Probe </a:t>
          </a:r>
          <a:r>
            <a:rPr lang="ko-KR" altLang="en-US" sz="1050" kern="1200" dirty="0" smtClean="0">
              <a:latin typeface="+mn-ea"/>
              <a:ea typeface="+mn-ea"/>
            </a:rPr>
            <a:t>이동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21770" y="4490985"/>
        <a:ext cx="4111411" cy="402412"/>
      </dsp:txXfrm>
    </dsp:sp>
    <dsp:sp modelId="{6BDDDAC7-0ADE-4268-A5EE-E0022477C9A3}">
      <dsp:nvSpPr>
        <dsp:cNvPr id="0" name=""/>
        <dsp:cNvSpPr/>
      </dsp:nvSpPr>
      <dsp:spPr>
        <a:xfrm>
          <a:off x="0" y="4898547"/>
          <a:ext cx="4154951" cy="576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0160" rIns="56896" bIns="10160" numCol="1" spcCol="1270" anchor="t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5</a:t>
          </a:r>
          <a:r>
            <a:rPr lang="ko-KR" altLang="en-US" sz="800" kern="1200" dirty="0" smtClean="0">
              <a:latin typeface="+mn-ea"/>
              <a:ea typeface="+mn-ea"/>
            </a:rPr>
            <a:t>개 간격 확인</a:t>
          </a:r>
          <a:r>
            <a:rPr lang="en-US" altLang="ko-KR" sz="800" kern="1200" dirty="0" smtClean="0">
              <a:latin typeface="+mn-ea"/>
              <a:ea typeface="+mn-ea"/>
            </a:rPr>
            <a:t>(</a:t>
          </a:r>
          <a:r>
            <a:rPr lang="ko-KR" altLang="en-US" sz="800" kern="1200" dirty="0" smtClean="0">
              <a:latin typeface="+mn-ea"/>
              <a:ea typeface="+mn-ea"/>
            </a:rPr>
            <a:t>최소 </a:t>
          </a:r>
          <a:r>
            <a:rPr lang="en-US" altLang="ko-KR" sz="800" kern="1200" dirty="0" smtClean="0">
              <a:latin typeface="+mn-ea"/>
              <a:ea typeface="+mn-ea"/>
            </a:rPr>
            <a:t>Gap </a:t>
          </a:r>
          <a:r>
            <a:rPr lang="ko-KR" altLang="en-US" sz="800" kern="1200" dirty="0" smtClean="0">
              <a:latin typeface="+mn-ea"/>
              <a:ea typeface="+mn-ea"/>
            </a:rPr>
            <a:t>설정</a:t>
          </a:r>
          <a:r>
            <a:rPr lang="en-US" altLang="ko-KR" sz="800" kern="1200" dirty="0" smtClean="0">
              <a:latin typeface="+mn-ea"/>
              <a:ea typeface="+mn-ea"/>
            </a:rPr>
            <a:t>)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기본 이동 </a:t>
          </a:r>
          <a:r>
            <a:rPr lang="ko-KR" altLang="en-US" sz="800" kern="1200" dirty="0" err="1" smtClean="0">
              <a:latin typeface="+mn-ea"/>
              <a:ea typeface="+mn-ea"/>
            </a:rPr>
            <a:t>인터락</a:t>
          </a:r>
          <a:r>
            <a:rPr lang="ko-KR" altLang="en-US" sz="800" kern="1200" dirty="0" smtClean="0">
              <a:latin typeface="+mn-ea"/>
              <a:ea typeface="+mn-ea"/>
            </a:rPr>
            <a:t> 확인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화질 </a:t>
          </a:r>
          <a:r>
            <a:rPr lang="en-US" altLang="ko-KR" sz="800" kern="1200" dirty="0" smtClean="0">
              <a:latin typeface="+mn-ea"/>
              <a:ea typeface="+mn-ea"/>
            </a:rPr>
            <a:t>/ </a:t>
          </a:r>
          <a:r>
            <a:rPr lang="ko-KR" altLang="en-US" sz="800" kern="1200" dirty="0" err="1" smtClean="0">
              <a:latin typeface="+mn-ea"/>
              <a:ea typeface="+mn-ea"/>
            </a:rPr>
            <a:t>시야각</a:t>
          </a:r>
          <a:r>
            <a:rPr lang="ko-KR" altLang="en-US" sz="800" kern="1200" dirty="0" smtClean="0">
              <a:latin typeface="+mn-ea"/>
              <a:ea typeface="+mn-ea"/>
            </a:rPr>
            <a:t> </a:t>
          </a:r>
          <a:r>
            <a:rPr lang="en-US" altLang="ko-KR" sz="800" kern="1200" dirty="0" smtClean="0">
              <a:latin typeface="+mn-ea"/>
              <a:ea typeface="+mn-ea"/>
            </a:rPr>
            <a:t>Z</a:t>
          </a:r>
          <a:r>
            <a:rPr lang="ko-KR" altLang="en-US" sz="800" kern="1200" dirty="0" smtClean="0">
              <a:latin typeface="+mn-ea"/>
              <a:ea typeface="+mn-ea"/>
            </a:rPr>
            <a:t>축 위치 확인</a:t>
          </a:r>
          <a:endParaRPr lang="ko-KR" altLang="en-US" sz="800" kern="1200" dirty="0">
            <a:latin typeface="+mn-ea"/>
            <a:ea typeface="+mn-ea"/>
          </a:endParaRPr>
        </a:p>
      </dsp:txBody>
      <dsp:txXfrm>
        <a:off x="0" y="4898547"/>
        <a:ext cx="4154951" cy="5769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0"/>
          <a:ext cx="4154951" cy="392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50" kern="1200" dirty="0" smtClean="0">
              <a:latin typeface="+mn-ea"/>
              <a:ea typeface="+mn-ea"/>
            </a:rPr>
            <a:t>원점 </a:t>
          </a:r>
          <a:r>
            <a:rPr lang="ko-KR" altLang="en-US" sz="1050" kern="1200" dirty="0" err="1" smtClean="0">
              <a:latin typeface="+mn-ea"/>
              <a:ea typeface="+mn-ea"/>
            </a:rPr>
            <a:t>셋팅</a:t>
          </a:r>
          <a:r>
            <a:rPr lang="ko-KR" altLang="en-US" sz="1050" kern="1200" dirty="0" smtClean="0">
              <a:latin typeface="+mn-ea"/>
              <a:ea typeface="+mn-ea"/>
            </a:rPr>
            <a:t> 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19142" y="19142"/>
        <a:ext cx="4116667" cy="353835"/>
      </dsp:txXfrm>
    </dsp:sp>
    <dsp:sp modelId="{8635CFE1-F483-4694-945A-7581FA536F45}">
      <dsp:nvSpPr>
        <dsp:cNvPr id="0" name=""/>
        <dsp:cNvSpPr/>
      </dsp:nvSpPr>
      <dsp:spPr>
        <a:xfrm>
          <a:off x="0" y="482143"/>
          <a:ext cx="4154951" cy="85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2700" rIns="71120" bIns="12700" numCol="1" spcCol="1270" anchor="t" anchorCtr="0">
          <a:noAutofit/>
        </a:bodyPr>
        <a:lstStyle/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000" kern="1200" dirty="0" smtClean="0">
              <a:latin typeface="+mn-ea"/>
              <a:ea typeface="+mn-ea"/>
            </a:rPr>
            <a:t>Sample Plate / Review(Align)CCD </a:t>
          </a:r>
          <a:r>
            <a:rPr lang="ko-KR" altLang="en-US" sz="1000" kern="1200" dirty="0" smtClean="0">
              <a:latin typeface="+mn-ea"/>
              <a:ea typeface="+mn-ea"/>
            </a:rPr>
            <a:t>동일 원점 </a:t>
          </a:r>
          <a:r>
            <a:rPr lang="ko-KR" altLang="en-US" sz="1000" kern="1200" dirty="0" err="1" smtClean="0">
              <a:latin typeface="+mn-ea"/>
              <a:ea typeface="+mn-ea"/>
            </a:rPr>
            <a:t>셋팅</a:t>
          </a:r>
          <a:endParaRPr lang="ko-KR" altLang="en-US" sz="1000" kern="1200" dirty="0">
            <a:latin typeface="+mn-ea"/>
            <a:ea typeface="+mn-ea"/>
          </a:endParaRP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000" kern="1200" dirty="0" smtClean="0">
              <a:latin typeface="+mn-ea"/>
              <a:ea typeface="+mn-ea"/>
            </a:rPr>
            <a:t>Review CCD / Probe Pin </a:t>
          </a:r>
          <a:r>
            <a:rPr lang="ko-KR" altLang="en-US" sz="1000" kern="1200" dirty="0" smtClean="0">
              <a:latin typeface="+mn-ea"/>
              <a:ea typeface="+mn-ea"/>
            </a:rPr>
            <a:t>원점 </a:t>
          </a:r>
          <a:r>
            <a:rPr lang="ko-KR" altLang="en-US" sz="1000" kern="1200" dirty="0" err="1" smtClean="0">
              <a:latin typeface="+mn-ea"/>
              <a:ea typeface="+mn-ea"/>
            </a:rPr>
            <a:t>셋팅</a:t>
          </a:r>
          <a:r>
            <a:rPr lang="en-US" altLang="ko-KR" sz="1000" kern="1200" dirty="0" smtClean="0">
              <a:latin typeface="+mn-ea"/>
              <a:ea typeface="+mn-ea"/>
            </a:rPr>
            <a:t>(5</a:t>
          </a:r>
          <a:r>
            <a:rPr lang="ko-KR" altLang="en-US" sz="1000" kern="1200" dirty="0" smtClean="0">
              <a:latin typeface="+mn-ea"/>
              <a:ea typeface="+mn-ea"/>
            </a:rPr>
            <a:t>개 동일하게</a:t>
          </a:r>
          <a:r>
            <a:rPr lang="en-US" altLang="ko-KR" sz="1000" kern="1200" dirty="0" smtClean="0">
              <a:latin typeface="+mn-ea"/>
              <a:ea typeface="+mn-ea"/>
            </a:rPr>
            <a:t>)</a:t>
          </a:r>
          <a:endParaRPr lang="ko-KR" altLang="en-US" sz="1000" kern="1200" dirty="0">
            <a:latin typeface="+mn-ea"/>
            <a:ea typeface="+mn-ea"/>
          </a:endParaRP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000" kern="1200" dirty="0" smtClean="0">
              <a:latin typeface="+mn-ea"/>
              <a:ea typeface="+mn-ea"/>
            </a:rPr>
            <a:t>Review / </a:t>
          </a:r>
          <a:r>
            <a:rPr lang="ko-KR" altLang="en-US" sz="1000" kern="1200" dirty="0" err="1" smtClean="0">
              <a:latin typeface="+mn-ea"/>
              <a:ea typeface="+mn-ea"/>
            </a:rPr>
            <a:t>시야각</a:t>
          </a:r>
          <a:r>
            <a:rPr lang="ko-KR" altLang="en-US" sz="1000" kern="1200" dirty="0" smtClean="0">
              <a:latin typeface="+mn-ea"/>
              <a:ea typeface="+mn-ea"/>
            </a:rPr>
            <a:t> 원점 </a:t>
          </a:r>
          <a:r>
            <a:rPr lang="ko-KR" altLang="en-US" sz="1000" kern="1200" dirty="0" err="1" smtClean="0">
              <a:latin typeface="+mn-ea"/>
              <a:ea typeface="+mn-ea"/>
            </a:rPr>
            <a:t>셋팅</a:t>
          </a:r>
          <a:endParaRPr lang="ko-KR" altLang="en-US" sz="1000" kern="1200" dirty="0">
            <a:latin typeface="+mn-ea"/>
            <a:ea typeface="+mn-ea"/>
          </a:endParaRP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000" kern="1200" dirty="0" smtClean="0">
              <a:latin typeface="+mn-ea"/>
              <a:ea typeface="+mn-ea"/>
            </a:rPr>
            <a:t>Review / </a:t>
          </a:r>
          <a:r>
            <a:rPr lang="ko-KR" altLang="en-US" sz="1000" kern="1200" dirty="0" smtClean="0">
              <a:latin typeface="+mn-ea"/>
              <a:ea typeface="+mn-ea"/>
            </a:rPr>
            <a:t>특성</a:t>
          </a:r>
          <a:r>
            <a:rPr lang="en-US" altLang="ko-KR" sz="1000" kern="1200" dirty="0" smtClean="0">
              <a:latin typeface="+mn-ea"/>
              <a:ea typeface="+mn-ea"/>
            </a:rPr>
            <a:t>(0/90), </a:t>
          </a:r>
          <a:r>
            <a:rPr lang="ko-KR" altLang="en-US" sz="1000" kern="1200" dirty="0" smtClean="0">
              <a:latin typeface="+mn-ea"/>
              <a:ea typeface="+mn-ea"/>
            </a:rPr>
            <a:t>화질</a:t>
          </a:r>
          <a:r>
            <a:rPr lang="en-US" altLang="ko-KR" sz="1000" kern="1200" dirty="0" smtClean="0">
              <a:latin typeface="+mn-ea"/>
              <a:ea typeface="+mn-ea"/>
            </a:rPr>
            <a:t>, </a:t>
          </a:r>
          <a:r>
            <a:rPr lang="ko-KR" altLang="en-US" sz="1000" kern="1200" dirty="0" err="1" smtClean="0">
              <a:latin typeface="+mn-ea"/>
              <a:ea typeface="+mn-ea"/>
            </a:rPr>
            <a:t>색이상</a:t>
          </a:r>
          <a:r>
            <a:rPr lang="ko-KR" altLang="en-US" sz="1000" kern="1200" dirty="0" smtClean="0">
              <a:latin typeface="+mn-ea"/>
              <a:ea typeface="+mn-ea"/>
            </a:rPr>
            <a:t> 원점 </a:t>
          </a:r>
          <a:r>
            <a:rPr lang="ko-KR" altLang="en-US" sz="1000" kern="1200" dirty="0" err="1" smtClean="0">
              <a:latin typeface="+mn-ea"/>
              <a:ea typeface="+mn-ea"/>
            </a:rPr>
            <a:t>셋팅</a:t>
          </a:r>
          <a:endParaRPr lang="ko-KR" altLang="en-US" sz="1000" kern="1200" dirty="0">
            <a:latin typeface="+mn-ea"/>
            <a:ea typeface="+mn-ea"/>
          </a:endParaRPr>
        </a:p>
      </dsp:txBody>
      <dsp:txXfrm>
        <a:off x="0" y="482143"/>
        <a:ext cx="4154951" cy="859993"/>
      </dsp:txXfrm>
    </dsp:sp>
    <dsp:sp modelId="{7D46D97D-B764-4E0F-9939-4F328DB09344}">
      <dsp:nvSpPr>
        <dsp:cNvPr id="0" name=""/>
        <dsp:cNvSpPr/>
      </dsp:nvSpPr>
      <dsp:spPr>
        <a:xfrm>
          <a:off x="0" y="2635005"/>
          <a:ext cx="4154951" cy="398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00" kern="1200" dirty="0" smtClean="0">
              <a:latin typeface="+mn-ea"/>
              <a:ea typeface="+mn-ea"/>
            </a:rPr>
            <a:t>Safety </a:t>
          </a:r>
          <a:r>
            <a:rPr lang="ko-KR" altLang="en-US" sz="1000" kern="1200" dirty="0" smtClean="0">
              <a:latin typeface="+mn-ea"/>
              <a:ea typeface="+mn-ea"/>
            </a:rPr>
            <a:t>위치 </a:t>
          </a:r>
          <a:endParaRPr lang="ko-KR" altLang="en-US" sz="1000" kern="1200" dirty="0">
            <a:latin typeface="+mn-ea"/>
            <a:ea typeface="+mn-ea"/>
          </a:endParaRPr>
        </a:p>
      </dsp:txBody>
      <dsp:txXfrm>
        <a:off x="19468" y="2654473"/>
        <a:ext cx="4116015" cy="359874"/>
      </dsp:txXfrm>
    </dsp:sp>
    <dsp:sp modelId="{54FEDCFD-3DC2-4341-B23C-5494E13D2F77}">
      <dsp:nvSpPr>
        <dsp:cNvPr id="0" name=""/>
        <dsp:cNvSpPr/>
      </dsp:nvSpPr>
      <dsp:spPr>
        <a:xfrm>
          <a:off x="0" y="3033816"/>
          <a:ext cx="4154951" cy="1058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2700" rIns="71120" bIns="12700" numCol="1" spcCol="1270" anchor="t" anchorCtr="0">
          <a:noAutofit/>
        </a:bodyPr>
        <a:lstStyle/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000" kern="1200" dirty="0">
            <a:latin typeface="+mn-ea"/>
            <a:ea typeface="+mn-ea"/>
          </a:endParaRPr>
        </a:p>
      </dsp:txBody>
      <dsp:txXfrm>
        <a:off x="0" y="3033816"/>
        <a:ext cx="4154951" cy="10588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0"/>
          <a:ext cx="4154951" cy="255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50" kern="1200" dirty="0" smtClean="0">
              <a:latin typeface="+mn-ea"/>
              <a:ea typeface="+mn-ea"/>
            </a:rPr>
            <a:t>SACC</a:t>
          </a:r>
          <a:endParaRPr lang="ko-KR" altLang="en-US" sz="1050" kern="1200" dirty="0">
            <a:latin typeface="+mn-ea"/>
            <a:ea typeface="+mn-ea"/>
          </a:endParaRPr>
        </a:p>
      </dsp:txBody>
      <dsp:txXfrm>
        <a:off x="12478" y="12478"/>
        <a:ext cx="4129995" cy="230656"/>
      </dsp:txXfrm>
    </dsp:sp>
    <dsp:sp modelId="{8635CFE1-F483-4694-945A-7581FA536F45}">
      <dsp:nvSpPr>
        <dsp:cNvPr id="0" name=""/>
        <dsp:cNvSpPr/>
      </dsp:nvSpPr>
      <dsp:spPr>
        <a:xfrm>
          <a:off x="0" y="337430"/>
          <a:ext cx="4154951" cy="1397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8890" rIns="49784" bIns="8890" numCol="1" spcCol="1270" anchor="t" anchorCtr="0">
          <a:noAutofit/>
        </a:bodyPr>
        <a:lstStyle/>
        <a:p>
          <a:pPr marL="57150" lvl="1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SACC </a:t>
          </a:r>
          <a:r>
            <a:rPr lang="ko-KR" altLang="en-US" sz="700" kern="1200" dirty="0" smtClean="0">
              <a:latin typeface="+mn-ea"/>
              <a:ea typeface="+mn-ea"/>
            </a:rPr>
            <a:t>위치 지정 센서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Get </a:t>
          </a:r>
          <a:r>
            <a:rPr lang="en-US" altLang="ko-KR" sz="700" kern="1200" dirty="0" err="1" smtClean="0">
              <a:latin typeface="+mn-ea"/>
              <a:ea typeface="+mn-ea"/>
            </a:rPr>
            <a:t>Pos</a:t>
          </a:r>
          <a:r>
            <a:rPr lang="en-US" altLang="ko-KR" sz="700" kern="1200" dirty="0" smtClean="0">
              <a:latin typeface="+mn-ea"/>
              <a:ea typeface="+mn-ea"/>
            </a:rPr>
            <a:t> : </a:t>
          </a:r>
          <a:r>
            <a:rPr lang="ko-KR" altLang="en-US" sz="700" kern="1200" dirty="0" smtClean="0">
              <a:latin typeface="+mn-ea"/>
              <a:ea typeface="+mn-ea"/>
            </a:rPr>
            <a:t>설비내 </a:t>
          </a:r>
          <a:r>
            <a:rPr lang="en-US" altLang="ko-KR" sz="700" kern="1200" dirty="0" smtClean="0">
              <a:latin typeface="+mn-ea"/>
              <a:ea typeface="+mn-ea"/>
            </a:rPr>
            <a:t>Probe </a:t>
          </a:r>
          <a:r>
            <a:rPr lang="ko-KR" altLang="en-US" sz="700" kern="1200" dirty="0" err="1" smtClean="0">
              <a:latin typeface="+mn-ea"/>
              <a:ea typeface="+mn-ea"/>
            </a:rPr>
            <a:t>탈착</a:t>
          </a:r>
          <a:r>
            <a:rPr lang="ko-KR" altLang="en-US" sz="700" kern="1200" dirty="0" smtClean="0">
              <a:latin typeface="+mn-ea"/>
              <a:ea typeface="+mn-ea"/>
            </a:rPr>
            <a:t> 위치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Put </a:t>
          </a:r>
          <a:r>
            <a:rPr lang="en-US" altLang="ko-KR" sz="700" kern="1200" dirty="0" err="1" smtClean="0">
              <a:latin typeface="+mn-ea"/>
              <a:ea typeface="+mn-ea"/>
            </a:rPr>
            <a:t>Pos</a:t>
          </a:r>
          <a:r>
            <a:rPr lang="en-US" altLang="ko-KR" sz="700" kern="1200" dirty="0" smtClean="0">
              <a:latin typeface="+mn-ea"/>
              <a:ea typeface="+mn-ea"/>
            </a:rPr>
            <a:t> : Buffer</a:t>
          </a:r>
          <a:r>
            <a:rPr lang="ko-KR" altLang="en-US" sz="700" kern="1200" dirty="0" smtClean="0">
              <a:latin typeface="+mn-ea"/>
              <a:ea typeface="+mn-ea"/>
            </a:rPr>
            <a:t>안으로 </a:t>
          </a:r>
          <a:r>
            <a:rPr lang="en-US" altLang="ko-KR" sz="700" kern="1200" dirty="0" smtClean="0">
              <a:latin typeface="+mn-ea"/>
              <a:ea typeface="+mn-ea"/>
            </a:rPr>
            <a:t>Probe </a:t>
          </a:r>
          <a:r>
            <a:rPr lang="ko-KR" altLang="en-US" sz="700" kern="1200" dirty="0" smtClean="0">
              <a:latin typeface="+mn-ea"/>
              <a:ea typeface="+mn-ea"/>
            </a:rPr>
            <a:t>내려 놓는 위치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Wait </a:t>
          </a:r>
          <a:r>
            <a:rPr lang="en-US" altLang="ko-KR" sz="700" kern="1200" dirty="0" err="1" smtClean="0">
              <a:latin typeface="+mn-ea"/>
              <a:ea typeface="+mn-ea"/>
            </a:rPr>
            <a:t>Pos</a:t>
          </a:r>
          <a:r>
            <a:rPr lang="en-US" altLang="ko-KR" sz="700" kern="1200" dirty="0" smtClean="0">
              <a:latin typeface="+mn-ea"/>
              <a:ea typeface="+mn-ea"/>
            </a:rPr>
            <a:t> : Buffer Shutter Open </a:t>
          </a:r>
          <a:r>
            <a:rPr lang="ko-KR" altLang="en-US" sz="700" kern="1200" dirty="0" smtClean="0">
              <a:latin typeface="+mn-ea"/>
              <a:ea typeface="+mn-ea"/>
            </a:rPr>
            <a:t>대기 위치</a:t>
          </a:r>
          <a:r>
            <a:rPr lang="en-US" altLang="ko-KR" sz="700" kern="1200" dirty="0" smtClean="0">
              <a:latin typeface="+mn-ea"/>
              <a:ea typeface="+mn-ea"/>
            </a:rPr>
            <a:t>(</a:t>
          </a:r>
          <a:r>
            <a:rPr lang="ko-KR" altLang="en-US" sz="700" kern="1200" dirty="0" smtClean="0">
              <a:latin typeface="+mn-ea"/>
              <a:ea typeface="+mn-ea"/>
            </a:rPr>
            <a:t>확인 필요</a:t>
          </a:r>
          <a:r>
            <a:rPr lang="en-US" altLang="ko-KR" sz="700" kern="1200" dirty="0" smtClean="0">
              <a:latin typeface="+mn-ea"/>
              <a:ea typeface="+mn-ea"/>
            </a:rPr>
            <a:t>, Get / Wait </a:t>
          </a:r>
          <a:r>
            <a:rPr lang="ko-KR" altLang="en-US" sz="700" kern="1200" dirty="0" smtClean="0">
              <a:latin typeface="+mn-ea"/>
              <a:ea typeface="+mn-ea"/>
            </a:rPr>
            <a:t>같이 사용할 수 있음</a:t>
          </a:r>
          <a:r>
            <a:rPr lang="en-US" altLang="ko-KR" sz="700" kern="1200" dirty="0" smtClean="0">
              <a:latin typeface="+mn-ea"/>
              <a:ea typeface="+mn-ea"/>
            </a:rPr>
            <a:t>)</a:t>
          </a:r>
          <a:endParaRPr lang="ko-KR" altLang="en-US" sz="700" kern="1200" dirty="0">
            <a:latin typeface="+mn-ea"/>
            <a:ea typeface="+mn-ea"/>
          </a:endParaRPr>
        </a:p>
        <a:p>
          <a:pPr marL="57150" lvl="1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latin typeface="+mn-ea"/>
              <a:ea typeface="+mn-ea"/>
            </a:rPr>
            <a:t>SACC </a:t>
          </a:r>
          <a:r>
            <a:rPr lang="ko-KR" altLang="en-US" sz="700" kern="1200" dirty="0" smtClean="0">
              <a:latin typeface="+mn-ea"/>
              <a:ea typeface="+mn-ea"/>
            </a:rPr>
            <a:t>교체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700" kern="1200" dirty="0" smtClean="0">
              <a:latin typeface="+mn-ea"/>
              <a:ea typeface="+mn-ea"/>
            </a:rPr>
            <a:t>레시피에 등록된 </a:t>
          </a:r>
          <a:r>
            <a:rPr lang="en-US" altLang="ko-KR" sz="700" kern="1200" dirty="0" smtClean="0">
              <a:latin typeface="+mn-ea"/>
              <a:ea typeface="+mn-ea"/>
            </a:rPr>
            <a:t>Probe ID</a:t>
          </a:r>
          <a:r>
            <a:rPr lang="ko-KR" altLang="en-US" sz="700" kern="1200" dirty="0" smtClean="0">
              <a:latin typeface="+mn-ea"/>
              <a:ea typeface="+mn-ea"/>
            </a:rPr>
            <a:t>와 현재 </a:t>
          </a:r>
          <a:r>
            <a:rPr lang="en-US" altLang="ko-KR" sz="700" kern="1200" dirty="0" smtClean="0">
              <a:latin typeface="+mn-ea"/>
              <a:ea typeface="+mn-ea"/>
            </a:rPr>
            <a:t>Probe ID</a:t>
          </a:r>
          <a:r>
            <a:rPr lang="ko-KR" altLang="en-US" sz="700" kern="1200" dirty="0" smtClean="0">
              <a:latin typeface="+mn-ea"/>
              <a:ea typeface="+mn-ea"/>
            </a:rPr>
            <a:t>와 비교하여 다른 경우 교체 동작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700" kern="1200" dirty="0" smtClean="0">
              <a:latin typeface="+mn-ea"/>
              <a:ea typeface="+mn-ea"/>
            </a:rPr>
            <a:t>측정 </a:t>
          </a:r>
          <a:r>
            <a:rPr lang="en-US" altLang="ko-KR" sz="700" kern="1200" dirty="0" smtClean="0">
              <a:latin typeface="+mn-ea"/>
              <a:ea typeface="+mn-ea"/>
            </a:rPr>
            <a:t>Probe </a:t>
          </a:r>
          <a:r>
            <a:rPr lang="ko-KR" altLang="en-US" sz="700" kern="1200" dirty="0" smtClean="0">
              <a:latin typeface="+mn-ea"/>
              <a:ea typeface="+mn-ea"/>
            </a:rPr>
            <a:t>에서 </a:t>
          </a:r>
          <a:r>
            <a:rPr lang="en-US" altLang="ko-KR" sz="700" kern="1200" dirty="0" smtClean="0">
              <a:latin typeface="+mn-ea"/>
              <a:ea typeface="+mn-ea"/>
            </a:rPr>
            <a:t>Aging Probe </a:t>
          </a:r>
          <a:r>
            <a:rPr lang="ko-KR" altLang="en-US" sz="700" kern="1200" dirty="0" smtClean="0">
              <a:latin typeface="+mn-ea"/>
              <a:ea typeface="+mn-ea"/>
            </a:rPr>
            <a:t>로 교체</a:t>
          </a:r>
          <a:endParaRPr lang="ko-KR" altLang="en-US" sz="700" kern="1200" dirty="0"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solidFill>
                <a:srgbClr val="FF0000"/>
              </a:solidFill>
              <a:latin typeface="+mn-ea"/>
              <a:ea typeface="+mn-ea"/>
            </a:rPr>
            <a:t>SACC </a:t>
          </a:r>
          <a:r>
            <a:rPr lang="ko-KR" altLang="en-US" sz="700" kern="1200" dirty="0" smtClean="0">
              <a:solidFill>
                <a:srgbClr val="FF0000"/>
              </a:solidFill>
              <a:latin typeface="+mn-ea"/>
              <a:ea typeface="+mn-ea"/>
            </a:rPr>
            <a:t>교체 시퀀스 확인</a:t>
          </a:r>
          <a:endParaRPr lang="ko-KR" altLang="en-US" sz="700" kern="1200" dirty="0">
            <a:solidFill>
              <a:srgbClr val="FF0000"/>
            </a:solidFill>
            <a:latin typeface="+mn-ea"/>
            <a:ea typeface="+mn-ea"/>
          </a:endParaRPr>
        </a:p>
        <a:p>
          <a:pPr marL="114300" lvl="2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700" kern="1200" dirty="0" smtClean="0">
              <a:solidFill>
                <a:srgbClr val="FF0000"/>
              </a:solidFill>
              <a:latin typeface="+mn-ea"/>
              <a:ea typeface="+mn-ea"/>
            </a:rPr>
            <a:t>Probe </a:t>
          </a:r>
          <a:r>
            <a:rPr lang="ko-KR" altLang="en-US" sz="700" kern="1200" dirty="0" smtClean="0">
              <a:solidFill>
                <a:srgbClr val="FF0000"/>
              </a:solidFill>
              <a:latin typeface="+mn-ea"/>
              <a:ea typeface="+mn-ea"/>
            </a:rPr>
            <a:t>교체 후 </a:t>
          </a:r>
          <a:r>
            <a:rPr lang="en-US" altLang="ko-KR" sz="700" kern="1200" dirty="0" smtClean="0">
              <a:solidFill>
                <a:srgbClr val="FF0000"/>
              </a:solidFill>
              <a:latin typeface="+mn-ea"/>
              <a:ea typeface="+mn-ea"/>
            </a:rPr>
            <a:t>Probe Align </a:t>
          </a:r>
          <a:r>
            <a:rPr lang="ko-KR" altLang="en-US" sz="700" kern="1200" dirty="0" smtClean="0">
              <a:solidFill>
                <a:srgbClr val="FF0000"/>
              </a:solidFill>
              <a:latin typeface="+mn-ea"/>
              <a:ea typeface="+mn-ea"/>
            </a:rPr>
            <a:t>진행</a:t>
          </a:r>
          <a:endParaRPr lang="ko-KR" altLang="en-US" sz="700" kern="1200" dirty="0">
            <a:solidFill>
              <a:srgbClr val="FF0000"/>
            </a:solidFill>
            <a:latin typeface="+mn-ea"/>
            <a:ea typeface="+mn-ea"/>
          </a:endParaRPr>
        </a:p>
        <a:p>
          <a:pPr marL="171450" lvl="3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solidFill>
                <a:srgbClr val="FF0000"/>
              </a:solidFill>
              <a:latin typeface="+mn-ea"/>
              <a:ea typeface="+mn-ea"/>
            </a:rPr>
            <a:t>Probe X, Y, Theta </a:t>
          </a:r>
          <a:r>
            <a:rPr lang="ko-KR" altLang="en-US" sz="800" kern="1200" dirty="0" smtClean="0">
              <a:solidFill>
                <a:srgbClr val="FF0000"/>
              </a:solidFill>
              <a:latin typeface="+mn-ea"/>
              <a:ea typeface="+mn-ea"/>
            </a:rPr>
            <a:t>변경 값 파일로 기록</a:t>
          </a:r>
          <a:endParaRPr lang="ko-KR" altLang="en-US" sz="800" kern="1200" dirty="0">
            <a:solidFill>
              <a:srgbClr val="FF0000"/>
            </a:solidFill>
            <a:latin typeface="+mn-ea"/>
            <a:ea typeface="+mn-ea"/>
          </a:endParaRPr>
        </a:p>
      </dsp:txBody>
      <dsp:txXfrm>
        <a:off x="0" y="337430"/>
        <a:ext cx="4154951" cy="1397488"/>
      </dsp:txXfrm>
    </dsp:sp>
    <dsp:sp modelId="{4E5E74E0-703D-4C3C-BC16-6EC0EDC85B70}">
      <dsp:nvSpPr>
        <dsp:cNvPr id="0" name=""/>
        <dsp:cNvSpPr/>
      </dsp:nvSpPr>
      <dsp:spPr>
        <a:xfrm>
          <a:off x="0" y="2202588"/>
          <a:ext cx="4154951" cy="208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kern="1200" dirty="0" smtClean="0">
              <a:solidFill>
                <a:schemeClr val="bg1"/>
              </a:solidFill>
              <a:latin typeface="+mn-ea"/>
              <a:ea typeface="+mn-ea"/>
            </a:rPr>
            <a:t>동작 순서</a:t>
          </a:r>
          <a:endParaRPr lang="ko-KR" altLang="en-US" sz="1000" kern="1200" dirty="0">
            <a:solidFill>
              <a:schemeClr val="bg1"/>
            </a:solidFill>
            <a:latin typeface="+mn-ea"/>
            <a:ea typeface="+mn-ea"/>
          </a:endParaRPr>
        </a:p>
      </dsp:txBody>
      <dsp:txXfrm>
        <a:off x="10192" y="2212780"/>
        <a:ext cx="4134567" cy="188393"/>
      </dsp:txXfrm>
    </dsp:sp>
    <dsp:sp modelId="{978FA7C1-D7B1-4018-B57A-894C2BD49A88}">
      <dsp:nvSpPr>
        <dsp:cNvPr id="0" name=""/>
        <dsp:cNvSpPr/>
      </dsp:nvSpPr>
      <dsp:spPr>
        <a:xfrm>
          <a:off x="0" y="2411365"/>
          <a:ext cx="4154951" cy="2514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10160" rIns="56896" bIns="10160" numCol="1" spcCol="1270" anchor="t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변경할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확인</a:t>
          </a:r>
          <a:endParaRPr lang="ko-KR" altLang="en-US" sz="800" kern="1200" dirty="0">
            <a:solidFill>
              <a:srgbClr val="FF0000"/>
            </a:solidFill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SACC Probe </a:t>
          </a:r>
          <a:r>
            <a:rPr lang="ko-KR" altLang="en-US" sz="800" kern="1200" dirty="0" smtClean="0">
              <a:latin typeface="+mn-ea"/>
              <a:ea typeface="+mn-ea"/>
            </a:rPr>
            <a:t>반입 버퍼로 이동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설비 내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떼기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설비 </a:t>
          </a:r>
          <a:r>
            <a:rPr lang="en-US" altLang="ko-KR" sz="800" kern="1200" dirty="0" smtClean="0">
              <a:latin typeface="+mn-ea"/>
              <a:ea typeface="+mn-ea"/>
            </a:rPr>
            <a:t>Probe SACC </a:t>
          </a:r>
          <a:r>
            <a:rPr lang="ko-KR" altLang="en-US" sz="800" kern="1200" dirty="0" smtClean="0">
              <a:latin typeface="+mn-ea"/>
              <a:ea typeface="+mn-ea"/>
            </a:rPr>
            <a:t>반출 버퍼로 이동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설비 반입 버퍼로 이동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반입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설비 내 </a:t>
          </a:r>
          <a:r>
            <a:rPr lang="en-US" altLang="ko-KR" sz="800" kern="1200" dirty="0" smtClean="0">
              <a:latin typeface="+mn-ea"/>
              <a:ea typeface="+mn-ea"/>
            </a:rPr>
            <a:t>Probe </a:t>
          </a:r>
          <a:r>
            <a:rPr lang="ko-KR" altLang="en-US" sz="800" kern="1200" dirty="0" smtClean="0">
              <a:latin typeface="+mn-ea"/>
              <a:ea typeface="+mn-ea"/>
            </a:rPr>
            <a:t>붙이기</a:t>
          </a:r>
          <a:endParaRPr lang="ko-KR" altLang="en-US" sz="800" kern="1200" dirty="0">
            <a:latin typeface="+mn-ea"/>
            <a:ea typeface="+mn-ea"/>
          </a:endParaRP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Probe Align </a:t>
          </a:r>
          <a:r>
            <a:rPr lang="ko-KR" altLang="en-US" sz="800" kern="1200" dirty="0" smtClean="0">
              <a:latin typeface="+mn-ea"/>
              <a:ea typeface="+mn-ea"/>
            </a:rPr>
            <a:t>동작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좌표 이동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CCD / LED </a:t>
          </a:r>
          <a:r>
            <a:rPr lang="ko-KR" altLang="en-US" sz="800" kern="1200" dirty="0" smtClean="0">
              <a:latin typeface="+mn-ea"/>
              <a:ea typeface="+mn-ea"/>
            </a:rPr>
            <a:t>제어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Vision </a:t>
          </a:r>
          <a:r>
            <a:rPr lang="ko-KR" altLang="en-US" sz="800" kern="1200" dirty="0" smtClean="0">
              <a:latin typeface="+mn-ea"/>
              <a:ea typeface="+mn-ea"/>
            </a:rPr>
            <a:t>패턴 검색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보정 계산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800" kern="1200" dirty="0" smtClean="0">
              <a:latin typeface="+mn-ea"/>
              <a:ea typeface="+mn-ea"/>
            </a:rPr>
            <a:t>보정 값 이동</a:t>
          </a:r>
          <a:endParaRPr lang="ko-KR" altLang="en-US" sz="800" kern="1200" dirty="0">
            <a:latin typeface="+mn-ea"/>
            <a:ea typeface="+mn-ea"/>
          </a:endParaRPr>
        </a:p>
        <a:p>
          <a:pPr marL="114300" lvl="2" indent="-57150" algn="l" defTabSz="3556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800" kern="1200" dirty="0" smtClean="0">
              <a:latin typeface="+mn-ea"/>
              <a:ea typeface="+mn-ea"/>
            </a:rPr>
            <a:t>Margin </a:t>
          </a:r>
          <a:r>
            <a:rPr lang="ko-KR" altLang="en-US" sz="800" kern="1200" dirty="0" smtClean="0">
              <a:latin typeface="+mn-ea"/>
              <a:ea typeface="+mn-ea"/>
            </a:rPr>
            <a:t>확인</a:t>
          </a:r>
          <a:r>
            <a:rPr lang="en-US" altLang="ko-KR" sz="800" kern="1200" dirty="0" smtClean="0">
              <a:latin typeface="+mn-ea"/>
              <a:ea typeface="+mn-ea"/>
            </a:rPr>
            <a:t>, </a:t>
          </a:r>
          <a:r>
            <a:rPr lang="ko-KR" altLang="en-US" sz="800" kern="1200" dirty="0" smtClean="0">
              <a:latin typeface="+mn-ea"/>
              <a:ea typeface="+mn-ea"/>
            </a:rPr>
            <a:t>실패 시 반복 </a:t>
          </a:r>
          <a:r>
            <a:rPr lang="en-US" altLang="ko-KR" sz="800" kern="1200" dirty="0" smtClean="0">
              <a:latin typeface="+mn-ea"/>
              <a:ea typeface="+mn-ea"/>
            </a:rPr>
            <a:t>(</a:t>
          </a:r>
          <a:r>
            <a:rPr lang="ko-KR" altLang="en-US" sz="800" kern="1200" dirty="0" smtClean="0">
              <a:latin typeface="+mn-ea"/>
              <a:ea typeface="+mn-ea"/>
            </a:rPr>
            <a:t>패턴 검색</a:t>
          </a:r>
          <a:r>
            <a:rPr lang="en-US" altLang="ko-KR" sz="800" kern="1200" dirty="0" smtClean="0">
              <a:latin typeface="+mn-ea"/>
              <a:ea typeface="+mn-ea"/>
            </a:rPr>
            <a:t>-&gt;</a:t>
          </a:r>
          <a:r>
            <a:rPr lang="ko-KR" altLang="en-US" sz="800" kern="1200" dirty="0" smtClean="0">
              <a:latin typeface="+mn-ea"/>
              <a:ea typeface="+mn-ea"/>
            </a:rPr>
            <a:t>보정 계산</a:t>
          </a:r>
          <a:r>
            <a:rPr lang="en-US" altLang="ko-KR" sz="800" kern="1200" dirty="0" smtClean="0">
              <a:latin typeface="+mn-ea"/>
              <a:ea typeface="+mn-ea"/>
            </a:rPr>
            <a:t>-&gt;</a:t>
          </a:r>
          <a:r>
            <a:rPr lang="ko-KR" altLang="en-US" sz="800" kern="1200" dirty="0" smtClean="0">
              <a:latin typeface="+mn-ea"/>
              <a:ea typeface="+mn-ea"/>
            </a:rPr>
            <a:t>보정 값 이동</a:t>
          </a:r>
          <a:r>
            <a:rPr lang="en-US" altLang="ko-KR" sz="800" kern="1200" dirty="0" smtClean="0">
              <a:latin typeface="+mn-ea"/>
              <a:ea typeface="+mn-ea"/>
            </a:rPr>
            <a:t>)</a:t>
          </a:r>
          <a:endParaRPr lang="ko-KR" altLang="en-US" sz="800" kern="1200" dirty="0">
            <a:latin typeface="+mn-ea"/>
            <a:ea typeface="+mn-ea"/>
          </a:endParaRPr>
        </a:p>
      </dsp:txBody>
      <dsp:txXfrm>
        <a:off x="0" y="2411365"/>
        <a:ext cx="4154951" cy="25146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97021"/>
          <a:ext cx="4154951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smtClean="0"/>
            <a:t>Load </a:t>
          </a:r>
          <a:r>
            <a:rPr lang="ko-KR" altLang="en-US" sz="1600" kern="1200" dirty="0" smtClean="0"/>
            <a:t>상태 변경</a:t>
          </a:r>
          <a:endParaRPr lang="ko-KR" altLang="en-US" sz="1600" kern="1200" dirty="0"/>
        </a:p>
      </dsp:txBody>
      <dsp:txXfrm>
        <a:off x="24502" y="121523"/>
        <a:ext cx="4105947" cy="452926"/>
      </dsp:txXfrm>
    </dsp:sp>
    <dsp:sp modelId="{8635CFE1-F483-4694-945A-7581FA536F45}">
      <dsp:nvSpPr>
        <dsp:cNvPr id="0" name=""/>
        <dsp:cNvSpPr/>
      </dsp:nvSpPr>
      <dsp:spPr>
        <a:xfrm>
          <a:off x="0" y="598951"/>
          <a:ext cx="4154951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0320" rIns="113792" bIns="2032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상태 확인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명령 제어</a:t>
          </a:r>
          <a:r>
            <a:rPr lang="en-US" altLang="ko-KR" sz="1200" kern="1200" dirty="0" smtClean="0"/>
            <a:t>(</a:t>
          </a:r>
          <a:r>
            <a:rPr lang="en-US" altLang="ko-KR" sz="1200" kern="1200" dirty="0" err="1" smtClean="0"/>
            <a:t>Meas</a:t>
          </a:r>
          <a:r>
            <a:rPr lang="ko-KR" altLang="en-US" sz="1200" kern="1200" dirty="0" smtClean="0"/>
            <a:t> </a:t>
          </a:r>
          <a:r>
            <a:rPr lang="en-US" altLang="ko-KR" sz="1200" kern="1200" dirty="0" smtClean="0"/>
            <a:t>to Ready)</a:t>
          </a:r>
          <a:endParaRPr lang="ko-KR" altLang="en-US" sz="1200" kern="1200" dirty="0"/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Clamp / Vacuum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Life Pin Up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</dsp:txBody>
      <dsp:txXfrm>
        <a:off x="0" y="598951"/>
        <a:ext cx="4154951" cy="1159200"/>
      </dsp:txXfrm>
    </dsp:sp>
    <dsp:sp modelId="{A42C90B1-E91F-45F0-8F99-1785C7B06C19}">
      <dsp:nvSpPr>
        <dsp:cNvPr id="0" name=""/>
        <dsp:cNvSpPr/>
      </dsp:nvSpPr>
      <dsp:spPr>
        <a:xfrm>
          <a:off x="0" y="1758151"/>
          <a:ext cx="4154951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err="1" smtClean="0"/>
            <a:t>Meas</a:t>
          </a:r>
          <a:r>
            <a:rPr lang="en-US" altLang="ko-KR" sz="1600" kern="1200" dirty="0" smtClean="0"/>
            <a:t> </a:t>
          </a:r>
          <a:r>
            <a:rPr lang="ko-KR" altLang="en-US" sz="1600" kern="1200" dirty="0" smtClean="0"/>
            <a:t>상태 변경</a:t>
          </a:r>
          <a:endParaRPr lang="ko-KR" altLang="en-US" sz="1600" kern="1200" dirty="0"/>
        </a:p>
      </dsp:txBody>
      <dsp:txXfrm>
        <a:off x="24502" y="1782653"/>
        <a:ext cx="4105947" cy="452926"/>
      </dsp:txXfrm>
    </dsp:sp>
    <dsp:sp modelId="{46AC2010-7C8F-42DC-BD57-8BAA5B767E08}">
      <dsp:nvSpPr>
        <dsp:cNvPr id="0" name=""/>
        <dsp:cNvSpPr/>
      </dsp:nvSpPr>
      <dsp:spPr>
        <a:xfrm>
          <a:off x="0" y="2260081"/>
          <a:ext cx="4154951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0320" rIns="113792" bIns="2032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상태 확인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Life Pin Down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명령 제어</a:t>
          </a:r>
          <a:r>
            <a:rPr lang="en-US" altLang="ko-KR" sz="1200" kern="1200" dirty="0" smtClean="0"/>
            <a:t>(Ready to Load)</a:t>
          </a:r>
          <a:endParaRPr lang="ko-KR" altLang="en-US" sz="1200" kern="1200" dirty="0"/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Clamp / Vacuum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상태 확인</a:t>
          </a:r>
          <a:endParaRPr lang="ko-KR" altLang="en-US" sz="1200" kern="1200" dirty="0"/>
        </a:p>
      </dsp:txBody>
      <dsp:txXfrm>
        <a:off x="0" y="2260081"/>
        <a:ext cx="4154951" cy="1457280"/>
      </dsp:txXfrm>
    </dsp:sp>
    <dsp:sp modelId="{4865B398-4E09-4CDC-AD33-BD436E9E06BB}">
      <dsp:nvSpPr>
        <dsp:cNvPr id="0" name=""/>
        <dsp:cNvSpPr/>
      </dsp:nvSpPr>
      <dsp:spPr>
        <a:xfrm>
          <a:off x="0" y="3717362"/>
          <a:ext cx="4154951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smtClean="0"/>
            <a:t>Unload</a:t>
          </a:r>
          <a:r>
            <a:rPr lang="ko-KR" altLang="en-US" sz="1600" kern="1200" dirty="0" smtClean="0"/>
            <a:t>상태 변경</a:t>
          </a:r>
          <a:endParaRPr lang="ko-KR" altLang="en-US" sz="1600" kern="1200" dirty="0"/>
        </a:p>
      </dsp:txBody>
      <dsp:txXfrm>
        <a:off x="24502" y="3741864"/>
        <a:ext cx="4105947" cy="452926"/>
      </dsp:txXfrm>
    </dsp:sp>
    <dsp:sp modelId="{498BF104-26D2-47A7-93FF-12C65C24B0D6}">
      <dsp:nvSpPr>
        <dsp:cNvPr id="0" name=""/>
        <dsp:cNvSpPr/>
      </dsp:nvSpPr>
      <dsp:spPr>
        <a:xfrm>
          <a:off x="0" y="4219292"/>
          <a:ext cx="4154951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0320" rIns="113792" bIns="2032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smtClean="0"/>
            <a:t>PLC </a:t>
          </a:r>
          <a:r>
            <a:rPr lang="ko-KR" altLang="en-US" sz="1200" kern="1200" smtClean="0"/>
            <a:t>상태 확인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PLC </a:t>
          </a:r>
          <a:r>
            <a:rPr lang="ko-KR" altLang="en-US" sz="1200" kern="1200" dirty="0" smtClean="0"/>
            <a:t>명령 제어</a:t>
          </a:r>
          <a:r>
            <a:rPr lang="en-US" altLang="ko-KR" sz="1200" kern="1200" dirty="0" smtClean="0"/>
            <a:t>(</a:t>
          </a:r>
          <a:r>
            <a:rPr lang="en-US" altLang="ko-KR" sz="1200" kern="1200" dirty="0" err="1" smtClean="0"/>
            <a:t>Meas</a:t>
          </a:r>
          <a:r>
            <a:rPr lang="ko-KR" altLang="en-US" sz="1200" kern="1200" dirty="0" smtClean="0"/>
            <a:t> </a:t>
          </a:r>
          <a:r>
            <a:rPr lang="en-US" altLang="ko-KR" sz="1200" kern="1200" dirty="0" smtClean="0"/>
            <a:t>to Ready)</a:t>
          </a:r>
          <a:endParaRPr lang="ko-KR" altLang="en-US" sz="1200" kern="1200" dirty="0"/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Clamp / Vacuum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/>
            <a:t>Life Pin Up </a:t>
          </a:r>
          <a:r>
            <a:rPr lang="ko-KR" altLang="en-US" sz="1200" kern="1200" dirty="0" smtClean="0"/>
            <a:t>제어</a:t>
          </a:r>
          <a:endParaRPr lang="ko-KR" altLang="en-US" sz="1200" kern="1200" dirty="0"/>
        </a:p>
      </dsp:txBody>
      <dsp:txXfrm>
        <a:off x="0" y="4219292"/>
        <a:ext cx="4154951" cy="11592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0EDCD-D439-4DCC-9412-50983227820B}">
      <dsp:nvSpPr>
        <dsp:cNvPr id="0" name=""/>
        <dsp:cNvSpPr/>
      </dsp:nvSpPr>
      <dsp:spPr>
        <a:xfrm>
          <a:off x="0" y="81429"/>
          <a:ext cx="4154951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300" kern="1200" smtClean="0"/>
            <a:t>Align</a:t>
          </a:r>
          <a:endParaRPr lang="ko-KR" altLang="en-US" sz="2300" kern="1200" dirty="0"/>
        </a:p>
      </dsp:txBody>
      <dsp:txXfrm>
        <a:off x="26930" y="108359"/>
        <a:ext cx="4101091" cy="497795"/>
      </dsp:txXfrm>
    </dsp:sp>
    <dsp:sp modelId="{2F37477D-1F19-42A0-89D4-F883DA4D9B50}">
      <dsp:nvSpPr>
        <dsp:cNvPr id="0" name=""/>
        <dsp:cNvSpPr/>
      </dsp:nvSpPr>
      <dsp:spPr>
        <a:xfrm>
          <a:off x="0" y="633084"/>
          <a:ext cx="4154951" cy="476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9210" rIns="163576" bIns="2921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Align </a:t>
          </a:r>
          <a:r>
            <a:rPr lang="ko-KR" altLang="en-US" sz="1800" kern="1200" dirty="0" smtClean="0"/>
            <a:t>좌표 이동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Glass / Review CCD </a:t>
          </a:r>
          <a:r>
            <a:rPr lang="ko-KR" altLang="en-US" sz="1800" kern="1200" dirty="0" smtClean="0"/>
            <a:t>이동</a:t>
          </a:r>
          <a:endParaRPr lang="ko-KR" altLang="en-US" sz="1800" kern="1200" dirty="0"/>
        </a:p>
        <a:p>
          <a:pPr marL="514350" lvl="3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Probe Contact</a:t>
          </a:r>
          <a:endParaRPr lang="ko-KR" altLang="en-US" sz="1800" kern="1200" dirty="0"/>
        </a:p>
        <a:p>
          <a:pPr marL="514350" lvl="3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Clamp down</a:t>
          </a:r>
          <a:endParaRPr lang="ko-KR" altLang="en-US" sz="1800" kern="1200" dirty="0"/>
        </a:p>
        <a:p>
          <a:pPr marL="514350" lvl="3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800" kern="1200" dirty="0"/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Align </a:t>
          </a:r>
          <a:r>
            <a:rPr lang="ko-KR" altLang="en-US" sz="1800" kern="1200" dirty="0" smtClean="0"/>
            <a:t>동작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CCD / Lamp </a:t>
          </a:r>
          <a:r>
            <a:rPr lang="ko-KR" altLang="en-US" sz="1800" kern="1200" dirty="0" smtClean="0"/>
            <a:t>제어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smtClean="0"/>
            <a:t>Vision </a:t>
          </a:r>
          <a:r>
            <a:rPr lang="ko-KR" altLang="en-US" sz="1800" kern="1200" smtClean="0"/>
            <a:t>패턴 검색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/>
            <a:t>보정 계산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/>
            <a:t>보정 값 이동</a:t>
          </a:r>
          <a:endParaRPr lang="ko-KR" altLang="en-US" sz="1800" kern="1200" dirty="0"/>
        </a:p>
        <a:p>
          <a:pPr marL="342900" lvl="2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800" kern="1200" dirty="0" smtClean="0"/>
            <a:t>Margin </a:t>
          </a:r>
          <a:r>
            <a:rPr lang="ko-KR" altLang="en-US" sz="1800" kern="1200" dirty="0" smtClean="0"/>
            <a:t>확인</a:t>
          </a:r>
          <a:r>
            <a:rPr lang="en-US" altLang="ko-KR" sz="1800" kern="1200" dirty="0" smtClean="0"/>
            <a:t>, </a:t>
          </a:r>
          <a:r>
            <a:rPr lang="ko-KR" altLang="en-US" sz="1800" kern="1200" dirty="0" smtClean="0"/>
            <a:t>실패 시 반복 </a:t>
          </a:r>
          <a:r>
            <a:rPr lang="en-US" altLang="ko-KR" sz="1800" kern="1200" dirty="0" smtClean="0"/>
            <a:t>(</a:t>
          </a:r>
          <a:r>
            <a:rPr lang="ko-KR" altLang="en-US" sz="1800" kern="1200" dirty="0" smtClean="0"/>
            <a:t>패턴 검색</a:t>
          </a:r>
          <a:r>
            <a:rPr lang="en-US" altLang="ko-KR" sz="1800" kern="1200" dirty="0" smtClean="0"/>
            <a:t>-&gt;</a:t>
          </a:r>
          <a:r>
            <a:rPr lang="ko-KR" altLang="en-US" sz="1800" kern="1200" dirty="0" smtClean="0"/>
            <a:t>보정 계산</a:t>
          </a:r>
          <a:r>
            <a:rPr lang="en-US" altLang="ko-KR" sz="1800" kern="1200" dirty="0" smtClean="0"/>
            <a:t>-&gt;</a:t>
          </a:r>
          <a:r>
            <a:rPr lang="ko-KR" altLang="en-US" sz="1800" kern="1200" dirty="0" smtClean="0"/>
            <a:t>보정 값 이동</a:t>
          </a:r>
          <a:r>
            <a:rPr lang="en-US" altLang="ko-KR" sz="1800" kern="1200" dirty="0" smtClean="0"/>
            <a:t>)</a:t>
          </a:r>
          <a:endParaRPr lang="ko-KR" altLang="en-US" sz="1800" kern="1200" dirty="0"/>
        </a:p>
      </dsp:txBody>
      <dsp:txXfrm>
        <a:off x="0" y="633084"/>
        <a:ext cx="4154951" cy="4761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E4C6E-1B31-4BAF-9E57-B327574B563E}">
      <dsp:nvSpPr>
        <dsp:cNvPr id="0" name=""/>
        <dsp:cNvSpPr/>
      </dsp:nvSpPr>
      <dsp:spPr>
        <a:xfrm>
          <a:off x="0" y="0"/>
          <a:ext cx="4154951" cy="547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/>
            <a:t>검사</a:t>
          </a:r>
          <a:endParaRPr lang="ko-KR" altLang="en-US" sz="1800" kern="1200" dirty="0"/>
        </a:p>
      </dsp:txBody>
      <dsp:txXfrm>
        <a:off x="26730" y="26730"/>
        <a:ext cx="4101491" cy="494100"/>
      </dsp:txXfrm>
    </dsp:sp>
    <dsp:sp modelId="{CF976B36-C8BE-4EA9-B4B8-717E879816BB}">
      <dsp:nvSpPr>
        <dsp:cNvPr id="0" name=""/>
        <dsp:cNvSpPr/>
      </dsp:nvSpPr>
      <dsp:spPr>
        <a:xfrm>
          <a:off x="0" y="701416"/>
          <a:ext cx="4154951" cy="462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920" tIns="22860" rIns="128016" bIns="2286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Aging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Glass</a:t>
          </a:r>
          <a:r>
            <a:rPr lang="ko-KR" altLang="en-US" sz="1400" kern="1200" dirty="0" smtClean="0"/>
            <a:t> </a:t>
          </a:r>
          <a:r>
            <a:rPr lang="en-US" altLang="ko-KR" sz="1400" kern="1200" dirty="0" smtClean="0"/>
            <a:t>/ </a:t>
          </a:r>
          <a:r>
            <a:rPr lang="ko-KR" altLang="en-US" sz="1400" kern="1200" dirty="0" smtClean="0"/>
            <a:t>헤드 이동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Glass Contact </a:t>
          </a:r>
          <a:r>
            <a:rPr lang="ko-KR" altLang="en-US" sz="1400" kern="1200" dirty="0" smtClean="0"/>
            <a:t>위치 확인</a:t>
          </a:r>
          <a:endParaRPr lang="ko-KR" altLang="en-US" sz="1400" kern="1200" dirty="0"/>
        </a:p>
        <a:p>
          <a:pPr marL="342900" lvl="3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Vision </a:t>
          </a:r>
          <a:r>
            <a:rPr lang="ko-KR" altLang="en-US" sz="1400" kern="1200" dirty="0" smtClean="0"/>
            <a:t>패턴 검색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Contact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검사 시작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검사 종료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Un-Contact</a:t>
          </a:r>
          <a:endParaRPr lang="ko-KR" altLang="en-US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특성 </a:t>
          </a:r>
          <a:r>
            <a:rPr lang="en-US" altLang="ko-KR" sz="1400" kern="1200" dirty="0" smtClean="0"/>
            <a:t>/ </a:t>
          </a:r>
          <a:r>
            <a:rPr lang="ko-KR" altLang="en-US" sz="1400" kern="1200" dirty="0" smtClean="0"/>
            <a:t>화질 </a:t>
          </a:r>
          <a:r>
            <a:rPr lang="en-US" altLang="ko-KR" sz="1400" kern="1200" dirty="0" smtClean="0"/>
            <a:t>/ </a:t>
          </a:r>
          <a:r>
            <a:rPr lang="ko-KR" altLang="en-US" sz="1400" kern="1200" dirty="0" err="1" smtClean="0"/>
            <a:t>시야각</a:t>
          </a:r>
          <a:r>
            <a:rPr lang="ko-KR" altLang="en-US" sz="1400" kern="1200" dirty="0" smtClean="0"/>
            <a:t> </a:t>
          </a:r>
          <a:r>
            <a:rPr lang="en-US" altLang="ko-KR" sz="1400" kern="1200" dirty="0" smtClean="0"/>
            <a:t>/ </a:t>
          </a:r>
          <a:r>
            <a:rPr lang="ko-KR" altLang="en-US" sz="1400" kern="1200" dirty="0" err="1" smtClean="0"/>
            <a:t>색이상</a:t>
          </a:r>
          <a:r>
            <a:rPr lang="ko-KR" altLang="en-US" sz="1400" kern="1200" dirty="0" smtClean="0"/>
            <a:t> </a:t>
          </a:r>
          <a:r>
            <a:rPr lang="en-US" altLang="ko-KR" sz="1400" kern="1200" dirty="0" smtClean="0"/>
            <a:t>/ LCR / TSP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smtClean="0"/>
            <a:t>Glass</a:t>
          </a:r>
          <a:r>
            <a:rPr lang="ko-KR" altLang="en-US" sz="1400" kern="1200" smtClean="0"/>
            <a:t> </a:t>
          </a:r>
          <a:r>
            <a:rPr lang="en-US" altLang="ko-KR" sz="1400" kern="1200" smtClean="0"/>
            <a:t>/ </a:t>
          </a:r>
          <a:r>
            <a:rPr lang="ko-KR" altLang="en-US" sz="1400" kern="1200" smtClean="0"/>
            <a:t>헤드 이동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Glass Contact </a:t>
          </a:r>
          <a:r>
            <a:rPr lang="ko-KR" altLang="en-US" sz="1400" kern="1200" dirty="0" smtClean="0"/>
            <a:t>위치 확인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Contact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검사 시작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400" kern="1200" dirty="0" smtClean="0"/>
            <a:t>검사 종료</a:t>
          </a:r>
          <a:endParaRPr lang="ko-KR" altLang="en-US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400" kern="1200" dirty="0" smtClean="0"/>
            <a:t>Un-Contact</a:t>
          </a:r>
          <a:endParaRPr lang="ko-KR" altLang="en-US" sz="1400" kern="1200" dirty="0"/>
        </a:p>
      </dsp:txBody>
      <dsp:txXfrm>
        <a:off x="0" y="701416"/>
        <a:ext cx="4154951" cy="46202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60C76-3A63-4788-90D4-43C7BEC098DF}">
      <dsp:nvSpPr>
        <dsp:cNvPr id="0" name=""/>
        <dsp:cNvSpPr/>
      </dsp:nvSpPr>
      <dsp:spPr>
        <a:xfrm>
          <a:off x="0" y="1"/>
          <a:ext cx="405364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700" kern="1200" dirty="0" smtClean="0"/>
            <a:t>Auto Change Probe</a:t>
          </a:r>
          <a:endParaRPr lang="ko-KR" altLang="en-US" sz="1700" kern="1200" dirty="0"/>
        </a:p>
      </dsp:txBody>
      <dsp:txXfrm>
        <a:off x="19904" y="19905"/>
        <a:ext cx="4013834" cy="367937"/>
      </dsp:txXfrm>
    </dsp:sp>
    <dsp:sp modelId="{DE76AF95-9797-4D17-8F05-755EAEDD4899}">
      <dsp:nvSpPr>
        <dsp:cNvPr id="0" name=""/>
        <dsp:cNvSpPr/>
      </dsp:nvSpPr>
      <dsp:spPr>
        <a:xfrm>
          <a:off x="0" y="564147"/>
          <a:ext cx="4053642" cy="478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03" tIns="21590" rIns="120904" bIns="21590" numCol="1" spcCol="1270" anchor="t" anchorCtr="0">
          <a:noAutofit/>
        </a:bodyPr>
        <a:lstStyle/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변경할 </a:t>
          </a:r>
          <a:r>
            <a:rPr lang="en-US" altLang="ko-KR" sz="1300" kern="1200" dirty="0" smtClean="0"/>
            <a:t>Probe </a:t>
          </a:r>
          <a:r>
            <a:rPr lang="ko-KR" altLang="en-US" sz="1300" kern="1200" dirty="0" smtClean="0"/>
            <a:t>확인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SACC Probe </a:t>
          </a:r>
          <a:r>
            <a:rPr lang="ko-KR" altLang="en-US" sz="1300" kern="1200" dirty="0" smtClean="0"/>
            <a:t>반입 버퍼로 이동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설비 내 </a:t>
          </a:r>
          <a:r>
            <a:rPr lang="en-US" altLang="ko-KR" sz="1300" kern="1200" dirty="0" smtClean="0"/>
            <a:t>Probe </a:t>
          </a:r>
          <a:r>
            <a:rPr lang="ko-KR" altLang="en-US" sz="1300" kern="1200" dirty="0" smtClean="0"/>
            <a:t>떼기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설비 </a:t>
          </a:r>
          <a:r>
            <a:rPr lang="en-US" altLang="ko-KR" sz="1300" kern="1200" dirty="0" smtClean="0"/>
            <a:t>Probe SACC </a:t>
          </a:r>
          <a:r>
            <a:rPr lang="ko-KR" altLang="en-US" sz="1300" kern="1200" dirty="0" smtClean="0"/>
            <a:t>반출 버퍼로 이동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설비 반입 버퍼로 이동 </a:t>
          </a:r>
          <a:r>
            <a:rPr lang="en-US" altLang="ko-KR" sz="1300" kern="1200" dirty="0" smtClean="0"/>
            <a:t>Probe </a:t>
          </a:r>
          <a:r>
            <a:rPr lang="ko-KR" altLang="en-US" sz="1300" kern="1200" dirty="0" smtClean="0"/>
            <a:t>반입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설비 내 </a:t>
          </a:r>
          <a:r>
            <a:rPr lang="en-US" altLang="ko-KR" sz="1300" kern="1200" dirty="0" smtClean="0"/>
            <a:t>Probe </a:t>
          </a:r>
          <a:r>
            <a:rPr lang="ko-KR" altLang="en-US" sz="1300" kern="1200" dirty="0" smtClean="0"/>
            <a:t>붙이기</a:t>
          </a:r>
          <a:endParaRPr lang="ko-KR" altLang="en-US" sz="1300" kern="1200" dirty="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Probe Align </a:t>
          </a:r>
          <a:r>
            <a:rPr lang="ko-KR" altLang="en-US" sz="1300" kern="1200" dirty="0" smtClean="0"/>
            <a:t>동작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좌표 이동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CCD / LED </a:t>
          </a:r>
          <a:r>
            <a:rPr lang="ko-KR" altLang="en-US" sz="1300" kern="1200" dirty="0" smtClean="0"/>
            <a:t>제어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Vision </a:t>
          </a:r>
          <a:r>
            <a:rPr lang="ko-KR" altLang="en-US" sz="1300" kern="1200" dirty="0" smtClean="0"/>
            <a:t>패턴 검색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보정 계산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kern="1200" dirty="0" smtClean="0"/>
            <a:t>보정 값 이동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300" kern="1200" dirty="0" smtClean="0"/>
            <a:t>Margin </a:t>
          </a:r>
          <a:r>
            <a:rPr lang="ko-KR" altLang="en-US" sz="1300" kern="1200" dirty="0" smtClean="0"/>
            <a:t>확인</a:t>
          </a:r>
          <a:r>
            <a:rPr lang="en-US" altLang="ko-KR" sz="1300" kern="1200" dirty="0" smtClean="0"/>
            <a:t>, </a:t>
          </a:r>
          <a:r>
            <a:rPr lang="ko-KR" altLang="en-US" sz="1300" kern="1200" dirty="0" smtClean="0"/>
            <a:t>실패 시 반복 </a:t>
          </a:r>
          <a:r>
            <a:rPr lang="en-US" altLang="ko-KR" sz="1300" kern="1200" dirty="0" smtClean="0"/>
            <a:t>(</a:t>
          </a:r>
          <a:r>
            <a:rPr lang="ko-KR" altLang="en-US" sz="1300" kern="1200" dirty="0" smtClean="0"/>
            <a:t>패턴 검색</a:t>
          </a:r>
          <a:r>
            <a:rPr lang="en-US" altLang="ko-KR" sz="1300" kern="1200" dirty="0" smtClean="0"/>
            <a:t>-&gt;</a:t>
          </a:r>
          <a:r>
            <a:rPr lang="ko-KR" altLang="en-US" sz="1300" kern="1200" dirty="0" smtClean="0"/>
            <a:t>보정 계산</a:t>
          </a:r>
          <a:r>
            <a:rPr lang="en-US" altLang="ko-KR" sz="1300" kern="1200" dirty="0" smtClean="0"/>
            <a:t>-&gt;</a:t>
          </a:r>
          <a:r>
            <a:rPr lang="ko-KR" altLang="en-US" sz="1300" kern="1200" dirty="0" smtClean="0"/>
            <a:t>보정 값 이동</a:t>
          </a:r>
          <a:r>
            <a:rPr lang="en-US" altLang="ko-KR" sz="1300" kern="1200" dirty="0" smtClean="0"/>
            <a:t>)</a:t>
          </a: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300" kern="1200" dirty="0"/>
        </a:p>
        <a:p>
          <a:pPr marL="228600" lvl="2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300" kern="1200" dirty="0"/>
        </a:p>
      </dsp:txBody>
      <dsp:txXfrm>
        <a:off x="0" y="564147"/>
        <a:ext cx="4053642" cy="47858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B20D-DB0C-401E-AA72-C3EE8182481B}">
      <dsp:nvSpPr>
        <dsp:cNvPr id="0" name=""/>
        <dsp:cNvSpPr/>
      </dsp:nvSpPr>
      <dsp:spPr>
        <a:xfrm>
          <a:off x="0" y="104019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smtClean="0"/>
            <a:t>Load </a:t>
          </a:r>
          <a:r>
            <a:rPr lang="ko-KR" altLang="en-US" sz="800" kern="1200" dirty="0" smtClean="0"/>
            <a:t>상태 변경</a:t>
          </a:r>
          <a:endParaRPr lang="ko-KR" altLang="en-US" sz="800" kern="1200" dirty="0"/>
        </a:p>
      </dsp:txBody>
      <dsp:txXfrm>
        <a:off x="12251" y="116270"/>
        <a:ext cx="8281073" cy="226463"/>
      </dsp:txXfrm>
    </dsp:sp>
    <dsp:sp modelId="{8635CFE1-F483-4694-945A-7581FA536F45}">
      <dsp:nvSpPr>
        <dsp:cNvPr id="0" name=""/>
        <dsp:cNvSpPr/>
      </dsp:nvSpPr>
      <dsp:spPr>
        <a:xfrm>
          <a:off x="0" y="354984"/>
          <a:ext cx="830557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PLC </a:t>
          </a:r>
          <a:r>
            <a:rPr lang="ko-KR" altLang="en-US" sz="600" kern="1200" dirty="0" smtClean="0"/>
            <a:t>명령 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Clamp / Vacuum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Life Pin Up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</dsp:txBody>
      <dsp:txXfrm>
        <a:off x="0" y="354984"/>
        <a:ext cx="8305575" cy="430560"/>
      </dsp:txXfrm>
    </dsp:sp>
    <dsp:sp modelId="{A42C90B1-E91F-45F0-8F99-1785C7B06C19}">
      <dsp:nvSpPr>
        <dsp:cNvPr id="0" name=""/>
        <dsp:cNvSpPr/>
      </dsp:nvSpPr>
      <dsp:spPr>
        <a:xfrm>
          <a:off x="0" y="785544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err="1" smtClean="0"/>
            <a:t>Meas</a:t>
          </a:r>
          <a:r>
            <a:rPr lang="en-US" altLang="ko-KR" sz="800" kern="1200" dirty="0" smtClean="0"/>
            <a:t> </a:t>
          </a:r>
          <a:r>
            <a:rPr lang="ko-KR" altLang="en-US" sz="800" kern="1200" dirty="0" smtClean="0"/>
            <a:t>상태 변경</a:t>
          </a:r>
          <a:endParaRPr lang="ko-KR" altLang="en-US" sz="800" kern="1200" dirty="0"/>
        </a:p>
      </dsp:txBody>
      <dsp:txXfrm>
        <a:off x="12251" y="797795"/>
        <a:ext cx="8281073" cy="226463"/>
      </dsp:txXfrm>
    </dsp:sp>
    <dsp:sp modelId="{46AC2010-7C8F-42DC-BD57-8BAA5B767E08}">
      <dsp:nvSpPr>
        <dsp:cNvPr id="0" name=""/>
        <dsp:cNvSpPr/>
      </dsp:nvSpPr>
      <dsp:spPr>
        <a:xfrm>
          <a:off x="0" y="1036509"/>
          <a:ext cx="830557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Life Pin Down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PLC </a:t>
          </a:r>
          <a:r>
            <a:rPr lang="ko-KR" altLang="en-US" sz="600" kern="1200" dirty="0" smtClean="0"/>
            <a:t>명령 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Clamp / Vacuum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</dsp:txBody>
      <dsp:txXfrm>
        <a:off x="0" y="1036509"/>
        <a:ext cx="8305575" cy="430560"/>
      </dsp:txXfrm>
    </dsp:sp>
    <dsp:sp modelId="{F489C868-F423-4036-8C8E-09942BADB12D}">
      <dsp:nvSpPr>
        <dsp:cNvPr id="0" name=""/>
        <dsp:cNvSpPr/>
      </dsp:nvSpPr>
      <dsp:spPr>
        <a:xfrm>
          <a:off x="0" y="1467069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smtClean="0"/>
            <a:t>Align</a:t>
          </a:r>
          <a:endParaRPr lang="ko-KR" altLang="en-US" sz="800" kern="1200" dirty="0"/>
        </a:p>
      </dsp:txBody>
      <dsp:txXfrm>
        <a:off x="12251" y="1479320"/>
        <a:ext cx="8281073" cy="226463"/>
      </dsp:txXfrm>
    </dsp:sp>
    <dsp:sp modelId="{CEA6E224-1969-41C6-AA3A-1857E2050B56}">
      <dsp:nvSpPr>
        <dsp:cNvPr id="0" name=""/>
        <dsp:cNvSpPr/>
      </dsp:nvSpPr>
      <dsp:spPr>
        <a:xfrm>
          <a:off x="0" y="1718034"/>
          <a:ext cx="830557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Align </a:t>
          </a:r>
          <a:r>
            <a:rPr lang="ko-KR" altLang="en-US" sz="600" kern="1200" dirty="0" smtClean="0"/>
            <a:t>좌표 이동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CCD / Lamp </a:t>
          </a:r>
          <a:r>
            <a:rPr lang="ko-KR" altLang="en-US" sz="600" kern="1200" dirty="0" smtClean="0"/>
            <a:t>제어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Align </a:t>
          </a:r>
          <a:r>
            <a:rPr lang="ko-KR" altLang="en-US" sz="600" kern="1200" dirty="0" smtClean="0"/>
            <a:t>동작</a:t>
          </a:r>
          <a:endParaRPr lang="ko-KR" altLang="en-US" sz="600" kern="1200" dirty="0"/>
        </a:p>
      </dsp:txBody>
      <dsp:txXfrm>
        <a:off x="0" y="1718034"/>
        <a:ext cx="8305575" cy="430560"/>
      </dsp:txXfrm>
    </dsp:sp>
    <dsp:sp modelId="{2839A564-218D-4978-BBDC-0003FAEFB194}">
      <dsp:nvSpPr>
        <dsp:cNvPr id="0" name=""/>
        <dsp:cNvSpPr/>
      </dsp:nvSpPr>
      <dsp:spPr>
        <a:xfrm>
          <a:off x="0" y="2148594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800" kern="1200" dirty="0" smtClean="0"/>
            <a:t>검사</a:t>
          </a:r>
          <a:endParaRPr lang="ko-KR" altLang="en-US" sz="800" kern="1200" dirty="0"/>
        </a:p>
      </dsp:txBody>
      <dsp:txXfrm>
        <a:off x="12251" y="2160845"/>
        <a:ext cx="8281073" cy="226463"/>
      </dsp:txXfrm>
    </dsp:sp>
    <dsp:sp modelId="{D1A3372E-D531-4086-997D-FAE7310D8350}">
      <dsp:nvSpPr>
        <dsp:cNvPr id="0" name=""/>
        <dsp:cNvSpPr/>
      </dsp:nvSpPr>
      <dsp:spPr>
        <a:xfrm>
          <a:off x="0" y="2399559"/>
          <a:ext cx="8305575" cy="182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Aging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Glass</a:t>
          </a:r>
          <a:r>
            <a:rPr lang="ko-KR" altLang="en-US" sz="600" kern="1200" dirty="0" smtClean="0"/>
            <a:t> </a:t>
          </a:r>
          <a:r>
            <a:rPr lang="en-US" altLang="ko-KR" sz="600" kern="1200" dirty="0" smtClean="0"/>
            <a:t>/ </a:t>
          </a:r>
          <a:r>
            <a:rPr lang="ko-KR" altLang="en-US" sz="600" kern="1200" dirty="0" smtClean="0"/>
            <a:t>헤드 이동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Glass Contact </a:t>
          </a:r>
          <a:r>
            <a:rPr lang="ko-KR" altLang="en-US" sz="600" kern="1200" dirty="0" smtClean="0"/>
            <a:t>위치 확인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Contact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검사 시작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검사 종료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Un-Contact</a:t>
          </a:r>
          <a:endParaRPr lang="ko-KR" altLang="en-US" sz="600" kern="1200" dirty="0"/>
        </a:p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특성 </a:t>
          </a:r>
          <a:r>
            <a:rPr lang="en-US" altLang="ko-KR" sz="600" kern="1200" dirty="0" smtClean="0"/>
            <a:t>/ </a:t>
          </a:r>
          <a:r>
            <a:rPr lang="ko-KR" altLang="en-US" sz="600" kern="1200" dirty="0" smtClean="0"/>
            <a:t>화질 </a:t>
          </a:r>
          <a:r>
            <a:rPr lang="en-US" altLang="ko-KR" sz="600" kern="1200" dirty="0" smtClean="0"/>
            <a:t>/ </a:t>
          </a:r>
          <a:r>
            <a:rPr lang="ko-KR" altLang="en-US" sz="600" kern="1200" dirty="0" err="1" smtClean="0"/>
            <a:t>시야각</a:t>
          </a:r>
          <a:r>
            <a:rPr lang="ko-KR" altLang="en-US" sz="600" kern="1200" dirty="0" smtClean="0"/>
            <a:t> </a:t>
          </a:r>
          <a:r>
            <a:rPr lang="en-US" altLang="ko-KR" sz="600" kern="1200" dirty="0" smtClean="0"/>
            <a:t>/ </a:t>
          </a:r>
          <a:r>
            <a:rPr lang="ko-KR" altLang="en-US" sz="600" kern="1200" dirty="0" err="1" smtClean="0"/>
            <a:t>색이상</a:t>
          </a:r>
          <a:r>
            <a:rPr lang="ko-KR" altLang="en-US" sz="600" kern="1200" dirty="0" smtClean="0"/>
            <a:t> </a:t>
          </a:r>
          <a:r>
            <a:rPr lang="en-US" altLang="ko-KR" sz="600" kern="1200" dirty="0" smtClean="0"/>
            <a:t>/ LCR / TSP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Glass</a:t>
          </a:r>
          <a:r>
            <a:rPr lang="ko-KR" altLang="en-US" sz="600" kern="1200" dirty="0" smtClean="0"/>
            <a:t> </a:t>
          </a:r>
          <a:r>
            <a:rPr lang="en-US" altLang="ko-KR" sz="600" kern="1200" dirty="0" smtClean="0"/>
            <a:t>/ </a:t>
          </a:r>
          <a:r>
            <a:rPr lang="ko-KR" altLang="en-US" sz="600" kern="1200" dirty="0" smtClean="0"/>
            <a:t>헤드 이동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Glass Contact </a:t>
          </a:r>
          <a:r>
            <a:rPr lang="ko-KR" altLang="en-US" sz="600" kern="1200" dirty="0" smtClean="0"/>
            <a:t>위치 확인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Contact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검사 시작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600" kern="1200" dirty="0" smtClean="0"/>
            <a:t>검사 종료</a:t>
          </a:r>
          <a:endParaRPr lang="ko-KR" altLang="en-US" sz="600" kern="1200" dirty="0"/>
        </a:p>
        <a:p>
          <a:pPr marL="114300" lvl="2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600" kern="1200" dirty="0" smtClean="0"/>
            <a:t>Un-Contact</a:t>
          </a:r>
          <a:endParaRPr lang="ko-KR" altLang="en-US" sz="600" kern="1200" dirty="0"/>
        </a:p>
      </dsp:txBody>
      <dsp:txXfrm>
        <a:off x="0" y="2399559"/>
        <a:ext cx="8305575" cy="1821600"/>
      </dsp:txXfrm>
    </dsp:sp>
    <dsp:sp modelId="{4865B398-4E09-4CDC-AD33-BD436E9E06BB}">
      <dsp:nvSpPr>
        <dsp:cNvPr id="0" name=""/>
        <dsp:cNvSpPr/>
      </dsp:nvSpPr>
      <dsp:spPr>
        <a:xfrm>
          <a:off x="0" y="4221159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smtClean="0"/>
            <a:t>Unload</a:t>
          </a:r>
          <a:r>
            <a:rPr lang="ko-KR" altLang="en-US" sz="800" kern="1200" dirty="0" smtClean="0"/>
            <a:t>상태 변경</a:t>
          </a:r>
          <a:endParaRPr lang="ko-KR" altLang="en-US" sz="800" kern="1200" dirty="0"/>
        </a:p>
      </dsp:txBody>
      <dsp:txXfrm>
        <a:off x="12251" y="4233410"/>
        <a:ext cx="8281073" cy="226463"/>
      </dsp:txXfrm>
    </dsp:sp>
    <dsp:sp modelId="{498BF104-26D2-47A7-93FF-12C65C24B0D6}">
      <dsp:nvSpPr>
        <dsp:cNvPr id="0" name=""/>
        <dsp:cNvSpPr/>
      </dsp:nvSpPr>
      <dsp:spPr>
        <a:xfrm>
          <a:off x="0" y="4472124"/>
          <a:ext cx="8305575" cy="132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600" kern="1200" dirty="0"/>
        </a:p>
      </dsp:txBody>
      <dsp:txXfrm>
        <a:off x="0" y="4472124"/>
        <a:ext cx="8305575" cy="132480"/>
      </dsp:txXfrm>
    </dsp:sp>
    <dsp:sp modelId="{40616FE2-8B46-418B-9AF5-8A26782861DF}">
      <dsp:nvSpPr>
        <dsp:cNvPr id="0" name=""/>
        <dsp:cNvSpPr/>
      </dsp:nvSpPr>
      <dsp:spPr>
        <a:xfrm>
          <a:off x="0" y="4604604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800" kern="1200" dirty="0" smtClean="0"/>
            <a:t>이동</a:t>
          </a:r>
          <a:endParaRPr lang="ko-KR" altLang="en-US" sz="800" kern="1200" dirty="0"/>
        </a:p>
      </dsp:txBody>
      <dsp:txXfrm>
        <a:off x="12251" y="4616855"/>
        <a:ext cx="8281073" cy="226463"/>
      </dsp:txXfrm>
    </dsp:sp>
    <dsp:sp modelId="{3F2BFF7F-5FC6-4A09-B76D-39CA992387DF}">
      <dsp:nvSpPr>
        <dsp:cNvPr id="0" name=""/>
        <dsp:cNvSpPr/>
      </dsp:nvSpPr>
      <dsp:spPr>
        <a:xfrm>
          <a:off x="0" y="4855569"/>
          <a:ext cx="8305575" cy="132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600" kern="1200" dirty="0"/>
        </a:p>
      </dsp:txBody>
      <dsp:txXfrm>
        <a:off x="0" y="4855569"/>
        <a:ext cx="8305575" cy="132480"/>
      </dsp:txXfrm>
    </dsp:sp>
    <dsp:sp modelId="{87BDEE0C-D837-4B21-A5C8-57CCBD674439}">
      <dsp:nvSpPr>
        <dsp:cNvPr id="0" name=""/>
        <dsp:cNvSpPr/>
      </dsp:nvSpPr>
      <dsp:spPr>
        <a:xfrm>
          <a:off x="0" y="4988049"/>
          <a:ext cx="8305575" cy="2509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l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800" kern="1200" dirty="0" smtClean="0"/>
            <a:t>Auto Change Probe</a:t>
          </a:r>
          <a:endParaRPr lang="ko-KR" altLang="en-US" sz="800" kern="1200" dirty="0"/>
        </a:p>
      </dsp:txBody>
      <dsp:txXfrm>
        <a:off x="12251" y="5000300"/>
        <a:ext cx="8281073" cy="226463"/>
      </dsp:txXfrm>
    </dsp:sp>
    <dsp:sp modelId="{3674C4E9-6295-45BB-B331-894DDA787D52}">
      <dsp:nvSpPr>
        <dsp:cNvPr id="0" name=""/>
        <dsp:cNvSpPr/>
      </dsp:nvSpPr>
      <dsp:spPr>
        <a:xfrm>
          <a:off x="0" y="5239014"/>
          <a:ext cx="8305575" cy="132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2" tIns="10160" rIns="56896" bIns="10160" numCol="1" spcCol="1270" anchor="t" anchorCtr="0">
          <a:noAutofit/>
        </a:bodyPr>
        <a:lstStyle/>
        <a:p>
          <a:pPr marL="57150" lvl="1" indent="-57150" algn="l" defTabSz="2667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600" kern="1200" dirty="0"/>
        </a:p>
      </dsp:txBody>
      <dsp:txXfrm>
        <a:off x="0" y="5239014"/>
        <a:ext cx="8305575" cy="13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572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A8432EF3-2C5E-4437-A242-89457AC3EBC6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1233488"/>
            <a:ext cx="44402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4" tIns="45322" rIns="90644" bIns="4532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1" y="4747996"/>
            <a:ext cx="5387982" cy="3884437"/>
          </a:xfrm>
          <a:prstGeom prst="rect">
            <a:avLst/>
          </a:prstGeom>
        </p:spPr>
        <p:txBody>
          <a:bodyPr vert="horz" lIns="90644" tIns="45322" rIns="90644" bIns="4532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572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1F694038-8F26-4992-81E4-0A012897C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4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5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F6CADA-A13E-447C-839F-0F14015D6169}"/>
              </a:ext>
            </a:extLst>
          </p:cNvPr>
          <p:cNvSpPr/>
          <p:nvPr userDrawn="1"/>
        </p:nvSpPr>
        <p:spPr>
          <a:xfrm>
            <a:off x="1445742" y="2"/>
            <a:ext cx="7698259" cy="5262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D85D9A-0A31-48BF-A83B-51EF472174E2}"/>
              </a:ext>
            </a:extLst>
          </p:cNvPr>
          <p:cNvSpPr/>
          <p:nvPr userDrawn="1"/>
        </p:nvSpPr>
        <p:spPr>
          <a:xfrm>
            <a:off x="0" y="2"/>
            <a:ext cx="1242204" cy="5262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A9043C-79A8-49A7-BC77-BC88A3C0395F}"/>
              </a:ext>
            </a:extLst>
          </p:cNvPr>
          <p:cNvSpPr/>
          <p:nvPr userDrawn="1"/>
        </p:nvSpPr>
        <p:spPr>
          <a:xfrm>
            <a:off x="1311217" y="2"/>
            <a:ext cx="60385" cy="52621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E88106A-1960-4D48-B0A5-00D22E7E9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05" y="5671355"/>
            <a:ext cx="1842189" cy="4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CA2A418-A329-4373-AA93-8D96F11154AE}"/>
              </a:ext>
            </a:extLst>
          </p:cNvPr>
          <p:cNvSpPr/>
          <p:nvPr userDrawn="1"/>
        </p:nvSpPr>
        <p:spPr>
          <a:xfrm>
            <a:off x="1445743" y="665018"/>
            <a:ext cx="7282622" cy="77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53B245-C7A4-4148-9536-93AEF2B71FDB}"/>
              </a:ext>
            </a:extLst>
          </p:cNvPr>
          <p:cNvSpPr/>
          <p:nvPr userDrawn="1"/>
        </p:nvSpPr>
        <p:spPr>
          <a:xfrm>
            <a:off x="415636" y="665018"/>
            <a:ext cx="826568" cy="773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0CB3A-47B0-4D52-9E44-800852389524}"/>
              </a:ext>
            </a:extLst>
          </p:cNvPr>
          <p:cNvSpPr/>
          <p:nvPr userDrawn="1"/>
        </p:nvSpPr>
        <p:spPr>
          <a:xfrm>
            <a:off x="1311217" y="665018"/>
            <a:ext cx="60385" cy="7732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9FD4FB-AD3D-4FA9-9D44-F4666717A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4" y="6518314"/>
            <a:ext cx="1255078" cy="306435"/>
          </a:xfrm>
          <a:prstGeom prst="rect">
            <a:avLst/>
          </a:prstGeom>
        </p:spPr>
      </p:pic>
      <p:pic>
        <p:nvPicPr>
          <p:cNvPr id="11" name="Picture 41">
            <a:extLst>
              <a:ext uri="{FF2B5EF4-FFF2-40B4-BE49-F238E27FC236}">
                <a16:creationId xmlns:a16="http://schemas.microsoft.com/office/drawing/2014/main" id="{72A0348D-8020-4D06-8F46-5EDC953E48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2" y="6581775"/>
            <a:ext cx="777239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716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9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19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0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3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4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91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540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11A3-201F-4A19-B33D-85661AA8FA9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251520" y="836712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5"/>
          <p:cNvSpPr>
            <a:spLocks noChangeArrowheads="1"/>
          </p:cNvSpPr>
          <p:nvPr/>
        </p:nvSpPr>
        <p:spPr bwMode="auto">
          <a:xfrm>
            <a:off x="292243" y="6354161"/>
            <a:ext cx="224666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lnSpc>
                <a:spcPct val="95000"/>
              </a:lnSpc>
            </a:pPr>
            <a:r>
              <a:rPr kumimoji="0" lang="en-US" altLang="ko-KR" sz="800" dirty="0">
                <a:solidFill>
                  <a:srgbClr val="595959"/>
                </a:solidFill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Copyright © 2012 by KMAC Corporation. </a:t>
            </a:r>
          </a:p>
          <a:p>
            <a:pPr>
              <a:lnSpc>
                <a:spcPct val="95000"/>
              </a:lnSpc>
            </a:pPr>
            <a:r>
              <a:rPr kumimoji="0" lang="en-US" altLang="ko-KR" sz="800" dirty="0">
                <a:solidFill>
                  <a:srgbClr val="595959"/>
                </a:solidFill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ALL RIGHTS RESERVED.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7200800" cy="516036"/>
          </a:xfrm>
        </p:spPr>
        <p:txBody>
          <a:bodyPr>
            <a:noAutofit/>
          </a:bodyPr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260347" y="1124744"/>
            <a:ext cx="8604947" cy="5001419"/>
          </a:xfrm>
        </p:spPr>
        <p:txBody>
          <a:bodyPr>
            <a:normAutofit/>
          </a:bodyPr>
          <a:lstStyle>
            <a:lvl1pPr>
              <a:defRPr sz="2000" b="1"/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Wingdings" panose="05000000000000000000" pitchFamily="2" charset="2"/>
              <a:buChar char="ü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32656"/>
            <a:ext cx="1090291" cy="415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5025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-11113" y="3622675"/>
            <a:ext cx="9155113" cy="323532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-4763" y="-6350"/>
            <a:ext cx="674688" cy="2859088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8975" y="2852738"/>
            <a:ext cx="8455025" cy="136842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-7938" y="2852738"/>
            <a:ext cx="677863" cy="4005262"/>
          </a:xfrm>
          <a:prstGeom prst="rect">
            <a:avLst/>
          </a:prstGeom>
          <a:solidFill>
            <a:srgbClr val="A7A7A7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pic>
        <p:nvPicPr>
          <p:cNvPr id="6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7734300" y="331788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998498"/>
      </p:ext>
    </p:extLst>
  </p:cSld>
  <p:clrMapOvr>
    <a:masterClrMapping/>
  </p:clrMapOvr>
  <p:transition>
    <p:wipe/>
  </p:transition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DE9189E-AD8F-4C1A-8561-A2E586804B91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86B45385-55EE-43CC-941A-01A8260550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06896"/>
      </p:ext>
    </p:extLst>
  </p:cSld>
  <p:clrMapOvr>
    <a:masterClrMapping/>
  </p:clrMapOvr>
  <p:transition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A60A1CB-4138-49DB-895C-5BE17B37F1DF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F382D9DE-7A54-432D-B9F8-8F41DE4A7B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592235"/>
      </p:ext>
    </p:extLst>
  </p:cSld>
  <p:clrMapOvr>
    <a:masterClrMapping/>
  </p:clrMapOvr>
  <p:transition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F6D5B06-BF9D-4E24-92CC-5A6AD6786CBA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E2C2B2-0006-4A19-A06E-F329842F7D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430781"/>
      </p:ext>
    </p:extLst>
  </p:cSld>
  <p:clrMapOvr>
    <a:masterClrMapping/>
  </p:clrMapOvr>
  <p:transition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28D3AF3-64FE-4E71-A496-E1EBCF877780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A37E9C51-05E8-41F6-A55C-A1A1334ABEF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238155"/>
      </p:ext>
    </p:extLst>
  </p:cSld>
  <p:clrMapOvr>
    <a:masterClrMapping/>
  </p:clrMapOvr>
  <p:transition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0A7DADDD-78D8-4AB7-8BD4-A61768480615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1289D55-0AA1-4E5D-9FDF-C352BA7F0C4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18481"/>
      </p:ext>
    </p:extLst>
  </p:cSld>
  <p:clrMapOvr>
    <a:masterClrMapping/>
  </p:clrMapOvr>
  <p:transition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2B28E4FD-0667-4FDF-A32B-C17D1AFEF46F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49204271-E5BE-4204-842F-9B22CFCA2F1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785640"/>
      </p:ext>
    </p:extLst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F2E9CB79-ABE1-417E-B3B0-588158A43633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4BEA782-3682-44AB-B6B9-BE7507B1793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845103"/>
      </p:ext>
    </p:extLst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38C95EA-1AF8-4E84-87A9-0F239B0315E8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C66F7F-315D-4067-810D-D1DCEE66B5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50897"/>
      </p:ext>
    </p:extLst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AEF72929-E4AF-4394-A318-C6D95F2E9FFF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1FA55F-2527-4435-8B7F-0FE04254BA2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78585"/>
      </p:ext>
    </p:extLst>
  </p:cSld>
  <p:clrMapOvr>
    <a:masterClrMapping/>
  </p:clrMapOvr>
  <p:transition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A6DABF0-8D43-4B19-8211-EE40CA82D841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5D5F9BF-E191-40B3-965E-4BEB14E528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378529"/>
      </p:ext>
    </p:extLst>
  </p:cSld>
  <p:clrMapOvr>
    <a:masterClrMapping/>
  </p:clrMapOvr>
  <p:transition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FD5F02-71F4-42B8-8F17-A9154D3353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89213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250825" y="1052513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5"/>
          <p:cNvSpPr>
            <a:spLocks noChangeArrowheads="1"/>
          </p:cNvSpPr>
          <p:nvPr userDrawn="1"/>
        </p:nvSpPr>
        <p:spPr bwMode="auto">
          <a:xfrm>
            <a:off x="165100" y="6376988"/>
            <a:ext cx="8677275" cy="323850"/>
          </a:xfrm>
          <a:prstGeom prst="rect">
            <a:avLst/>
          </a:prstGeom>
          <a:noFill/>
          <a:ln>
            <a:noFill/>
          </a:ln>
          <a:extLst/>
        </p:spPr>
        <p:txBody>
          <a:bodyPr lIns="90488" tIns="44450" rIns="90488" bIns="44450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2012 by KMAC Corporation. </a:t>
            </a:r>
          </a:p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 RIGHTS RESERVED.</a:t>
            </a:r>
          </a:p>
        </p:txBody>
      </p:sp>
      <p:pic>
        <p:nvPicPr>
          <p:cNvPr id="4" name="그림 8" descr="시그니쳐(칼라)_마크-아이덴티파이어_중.em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13" y="577850"/>
            <a:ext cx="1081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379D9EE3-65D0-4DD4-8056-9149CD232848}" type="datetime1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61075" y="6356350"/>
            <a:ext cx="2895600" cy="365125"/>
          </a:xfrm>
          <a:prstGeom prst="rect">
            <a:avLst/>
          </a:prstGeom>
        </p:spPr>
        <p:txBody>
          <a:bodyPr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00" b="1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www.kmac.com</a:t>
            </a: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202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F2879A4-310A-427E-9B64-410F7AF605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08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6F926446-C434-470C-9D55-6FCACA20F5B2}" type="datetimeFigureOut">
              <a:rPr lang="ko-KR" altLang="en-US"/>
              <a:pPr>
                <a:defRPr/>
              </a:pPr>
              <a:t>2021-12-09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DB46575-072A-4CF1-A3B8-1EF95B4F7E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41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0B3C7-A114-4FDB-822F-CDDC420C289A}" type="datetimeFigureOut">
              <a:rPr lang="ko-KR" altLang="en-US" smtClean="0"/>
              <a:t>2021-12-09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5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323850" y="673100"/>
            <a:ext cx="8428038" cy="77788"/>
          </a:xfrm>
          <a:prstGeom prst="rect">
            <a:avLst/>
          </a:prstGeom>
          <a:solidFill>
            <a:srgbClr val="666699"/>
          </a:solidFill>
          <a:ln>
            <a:noFill/>
          </a:ln>
          <a:extLst/>
        </p:spPr>
        <p:txBody>
          <a:bodyPr anchor="b"/>
          <a:lstStyle>
            <a:lvl1pPr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fontAlgn="auto" latinLnBrk="1" hangingPunct="1">
              <a:lnSpc>
                <a:spcPct val="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ko-KR" sz="800">
                <a:solidFill>
                  <a:schemeClr val="accent1"/>
                </a:solidFill>
                <a:latin typeface="Verdana" pitchFamily="34" charset="0"/>
                <a:ea typeface="굴림" pitchFamily="50" charset="-127"/>
              </a:rPr>
              <a:t>  </a:t>
            </a:r>
            <a:endParaRPr lang="en-US" altLang="ko-KR" sz="800" b="1">
              <a:solidFill>
                <a:srgbClr val="FF6600"/>
              </a:solidFill>
              <a:latin typeface="Arial" charset="0"/>
              <a:ea typeface="굴림" pitchFamily="50" charset="-127"/>
            </a:endParaRPr>
          </a:p>
        </p:txBody>
      </p:sp>
      <p:pic>
        <p:nvPicPr>
          <p:cNvPr id="4099" name="Picture 4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6581775"/>
            <a:ext cx="8142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90488" y="6488113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24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ransition>
    <p:wip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모서리가 둥근 직사각형 47"/>
          <p:cNvSpPr/>
          <p:nvPr/>
        </p:nvSpPr>
        <p:spPr>
          <a:xfrm>
            <a:off x="1893852" y="813486"/>
            <a:ext cx="3211453" cy="1435947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6" name="모서리가 둥근 직사각형 185"/>
          <p:cNvSpPr/>
          <p:nvPr/>
        </p:nvSpPr>
        <p:spPr>
          <a:xfrm>
            <a:off x="5320335" y="813486"/>
            <a:ext cx="3399603" cy="1841269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7" name="모서리가 둥근 직사각형 76"/>
          <p:cNvSpPr/>
          <p:nvPr/>
        </p:nvSpPr>
        <p:spPr>
          <a:xfrm>
            <a:off x="359641" y="1877068"/>
            <a:ext cx="1375921" cy="1506211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0" name="모서리가 둥근 직사각형 69"/>
          <p:cNvSpPr/>
          <p:nvPr/>
        </p:nvSpPr>
        <p:spPr>
          <a:xfrm>
            <a:off x="359641" y="5182623"/>
            <a:ext cx="4997263" cy="1258582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1876663" y="2438007"/>
            <a:ext cx="3255799" cy="2323841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5307081" y="2829794"/>
            <a:ext cx="3399603" cy="3729335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3341687" y="883973"/>
            <a:ext cx="1440000" cy="447012"/>
            <a:chOff x="2313571" y="878772"/>
            <a:chExt cx="1620000" cy="1058687"/>
          </a:xfrm>
        </p:grpSpPr>
        <p:pic>
          <p:nvPicPr>
            <p:cNvPr id="17" name="그림 1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TextBox 36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416007" y="2930686"/>
            <a:ext cx="1440000" cy="464060"/>
            <a:chOff x="6465461" y="774202"/>
            <a:chExt cx="1517845" cy="1089942"/>
          </a:xfrm>
        </p:grpSpPr>
        <p:pic>
          <p:nvPicPr>
            <p:cNvPr id="13" name="그림 1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" name="TextBox 39"/>
            <p:cNvSpPr txBox="1"/>
            <p:nvPr/>
          </p:nvSpPr>
          <p:spPr>
            <a:xfrm>
              <a:off x="6720747" y="1358129"/>
              <a:ext cx="1215455" cy="50601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</a:t>
              </a:r>
              <a:r>
                <a:rPr lang="en-US" altLang="ko-KR" sz="800" dirty="0"/>
                <a:t>1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5416007" y="3518477"/>
            <a:ext cx="1440000" cy="466732"/>
            <a:chOff x="6465461" y="1652876"/>
            <a:chExt cx="1517845" cy="1123165"/>
          </a:xfrm>
        </p:grpSpPr>
        <p:pic>
          <p:nvPicPr>
            <p:cNvPr id="23" name="그림 2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1652876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" name="TextBox 40"/>
            <p:cNvSpPr txBox="1"/>
            <p:nvPr/>
          </p:nvSpPr>
          <p:spPr>
            <a:xfrm>
              <a:off x="6720861" y="2257587"/>
              <a:ext cx="1215455" cy="5184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416007" y="4114644"/>
            <a:ext cx="1440000" cy="465357"/>
            <a:chOff x="6465461" y="2541811"/>
            <a:chExt cx="1517845" cy="1105876"/>
          </a:xfrm>
        </p:grpSpPr>
        <p:pic>
          <p:nvPicPr>
            <p:cNvPr id="14" name="그림 1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TextBox 41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1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5416007" y="4731215"/>
            <a:ext cx="1440000" cy="451408"/>
            <a:chOff x="6465460" y="3431273"/>
            <a:chExt cx="1517845" cy="1001682"/>
          </a:xfrm>
        </p:grpSpPr>
        <p:pic>
          <p:nvPicPr>
            <p:cNvPr id="24" name="그림 2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343127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" name="TextBox 42"/>
            <p:cNvSpPr txBox="1"/>
            <p:nvPr/>
          </p:nvSpPr>
          <p:spPr>
            <a:xfrm>
              <a:off x="6607172" y="3954881"/>
              <a:ext cx="1331602" cy="4780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5416007" y="5335346"/>
            <a:ext cx="1440000" cy="460411"/>
            <a:chOff x="6465460" y="4298108"/>
            <a:chExt cx="1517845" cy="1047076"/>
          </a:xfrm>
        </p:grpSpPr>
        <p:pic>
          <p:nvPicPr>
            <p:cNvPr id="11" name="그림 1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" name="TextBox 43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1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416007" y="5939475"/>
            <a:ext cx="1440000" cy="463259"/>
            <a:chOff x="6464659" y="5164943"/>
            <a:chExt cx="1517845" cy="1080300"/>
          </a:xfrm>
        </p:grpSpPr>
        <p:pic>
          <p:nvPicPr>
            <p:cNvPr id="22" name="그림 2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4659" y="516494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" name="TextBox 44"/>
            <p:cNvSpPr txBox="1"/>
            <p:nvPr/>
          </p:nvSpPr>
          <p:spPr>
            <a:xfrm>
              <a:off x="6615853" y="5742837"/>
              <a:ext cx="1306875" cy="50240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5441176" y="2143042"/>
            <a:ext cx="1440000" cy="419046"/>
            <a:chOff x="2313571" y="4593133"/>
            <a:chExt cx="1517845" cy="1036942"/>
          </a:xfrm>
        </p:grpSpPr>
        <p:pic>
          <p:nvPicPr>
            <p:cNvPr id="8" name="그림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" name="TextBox 4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sp>
        <p:nvSpPr>
          <p:cNvPr id="92" name="직사각형 91"/>
          <p:cNvSpPr/>
          <p:nvPr/>
        </p:nvSpPr>
        <p:spPr>
          <a:xfrm>
            <a:off x="454355" y="5371225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54355" y="2444687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2205759" y="1829640"/>
            <a:ext cx="1152128" cy="2520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3852433" y="3853350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EFU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3845362" y="1824801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LED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5416007" y="900508"/>
            <a:ext cx="1440000" cy="419046"/>
            <a:chOff x="2313571" y="4593133"/>
            <a:chExt cx="1517845" cy="1036942"/>
          </a:xfrm>
        </p:grpSpPr>
        <p:pic>
          <p:nvPicPr>
            <p:cNvPr id="53" name="그림 5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TextBox 53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5441176" y="1711718"/>
            <a:ext cx="1440000" cy="419046"/>
            <a:chOff x="2313570" y="4593135"/>
            <a:chExt cx="1517845" cy="1036941"/>
          </a:xfrm>
        </p:grpSpPr>
        <p:pic>
          <p:nvPicPr>
            <p:cNvPr id="56" name="그림 5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" name="TextBox 56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</a:t>
              </a:r>
              <a:r>
                <a:rPr lang="en-US" altLang="ko-KR" sz="800" dirty="0"/>
                <a:t>1 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3348758" y="2543132"/>
            <a:ext cx="1440000" cy="430179"/>
            <a:chOff x="2313571" y="878772"/>
            <a:chExt cx="1620000" cy="1098689"/>
          </a:xfrm>
        </p:grpSpPr>
        <p:pic>
          <p:nvPicPr>
            <p:cNvPr id="61" name="그림 6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TextBox 61"/>
            <p:cNvSpPr txBox="1"/>
            <p:nvPr/>
          </p:nvSpPr>
          <p:spPr>
            <a:xfrm>
              <a:off x="2408142" y="1427211"/>
              <a:ext cx="1363384" cy="55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65" name="직사각형 64"/>
          <p:cNvSpPr/>
          <p:nvPr/>
        </p:nvSpPr>
        <p:spPr>
          <a:xfrm>
            <a:off x="2212830" y="3853350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689580" y="3352648"/>
            <a:ext cx="1183103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3682509" y="1467413"/>
            <a:ext cx="1166897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Serial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001866" y="2723073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CC-Link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13202" y="5543757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센서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413202" y="5984755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릴레이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3720555" y="5530258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실리더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720555" y="5984755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램프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462194" y="1975995"/>
            <a:ext cx="1152128" cy="3808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Stage(44Axis)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2164196" y="1440412"/>
            <a:ext cx="1183103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7445024" y="5953205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1" name="직선 연결선 170"/>
          <p:cNvCxnSpPr>
            <a:stCxn id="170" idx="1"/>
            <a:endCxn id="22" idx="3"/>
          </p:cNvCxnSpPr>
          <p:nvPr/>
        </p:nvCxnSpPr>
        <p:spPr>
          <a:xfrm flipH="1">
            <a:off x="6856007" y="6079205"/>
            <a:ext cx="589017" cy="31550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4" name="직사각형 173"/>
          <p:cNvSpPr/>
          <p:nvPr/>
        </p:nvSpPr>
        <p:spPr>
          <a:xfrm>
            <a:off x="7435966" y="5344972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5" name="직선 연결선 174"/>
          <p:cNvCxnSpPr>
            <a:stCxn id="174" idx="1"/>
            <a:endCxn id="11" idx="3"/>
          </p:cNvCxnSpPr>
          <p:nvPr/>
        </p:nvCxnSpPr>
        <p:spPr>
          <a:xfrm flipH="1">
            <a:off x="6856007" y="5470972"/>
            <a:ext cx="579959" cy="40004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6" name="직사각형 175"/>
          <p:cNvSpPr/>
          <p:nvPr/>
        </p:nvSpPr>
        <p:spPr>
          <a:xfrm>
            <a:off x="7427837" y="4759465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7" name="직선 연결선 176"/>
          <p:cNvCxnSpPr>
            <a:stCxn id="176" idx="1"/>
            <a:endCxn id="24" idx="3"/>
          </p:cNvCxnSpPr>
          <p:nvPr/>
        </p:nvCxnSpPr>
        <p:spPr>
          <a:xfrm flipH="1">
            <a:off x="6856007" y="4885465"/>
            <a:ext cx="571830" cy="25750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8" name="직사각형 177"/>
          <p:cNvSpPr/>
          <p:nvPr/>
        </p:nvSpPr>
        <p:spPr>
          <a:xfrm>
            <a:off x="7427837" y="4136044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9" name="직선 연결선 178"/>
          <p:cNvCxnSpPr>
            <a:stCxn id="178" idx="1"/>
            <a:endCxn id="14" idx="3"/>
          </p:cNvCxnSpPr>
          <p:nvPr/>
        </p:nvCxnSpPr>
        <p:spPr>
          <a:xfrm flipH="1">
            <a:off x="6856007" y="4262044"/>
            <a:ext cx="571830" cy="20679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0" name="직사각형 179"/>
          <p:cNvSpPr/>
          <p:nvPr/>
        </p:nvSpPr>
        <p:spPr>
          <a:xfrm>
            <a:off x="7394750" y="3533758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1" name="직선 연결선 180"/>
          <p:cNvCxnSpPr>
            <a:stCxn id="180" idx="1"/>
            <a:endCxn id="23" idx="3"/>
          </p:cNvCxnSpPr>
          <p:nvPr/>
        </p:nvCxnSpPr>
        <p:spPr>
          <a:xfrm flipH="1">
            <a:off x="6856007" y="3659758"/>
            <a:ext cx="538743" cy="24700"/>
          </a:xfrm>
          <a:prstGeom prst="line">
            <a:avLst/>
          </a:prstGeom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2" name="직사각형 181"/>
          <p:cNvSpPr/>
          <p:nvPr/>
        </p:nvSpPr>
        <p:spPr>
          <a:xfrm>
            <a:off x="7394750" y="2943868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3" name="직선 연결선 182"/>
          <p:cNvCxnSpPr>
            <a:stCxn id="182" idx="1"/>
            <a:endCxn id="13" idx="3"/>
          </p:cNvCxnSpPr>
          <p:nvPr/>
        </p:nvCxnSpPr>
        <p:spPr>
          <a:xfrm flipH="1">
            <a:off x="6856007" y="3069868"/>
            <a:ext cx="538743" cy="30879"/>
          </a:xfrm>
          <a:prstGeom prst="line">
            <a:avLst/>
          </a:prstGeom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4" name="직사각형 183"/>
          <p:cNvSpPr/>
          <p:nvPr/>
        </p:nvSpPr>
        <p:spPr>
          <a:xfrm>
            <a:off x="7376541" y="1424442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7231457" y="943756"/>
            <a:ext cx="1433920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MUX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7" name="직선 연결선 186"/>
          <p:cNvCxnSpPr>
            <a:stCxn id="185" idx="1"/>
            <a:endCxn id="53" idx="3"/>
          </p:cNvCxnSpPr>
          <p:nvPr/>
        </p:nvCxnSpPr>
        <p:spPr>
          <a:xfrm flipH="1" flipV="1">
            <a:off x="6856007" y="1061922"/>
            <a:ext cx="375450" cy="7834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0" name="직선 연결선 189"/>
          <p:cNvCxnSpPr>
            <a:stCxn id="184" idx="0"/>
            <a:endCxn id="185" idx="2"/>
          </p:cNvCxnSpPr>
          <p:nvPr/>
        </p:nvCxnSpPr>
        <p:spPr>
          <a:xfrm flipH="1" flipV="1">
            <a:off x="7948417" y="1195756"/>
            <a:ext cx="4188" cy="22868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/>
          <p:cNvSpPr/>
          <p:nvPr/>
        </p:nvSpPr>
        <p:spPr>
          <a:xfrm>
            <a:off x="2171267" y="3337345"/>
            <a:ext cx="1183103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3852433" y="4242578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온도센서</a:t>
            </a:r>
          </a:p>
        </p:txBody>
      </p:sp>
      <p:sp>
        <p:nvSpPr>
          <p:cNvPr id="213" name="직사각형 212"/>
          <p:cNvSpPr/>
          <p:nvPr/>
        </p:nvSpPr>
        <p:spPr>
          <a:xfrm>
            <a:off x="2212830" y="4244622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9" name="꺾인 연결선 218"/>
          <p:cNvCxnSpPr>
            <a:stCxn id="202" idx="1"/>
            <a:endCxn id="65" idx="1"/>
          </p:cNvCxnSpPr>
          <p:nvPr/>
        </p:nvCxnSpPr>
        <p:spPr>
          <a:xfrm rot="10800000" flipH="1" flipV="1">
            <a:off x="2171266" y="3463344"/>
            <a:ext cx="41563" cy="516005"/>
          </a:xfrm>
          <a:prstGeom prst="bentConnector3">
            <a:avLst>
              <a:gd name="adj1" fmla="val -550008"/>
            </a:avLst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1" name="꺾인 연결선 220"/>
          <p:cNvCxnSpPr/>
          <p:nvPr/>
        </p:nvCxnSpPr>
        <p:spPr>
          <a:xfrm rot="10800000" flipH="1" flipV="1">
            <a:off x="2013325" y="3463344"/>
            <a:ext cx="257871" cy="907277"/>
          </a:xfrm>
          <a:prstGeom prst="bentConnector3">
            <a:avLst>
              <a:gd name="adj1" fmla="val -24177"/>
            </a:avLst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5" name="꺾인 연결선 224"/>
          <p:cNvCxnSpPr>
            <a:stCxn id="68" idx="1"/>
            <a:endCxn id="109" idx="1"/>
          </p:cNvCxnSpPr>
          <p:nvPr/>
        </p:nvCxnSpPr>
        <p:spPr>
          <a:xfrm rot="10800000" flipH="1" flipV="1">
            <a:off x="3689579" y="3478648"/>
            <a:ext cx="162853" cy="500702"/>
          </a:xfrm>
          <a:prstGeom prst="bentConnector3">
            <a:avLst>
              <a:gd name="adj1" fmla="val -14037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6" name="꺾인 연결선 225"/>
          <p:cNvCxnSpPr>
            <a:stCxn id="68" idx="1"/>
            <a:endCxn id="204" idx="1"/>
          </p:cNvCxnSpPr>
          <p:nvPr/>
        </p:nvCxnSpPr>
        <p:spPr>
          <a:xfrm rot="10800000" flipH="1" flipV="1">
            <a:off x="3689579" y="3478648"/>
            <a:ext cx="162853" cy="889930"/>
          </a:xfrm>
          <a:prstGeom prst="bentConnector3">
            <a:avLst>
              <a:gd name="adj1" fmla="val -14037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7" name="모서리가 둥근 직사각형 236"/>
          <p:cNvSpPr/>
          <p:nvPr/>
        </p:nvSpPr>
        <p:spPr>
          <a:xfrm>
            <a:off x="359641" y="817432"/>
            <a:ext cx="1368796" cy="959089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42" name="직사각형 241"/>
          <p:cNvSpPr/>
          <p:nvPr/>
        </p:nvSpPr>
        <p:spPr>
          <a:xfrm>
            <a:off x="438867" y="999875"/>
            <a:ext cx="1183103" cy="2233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VCR </a:t>
            </a:r>
            <a:r>
              <a:rPr lang="ko-KR" altLang="en-US" sz="800" dirty="0">
                <a:solidFill>
                  <a:schemeClr val="tx1"/>
                </a:solidFill>
              </a:rPr>
              <a:t>모듈</a:t>
            </a: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359641" y="3441597"/>
            <a:ext cx="1383204" cy="1649617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44" name="직사각형 243"/>
          <p:cNvSpPr/>
          <p:nvPr/>
        </p:nvSpPr>
        <p:spPr>
          <a:xfrm>
            <a:off x="469842" y="3613408"/>
            <a:ext cx="1152128" cy="3386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SACC</a:t>
            </a:r>
          </a:p>
        </p:txBody>
      </p:sp>
      <p:sp>
        <p:nvSpPr>
          <p:cNvPr id="245" name="직사각형 244"/>
          <p:cNvSpPr/>
          <p:nvPr/>
        </p:nvSpPr>
        <p:spPr>
          <a:xfrm>
            <a:off x="469842" y="4609086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Touch Monitor</a:t>
            </a:r>
          </a:p>
        </p:txBody>
      </p:sp>
      <p:cxnSp>
        <p:nvCxnSpPr>
          <p:cNvPr id="308" name="꺾인 연결선 307"/>
          <p:cNvCxnSpPr>
            <a:stCxn id="98" idx="1"/>
            <a:endCxn id="96" idx="1"/>
          </p:cNvCxnSpPr>
          <p:nvPr/>
        </p:nvCxnSpPr>
        <p:spPr>
          <a:xfrm rot="10800000" flipH="1" flipV="1">
            <a:off x="2164195" y="1566412"/>
            <a:ext cx="41563" cy="389228"/>
          </a:xfrm>
          <a:prstGeom prst="bentConnector3">
            <a:avLst>
              <a:gd name="adj1" fmla="val -550008"/>
            </a:avLst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69" idx="1"/>
            <a:endCxn id="110" idx="1"/>
          </p:cNvCxnSpPr>
          <p:nvPr/>
        </p:nvCxnSpPr>
        <p:spPr>
          <a:xfrm rot="10800000" flipH="1" flipV="1">
            <a:off x="3682508" y="1593413"/>
            <a:ext cx="162853" cy="357388"/>
          </a:xfrm>
          <a:prstGeom prst="bentConnector3">
            <a:avLst>
              <a:gd name="adj1" fmla="val -14037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90" name="그룹 89"/>
          <p:cNvGrpSpPr/>
          <p:nvPr/>
        </p:nvGrpSpPr>
        <p:grpSpPr>
          <a:xfrm>
            <a:off x="7125378" y="1924792"/>
            <a:ext cx="1440000" cy="402421"/>
            <a:chOff x="2313570" y="4305144"/>
            <a:chExt cx="1517845" cy="995802"/>
          </a:xfrm>
        </p:grpSpPr>
        <p:pic>
          <p:nvPicPr>
            <p:cNvPr id="91" name="그림 9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305144"/>
              <a:ext cx="1517845" cy="7988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4" name="TextBox 93"/>
            <p:cNvSpPr txBox="1"/>
            <p:nvPr/>
          </p:nvSpPr>
          <p:spPr>
            <a:xfrm>
              <a:off x="2444419" y="476782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LCR </a:t>
              </a:r>
              <a:r>
                <a:rPr lang="en-US" altLang="ko-KR" sz="800" dirty="0" smtClean="0"/>
                <a:t> / TSP</a:t>
              </a:r>
              <a:r>
                <a:rPr lang="ko-KR" altLang="en-US" sz="800" dirty="0" smtClean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5210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-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네트워크 연결 구성도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1661975" y="1430865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sp>
        <p:nvSpPr>
          <p:cNvPr id="87" name="직사각형 86"/>
          <p:cNvSpPr/>
          <p:nvPr/>
        </p:nvSpPr>
        <p:spPr>
          <a:xfrm>
            <a:off x="4864257" y="939318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412675" y="939318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3101975" y="1083318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3412675" y="1613742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7" name="그림 9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1637" y="2202136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8" name="그룹 97"/>
          <p:cNvGrpSpPr/>
          <p:nvPr/>
        </p:nvGrpSpPr>
        <p:grpSpPr>
          <a:xfrm>
            <a:off x="1661975" y="3396871"/>
            <a:ext cx="1440000" cy="430179"/>
            <a:chOff x="2313571" y="878772"/>
            <a:chExt cx="1620000" cy="1098688"/>
          </a:xfrm>
        </p:grpSpPr>
        <p:pic>
          <p:nvPicPr>
            <p:cNvPr id="99" name="그림 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" name="TextBox 101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110" name="직사각형 109"/>
          <p:cNvSpPr/>
          <p:nvPr/>
        </p:nvSpPr>
        <p:spPr>
          <a:xfrm>
            <a:off x="4864257" y="1270646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3412675" y="1270646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864257" y="1610946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LED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5" name="그림 1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1637" y="3987668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" name="직사각형 115"/>
          <p:cNvSpPr/>
          <p:nvPr/>
        </p:nvSpPr>
        <p:spPr>
          <a:xfrm>
            <a:off x="3420059" y="402032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CC-Link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6584395" y="4003698"/>
            <a:ext cx="1440000" cy="430179"/>
            <a:chOff x="2313571" y="878772"/>
            <a:chExt cx="1620000" cy="1098688"/>
          </a:xfrm>
        </p:grpSpPr>
        <p:pic>
          <p:nvPicPr>
            <p:cNvPr id="118" name="그림 11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9" name="TextBox 118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 Indexer PC</a:t>
              </a:r>
              <a:endParaRPr lang="ko-KR" altLang="en-US" sz="800" dirty="0"/>
            </a:p>
          </p:txBody>
        </p:sp>
      </p:grpSp>
      <p:sp>
        <p:nvSpPr>
          <p:cNvPr id="120" name="직사각형 119"/>
          <p:cNvSpPr/>
          <p:nvPr/>
        </p:nvSpPr>
        <p:spPr>
          <a:xfrm>
            <a:off x="5044258" y="402032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CC-Link(Master)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5044258" y="3513236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EFU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3412675" y="3250777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6584395" y="3511453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온도센서</a:t>
            </a:r>
          </a:p>
        </p:txBody>
      </p:sp>
      <p:grpSp>
        <p:nvGrpSpPr>
          <p:cNvPr id="125" name="그룹 124"/>
          <p:cNvGrpSpPr/>
          <p:nvPr/>
        </p:nvGrpSpPr>
        <p:grpSpPr>
          <a:xfrm>
            <a:off x="390132" y="5203135"/>
            <a:ext cx="1440000" cy="464060"/>
            <a:chOff x="6465461" y="774202"/>
            <a:chExt cx="1517845" cy="1089943"/>
          </a:xfrm>
        </p:grpSpPr>
        <p:pic>
          <p:nvPicPr>
            <p:cNvPr id="126" name="그림 1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6720747" y="1358129"/>
              <a:ext cx="1215455" cy="5060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 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1919565" y="5192340"/>
            <a:ext cx="1440000" cy="465357"/>
            <a:chOff x="6465461" y="2541811"/>
            <a:chExt cx="1517845" cy="1105876"/>
          </a:xfrm>
        </p:grpSpPr>
        <p:pic>
          <p:nvPicPr>
            <p:cNvPr id="129" name="그림 12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129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3424071" y="5197287"/>
            <a:ext cx="1440000" cy="460411"/>
            <a:chOff x="6465460" y="4298108"/>
            <a:chExt cx="1517845" cy="1047076"/>
          </a:xfrm>
        </p:grpSpPr>
        <p:pic>
          <p:nvPicPr>
            <p:cNvPr id="132" name="그림 13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Box 132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6630611" y="5188708"/>
            <a:ext cx="1440000" cy="419046"/>
            <a:chOff x="2313571" y="4593133"/>
            <a:chExt cx="1517845" cy="1036942"/>
          </a:xfrm>
        </p:grpSpPr>
        <p:pic>
          <p:nvPicPr>
            <p:cNvPr id="135" name="그림 1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" name="TextBox 13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sp>
        <p:nvSpPr>
          <p:cNvPr id="137" name="직사각형 136"/>
          <p:cNvSpPr/>
          <p:nvPr/>
        </p:nvSpPr>
        <p:spPr>
          <a:xfrm>
            <a:off x="6876908" y="6218338"/>
            <a:ext cx="1895202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 9EA(</a:t>
            </a:r>
            <a:r>
              <a:rPr lang="ko-KR" altLang="en-US" sz="800" dirty="0">
                <a:solidFill>
                  <a:schemeClr val="tx1"/>
                </a:solidFill>
              </a:rPr>
              <a:t>점등 </a:t>
            </a:r>
            <a:r>
              <a:rPr lang="en-US" altLang="ko-KR" sz="800" dirty="0">
                <a:solidFill>
                  <a:schemeClr val="tx1"/>
                </a:solidFill>
              </a:rPr>
              <a:t>5EA, Aging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>
                <a:solidFill>
                  <a:schemeClr val="tx1"/>
                </a:solidFill>
              </a:rPr>
              <a:t>4EA)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6876907" y="5860634"/>
            <a:ext cx="957993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MOXA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42" name="그룹 141"/>
          <p:cNvGrpSpPr/>
          <p:nvPr/>
        </p:nvGrpSpPr>
        <p:grpSpPr>
          <a:xfrm>
            <a:off x="7660295" y="4417721"/>
            <a:ext cx="1440000" cy="419046"/>
            <a:chOff x="2313570" y="4593135"/>
            <a:chExt cx="1517845" cy="1036941"/>
          </a:xfrm>
        </p:grpSpPr>
        <p:pic>
          <p:nvPicPr>
            <p:cNvPr id="143" name="그림 14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" name="TextBox 143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cxnSp>
        <p:nvCxnSpPr>
          <p:cNvPr id="145" name="꺾인 연결선 144"/>
          <p:cNvCxnSpPr/>
          <p:nvPr/>
        </p:nvCxnSpPr>
        <p:spPr>
          <a:xfrm flipV="1">
            <a:off x="1624353" y="1877877"/>
            <a:ext cx="757622" cy="504343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97" idx="3"/>
            <a:endCxn id="99" idx="0"/>
          </p:cNvCxnSpPr>
          <p:nvPr/>
        </p:nvCxnSpPr>
        <p:spPr>
          <a:xfrm>
            <a:off x="1594365" y="2382220"/>
            <a:ext cx="787610" cy="1014651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/>
          <p:cNvSpPr/>
          <p:nvPr/>
        </p:nvSpPr>
        <p:spPr>
          <a:xfrm>
            <a:off x="3420059" y="2763277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7" name="꺾인 연결선 46"/>
          <p:cNvCxnSpPr>
            <a:stCxn id="123" idx="3"/>
            <a:endCxn id="122" idx="0"/>
          </p:cNvCxnSpPr>
          <p:nvPr/>
        </p:nvCxnSpPr>
        <p:spPr>
          <a:xfrm>
            <a:off x="4595778" y="3394777"/>
            <a:ext cx="1024544" cy="118459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3" idx="3"/>
            <a:endCxn id="124" idx="0"/>
          </p:cNvCxnSpPr>
          <p:nvPr/>
        </p:nvCxnSpPr>
        <p:spPr>
          <a:xfrm>
            <a:off x="4595778" y="3394777"/>
            <a:ext cx="2564681" cy="116676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99" idx="3"/>
            <a:endCxn id="147" idx="1"/>
          </p:cNvCxnSpPr>
          <p:nvPr/>
        </p:nvCxnSpPr>
        <p:spPr>
          <a:xfrm flipV="1">
            <a:off x="3101975" y="2907277"/>
            <a:ext cx="318084" cy="6565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>
            <a:stCxn id="116" idx="3"/>
            <a:endCxn id="120" idx="1"/>
          </p:cNvCxnSpPr>
          <p:nvPr/>
        </p:nvCxnSpPr>
        <p:spPr>
          <a:xfrm>
            <a:off x="4572187" y="4164324"/>
            <a:ext cx="472071" cy="0"/>
          </a:xfrm>
          <a:prstGeom prst="line">
            <a:avLst/>
          </a:prstGeom>
          <a:ln w="25400" cmpd="tri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>
            <a:stCxn id="120" idx="3"/>
            <a:endCxn id="118" idx="1"/>
          </p:cNvCxnSpPr>
          <p:nvPr/>
        </p:nvCxnSpPr>
        <p:spPr>
          <a:xfrm>
            <a:off x="6196386" y="4164324"/>
            <a:ext cx="388009" cy="628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62"/>
          <p:cNvCxnSpPr>
            <a:stCxn id="99" idx="3"/>
            <a:endCxn id="123" idx="1"/>
          </p:cNvCxnSpPr>
          <p:nvPr/>
        </p:nvCxnSpPr>
        <p:spPr>
          <a:xfrm flipV="1">
            <a:off x="3101975" y="3394777"/>
            <a:ext cx="310700" cy="1690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/>
          <p:cNvSpPr/>
          <p:nvPr/>
        </p:nvSpPr>
        <p:spPr>
          <a:xfrm>
            <a:off x="5035170" y="3014682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6577151" y="3027979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8" name="꺾인 연결선 167"/>
          <p:cNvCxnSpPr>
            <a:stCxn id="147" idx="3"/>
            <a:endCxn id="167" idx="0"/>
          </p:cNvCxnSpPr>
          <p:nvPr/>
        </p:nvCxnSpPr>
        <p:spPr>
          <a:xfrm>
            <a:off x="4603162" y="2907277"/>
            <a:ext cx="2550053" cy="120702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47" idx="3"/>
            <a:endCxn id="166" idx="0"/>
          </p:cNvCxnSpPr>
          <p:nvPr/>
        </p:nvCxnSpPr>
        <p:spPr>
          <a:xfrm>
            <a:off x="4603162" y="2907277"/>
            <a:ext cx="1008072" cy="107405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꺾인 연결선 173"/>
          <p:cNvCxnSpPr>
            <a:stCxn id="81" idx="3"/>
            <a:endCxn id="96" idx="1"/>
          </p:cNvCxnSpPr>
          <p:nvPr/>
        </p:nvCxnSpPr>
        <p:spPr>
          <a:xfrm>
            <a:off x="3101975" y="1610865"/>
            <a:ext cx="310700" cy="14687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81" idx="3"/>
            <a:endCxn id="111" idx="1"/>
          </p:cNvCxnSpPr>
          <p:nvPr/>
        </p:nvCxnSpPr>
        <p:spPr>
          <a:xfrm flipV="1">
            <a:off x="3101975" y="1414646"/>
            <a:ext cx="310700" cy="19621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81" idx="1"/>
            <a:endCxn id="115" idx="1"/>
          </p:cNvCxnSpPr>
          <p:nvPr/>
        </p:nvCxnSpPr>
        <p:spPr>
          <a:xfrm rot="10800000" flipV="1">
            <a:off x="391637" y="1610864"/>
            <a:ext cx="1270338" cy="2556887"/>
          </a:xfrm>
          <a:prstGeom prst="bentConnector3">
            <a:avLst>
              <a:gd name="adj1" fmla="val 11799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15" idx="1"/>
            <a:endCxn id="99" idx="1"/>
          </p:cNvCxnSpPr>
          <p:nvPr/>
        </p:nvCxnSpPr>
        <p:spPr>
          <a:xfrm rot="10800000" flipH="1">
            <a:off x="391637" y="3563786"/>
            <a:ext cx="1270338" cy="603966"/>
          </a:xfrm>
          <a:prstGeom prst="bentConnector3">
            <a:avLst>
              <a:gd name="adj1" fmla="val -1799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7" name="꺾인 연결선 186"/>
          <p:cNvCxnSpPr>
            <a:stCxn id="126" idx="0"/>
            <a:endCxn id="115" idx="1"/>
          </p:cNvCxnSpPr>
          <p:nvPr/>
        </p:nvCxnSpPr>
        <p:spPr>
          <a:xfrm rot="16200000" flipV="1">
            <a:off x="233194" y="4326196"/>
            <a:ext cx="1035383" cy="718495"/>
          </a:xfrm>
          <a:prstGeom prst="bentConnector4">
            <a:avLst>
              <a:gd name="adj1" fmla="val 41303"/>
              <a:gd name="adj2" fmla="val 132026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29" idx="0"/>
            <a:endCxn id="115" idx="1"/>
          </p:cNvCxnSpPr>
          <p:nvPr/>
        </p:nvCxnSpPr>
        <p:spPr>
          <a:xfrm rot="16200000" flipV="1">
            <a:off x="1003307" y="3556082"/>
            <a:ext cx="1024588" cy="2247928"/>
          </a:xfrm>
          <a:prstGeom prst="bentConnector4">
            <a:avLst>
              <a:gd name="adj1" fmla="val 41212"/>
              <a:gd name="adj2" fmla="val 110169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3" name="꺾인 연결선 192"/>
          <p:cNvCxnSpPr>
            <a:stCxn id="132" idx="0"/>
            <a:endCxn id="115" idx="1"/>
          </p:cNvCxnSpPr>
          <p:nvPr/>
        </p:nvCxnSpPr>
        <p:spPr>
          <a:xfrm rot="16200000" flipV="1">
            <a:off x="1753087" y="2806303"/>
            <a:ext cx="1029535" cy="3752434"/>
          </a:xfrm>
          <a:prstGeom prst="bentConnector4">
            <a:avLst>
              <a:gd name="adj1" fmla="val 41254"/>
              <a:gd name="adj2" fmla="val 106092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35" idx="0"/>
            <a:endCxn id="115" idx="1"/>
          </p:cNvCxnSpPr>
          <p:nvPr/>
        </p:nvCxnSpPr>
        <p:spPr>
          <a:xfrm rot="16200000" flipV="1">
            <a:off x="3355068" y="1204321"/>
            <a:ext cx="1020956" cy="6947817"/>
          </a:xfrm>
          <a:prstGeom prst="bentConnector4">
            <a:avLst>
              <a:gd name="adj1" fmla="val 41181"/>
              <a:gd name="adj2" fmla="val 10329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꺾인 연결선 198"/>
          <p:cNvCxnSpPr>
            <a:stCxn id="135" idx="1"/>
            <a:endCxn id="127" idx="2"/>
          </p:cNvCxnSpPr>
          <p:nvPr/>
        </p:nvCxnSpPr>
        <p:spPr>
          <a:xfrm rot="10800000" flipV="1">
            <a:off x="1208886" y="5350121"/>
            <a:ext cx="5410569" cy="317073"/>
          </a:xfrm>
          <a:prstGeom prst="bentConnector4">
            <a:avLst>
              <a:gd name="adj1" fmla="val 3190"/>
              <a:gd name="adj2" fmla="val 172097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3" name="꺾인 연결선 202"/>
          <p:cNvCxnSpPr>
            <a:stCxn id="135" idx="1"/>
            <a:endCxn id="130" idx="2"/>
          </p:cNvCxnSpPr>
          <p:nvPr/>
        </p:nvCxnSpPr>
        <p:spPr>
          <a:xfrm rot="10800000" flipV="1">
            <a:off x="2678052" y="5350121"/>
            <a:ext cx="3941403" cy="307575"/>
          </a:xfrm>
          <a:prstGeom prst="bentConnector4">
            <a:avLst>
              <a:gd name="adj1" fmla="val 4120"/>
              <a:gd name="adj2" fmla="val 174323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7" name="꺾인 연결선 206"/>
          <p:cNvCxnSpPr>
            <a:stCxn id="135" idx="1"/>
            <a:endCxn id="100" idx="2"/>
          </p:cNvCxnSpPr>
          <p:nvPr/>
        </p:nvCxnSpPr>
        <p:spPr>
          <a:xfrm rot="10800000" flipV="1">
            <a:off x="5654228" y="5350121"/>
            <a:ext cx="965227" cy="272059"/>
          </a:xfrm>
          <a:prstGeom prst="bentConnector4">
            <a:avLst>
              <a:gd name="adj1" fmla="val 18281"/>
              <a:gd name="adj2" fmla="val 199303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꺾인 연결선 210"/>
          <p:cNvCxnSpPr>
            <a:cxnSpLocks/>
            <a:stCxn id="138" idx="2"/>
            <a:endCxn id="137" idx="3"/>
          </p:cNvCxnSpPr>
          <p:nvPr/>
        </p:nvCxnSpPr>
        <p:spPr>
          <a:xfrm rot="16200000" flipH="1">
            <a:off x="7957155" y="5547383"/>
            <a:ext cx="213704" cy="1416206"/>
          </a:xfrm>
          <a:prstGeom prst="bentConnector4">
            <a:avLst>
              <a:gd name="adj1" fmla="val 16309"/>
              <a:gd name="adj2" fmla="val 11614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143" idx="1"/>
            <a:endCxn id="135" idx="3"/>
          </p:cNvCxnSpPr>
          <p:nvPr/>
        </p:nvCxnSpPr>
        <p:spPr>
          <a:xfrm rot="10800000" flipH="1" flipV="1">
            <a:off x="7660295" y="4579134"/>
            <a:ext cx="410316" cy="770987"/>
          </a:xfrm>
          <a:prstGeom prst="bentConnector5">
            <a:avLst>
              <a:gd name="adj1" fmla="val -55713"/>
              <a:gd name="adj2" fmla="val 50000"/>
              <a:gd name="adj3" fmla="val 155713"/>
            </a:avLst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1" name="직선 연결선 240"/>
          <p:cNvCxnSpPr>
            <a:stCxn id="88" idx="3"/>
            <a:endCxn id="87" idx="1"/>
          </p:cNvCxnSpPr>
          <p:nvPr/>
        </p:nvCxnSpPr>
        <p:spPr>
          <a:xfrm>
            <a:off x="4595778" y="1083318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>
            <a:stCxn id="96" idx="3"/>
            <a:endCxn id="114" idx="1"/>
          </p:cNvCxnSpPr>
          <p:nvPr/>
        </p:nvCxnSpPr>
        <p:spPr>
          <a:xfrm flipV="1">
            <a:off x="4579572" y="1754946"/>
            <a:ext cx="284685" cy="279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>
            <a:stCxn id="111" idx="3"/>
            <a:endCxn id="110" idx="1"/>
          </p:cNvCxnSpPr>
          <p:nvPr/>
        </p:nvCxnSpPr>
        <p:spPr>
          <a:xfrm>
            <a:off x="4595778" y="1414646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꺾인 연결선 251"/>
          <p:cNvCxnSpPr>
            <a:stCxn id="99" idx="3"/>
            <a:endCxn id="116" idx="1"/>
          </p:cNvCxnSpPr>
          <p:nvPr/>
        </p:nvCxnSpPr>
        <p:spPr>
          <a:xfrm>
            <a:off x="3101975" y="3563786"/>
            <a:ext cx="318084" cy="60053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5" name="직사각형 254"/>
          <p:cNvSpPr/>
          <p:nvPr/>
        </p:nvSpPr>
        <p:spPr>
          <a:xfrm>
            <a:off x="3388426" y="2159394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57" name="꺾인 연결선 256"/>
          <p:cNvCxnSpPr>
            <a:stCxn id="97" idx="3"/>
            <a:endCxn id="255" idx="1"/>
          </p:cNvCxnSpPr>
          <p:nvPr/>
        </p:nvCxnSpPr>
        <p:spPr>
          <a:xfrm>
            <a:off x="1594365" y="2382220"/>
            <a:ext cx="1794061" cy="2921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4917775" y="5203135"/>
            <a:ext cx="1440001" cy="419046"/>
            <a:chOff x="2313570" y="4593135"/>
            <a:chExt cx="1517845" cy="1036941"/>
          </a:xfrm>
        </p:grpSpPr>
        <p:pic>
          <p:nvPicPr>
            <p:cNvPr id="95" name="그림 9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" name="TextBox 99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</a:t>
              </a:r>
              <a:r>
                <a:rPr lang="en-US" altLang="ko-KR" sz="800" dirty="0"/>
                <a:t>TSP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cxnSp>
        <p:nvCxnSpPr>
          <p:cNvPr id="101" name="꺾인 연결선 100"/>
          <p:cNvCxnSpPr>
            <a:stCxn id="95" idx="0"/>
            <a:endCxn id="115" idx="1"/>
          </p:cNvCxnSpPr>
          <p:nvPr/>
        </p:nvCxnSpPr>
        <p:spPr>
          <a:xfrm rot="16200000" flipV="1">
            <a:off x="2497015" y="2062375"/>
            <a:ext cx="1035383" cy="5246138"/>
          </a:xfrm>
          <a:prstGeom prst="bentConnector4">
            <a:avLst>
              <a:gd name="adj1" fmla="val 41303"/>
              <a:gd name="adj2" fmla="val 104357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5" idx="1"/>
            <a:endCxn id="133" idx="2"/>
          </p:cNvCxnSpPr>
          <p:nvPr/>
        </p:nvCxnSpPr>
        <p:spPr>
          <a:xfrm rot="10800000" flipV="1">
            <a:off x="4194940" y="5350122"/>
            <a:ext cx="2424514" cy="307576"/>
          </a:xfrm>
          <a:prstGeom prst="bentConnector4">
            <a:avLst>
              <a:gd name="adj1" fmla="val 7200"/>
              <a:gd name="adj2" fmla="val 174323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136" idx="2"/>
            <a:endCxn id="138" idx="0"/>
          </p:cNvCxnSpPr>
          <p:nvPr/>
        </p:nvCxnSpPr>
        <p:spPr>
          <a:xfrm rot="5400000">
            <a:off x="7229465" y="5734194"/>
            <a:ext cx="252880" cy="1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7889252" y="3036318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DFS 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4" name="꺾인 연결선 103"/>
          <p:cNvCxnSpPr>
            <a:stCxn id="147" idx="3"/>
            <a:endCxn id="103" idx="0"/>
          </p:cNvCxnSpPr>
          <p:nvPr/>
        </p:nvCxnSpPr>
        <p:spPr>
          <a:xfrm>
            <a:off x="4603162" y="2907277"/>
            <a:ext cx="3862154" cy="129041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390132" y="1445745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777603" y="1856890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785444" y="306667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99593" y="3408991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7726124" y="4869464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5200419" y="6004634"/>
            <a:ext cx="957993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MOXA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1" name="꺾인 연결선 120"/>
          <p:cNvCxnSpPr>
            <a:stCxn id="100" idx="3"/>
            <a:endCxn id="113" idx="3"/>
          </p:cNvCxnSpPr>
          <p:nvPr/>
        </p:nvCxnSpPr>
        <p:spPr>
          <a:xfrm flipH="1">
            <a:off x="6158412" y="5514459"/>
            <a:ext cx="175011" cy="634175"/>
          </a:xfrm>
          <a:prstGeom prst="bentConnector3">
            <a:avLst>
              <a:gd name="adj1" fmla="val -130620"/>
            </a:avLst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0" name="직사각형 139"/>
          <p:cNvSpPr/>
          <p:nvPr/>
        </p:nvSpPr>
        <p:spPr>
          <a:xfrm>
            <a:off x="3417767" y="6004634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TSP </a:t>
            </a:r>
            <a:r>
              <a:rPr lang="ko-KR" altLang="en-US" sz="800" dirty="0" smtClean="0">
                <a:solidFill>
                  <a:schemeClr val="tx1"/>
                </a:solidFill>
              </a:rPr>
              <a:t>보드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1" name="꺾인 연결선 140"/>
          <p:cNvCxnSpPr>
            <a:cxnSpLocks/>
            <a:stCxn id="113" idx="2"/>
            <a:endCxn id="140" idx="2"/>
          </p:cNvCxnSpPr>
          <p:nvPr/>
        </p:nvCxnSpPr>
        <p:spPr>
          <a:xfrm rot="5400000">
            <a:off x="4902716" y="5515934"/>
            <a:ext cx="12700" cy="1553400"/>
          </a:xfrm>
          <a:prstGeom prst="bentConnector3">
            <a:avLst>
              <a:gd name="adj1" fmla="val 1800000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0" name="직사각형 149"/>
          <p:cNvSpPr/>
          <p:nvPr/>
        </p:nvSpPr>
        <p:spPr>
          <a:xfrm>
            <a:off x="7885211" y="3505210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X-Ray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Ionizer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1" name="꺾인 연결선 150"/>
          <p:cNvCxnSpPr>
            <a:stCxn id="123" idx="3"/>
            <a:endCxn id="150" idx="0"/>
          </p:cNvCxnSpPr>
          <p:nvPr/>
        </p:nvCxnSpPr>
        <p:spPr>
          <a:xfrm>
            <a:off x="4595778" y="3394777"/>
            <a:ext cx="3865497" cy="110433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57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Ethernet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824659" y="1327362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364720" y="3421731"/>
            <a:ext cx="1248086" cy="560433"/>
            <a:chOff x="4087833" y="2637472"/>
            <a:chExt cx="1248086" cy="560433"/>
          </a:xfrm>
        </p:grpSpPr>
        <p:pic>
          <p:nvPicPr>
            <p:cNvPr id="115" name="그림 11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0512" y="2637472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" name="TextBox 102"/>
            <p:cNvSpPr txBox="1"/>
            <p:nvPr/>
          </p:nvSpPr>
          <p:spPr>
            <a:xfrm>
              <a:off x="4087833" y="2982461"/>
              <a:ext cx="12480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내부 </a:t>
              </a:r>
              <a:r>
                <a:rPr lang="en-US" altLang="ko-KR" sz="800" dirty="0" smtClean="0"/>
                <a:t>HUB(8Port)</a:t>
              </a:r>
              <a:endParaRPr lang="ko-KR" altLang="en-US" sz="800" dirty="0"/>
            </a:p>
          </p:txBody>
        </p:sp>
      </p:grpSp>
      <p:cxnSp>
        <p:nvCxnSpPr>
          <p:cNvPr id="107" name="직선 연결선 106"/>
          <p:cNvCxnSpPr>
            <a:stCxn id="115" idx="1"/>
            <a:endCxn id="83" idx="2"/>
          </p:cNvCxnSpPr>
          <p:nvPr/>
        </p:nvCxnSpPr>
        <p:spPr>
          <a:xfrm flipH="1" flipV="1">
            <a:off x="1514671" y="1774374"/>
            <a:ext cx="1872728" cy="1827441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>
            <a:stCxn id="115" idx="1"/>
            <a:endCxn id="154" idx="1"/>
          </p:cNvCxnSpPr>
          <p:nvPr/>
        </p:nvCxnSpPr>
        <p:spPr>
          <a:xfrm flipV="1">
            <a:off x="3387399" y="2398961"/>
            <a:ext cx="753840" cy="1202854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15" idx="1"/>
            <a:endCxn id="157" idx="3"/>
          </p:cNvCxnSpPr>
          <p:nvPr/>
        </p:nvCxnSpPr>
        <p:spPr>
          <a:xfrm flipH="1">
            <a:off x="1976787" y="3601815"/>
            <a:ext cx="1410612" cy="100133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stCxn id="115" idx="1"/>
            <a:endCxn id="158" idx="3"/>
          </p:cNvCxnSpPr>
          <p:nvPr/>
        </p:nvCxnSpPr>
        <p:spPr>
          <a:xfrm flipH="1">
            <a:off x="1976787" y="3601815"/>
            <a:ext cx="1410612" cy="1329428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그룹 152"/>
          <p:cNvGrpSpPr/>
          <p:nvPr/>
        </p:nvGrpSpPr>
        <p:grpSpPr>
          <a:xfrm>
            <a:off x="4141239" y="2232046"/>
            <a:ext cx="1440000" cy="430179"/>
            <a:chOff x="2313571" y="878772"/>
            <a:chExt cx="1620000" cy="1098688"/>
          </a:xfrm>
        </p:grpSpPr>
        <p:pic>
          <p:nvPicPr>
            <p:cNvPr id="154" name="그림 15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5" name="TextBox 154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157" name="직사각형 156"/>
          <p:cNvSpPr/>
          <p:nvPr/>
        </p:nvSpPr>
        <p:spPr>
          <a:xfrm>
            <a:off x="824659" y="3476201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824659" y="4705496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SACC Teach Panel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74790" y="1219117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2574790" y="1550445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cxnSp>
        <p:nvCxnSpPr>
          <p:cNvPr id="169" name="직선 연결선 168"/>
          <p:cNvCxnSpPr>
            <a:stCxn id="161" idx="1"/>
            <a:endCxn id="81" idx="3"/>
          </p:cNvCxnSpPr>
          <p:nvPr/>
        </p:nvCxnSpPr>
        <p:spPr>
          <a:xfrm flipH="1">
            <a:off x="2264659" y="1363117"/>
            <a:ext cx="310131" cy="14424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>
            <a:stCxn id="164" idx="1"/>
            <a:endCxn id="81" idx="3"/>
          </p:cNvCxnSpPr>
          <p:nvPr/>
        </p:nvCxnSpPr>
        <p:spPr>
          <a:xfrm flipH="1" flipV="1">
            <a:off x="2264659" y="1507362"/>
            <a:ext cx="310131" cy="187083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/>
          <p:cNvSpPr/>
          <p:nvPr/>
        </p:nvSpPr>
        <p:spPr>
          <a:xfrm>
            <a:off x="6073841" y="274351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6073841" y="314730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5" name="직선 연결선 174"/>
          <p:cNvCxnSpPr>
            <a:stCxn id="172" idx="1"/>
            <a:endCxn id="155" idx="2"/>
          </p:cNvCxnSpPr>
          <p:nvPr/>
        </p:nvCxnSpPr>
        <p:spPr>
          <a:xfrm flipH="1" flipV="1">
            <a:off x="4831251" y="2662225"/>
            <a:ext cx="1242590" cy="22528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/>
          <p:cNvCxnSpPr>
            <a:stCxn id="173" idx="1"/>
            <a:endCxn id="155" idx="2"/>
          </p:cNvCxnSpPr>
          <p:nvPr/>
        </p:nvCxnSpPr>
        <p:spPr>
          <a:xfrm flipH="1" flipV="1">
            <a:off x="4831251" y="2662225"/>
            <a:ext cx="1242590" cy="62907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83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Ethernet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1906130" y="136311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522769" y="2550068"/>
            <a:ext cx="1440000" cy="464060"/>
            <a:chOff x="6465461" y="774202"/>
            <a:chExt cx="1517845" cy="1089943"/>
          </a:xfrm>
        </p:grpSpPr>
        <p:pic>
          <p:nvPicPr>
            <p:cNvPr id="126" name="그림 1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6720747" y="1358129"/>
              <a:ext cx="1215455" cy="5060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 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522769" y="3804118"/>
            <a:ext cx="1440000" cy="465357"/>
            <a:chOff x="6465461" y="2541811"/>
            <a:chExt cx="1517845" cy="1105876"/>
          </a:xfrm>
        </p:grpSpPr>
        <p:pic>
          <p:nvPicPr>
            <p:cNvPr id="129" name="그림 12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129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1906130" y="5480417"/>
            <a:ext cx="1440000" cy="460411"/>
            <a:chOff x="6465460" y="4298108"/>
            <a:chExt cx="1517845" cy="1047076"/>
          </a:xfrm>
        </p:grpSpPr>
        <p:pic>
          <p:nvPicPr>
            <p:cNvPr id="132" name="그림 13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Box 132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4166216" y="5493951"/>
            <a:ext cx="1440000" cy="419046"/>
            <a:chOff x="2313571" y="4593133"/>
            <a:chExt cx="1517845" cy="1036942"/>
          </a:xfrm>
        </p:grpSpPr>
        <p:pic>
          <p:nvPicPr>
            <p:cNvPr id="135" name="그림 1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" name="TextBox 13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369417" y="5493951"/>
            <a:ext cx="1440000" cy="419046"/>
            <a:chOff x="2313570" y="4593135"/>
            <a:chExt cx="1517845" cy="1036941"/>
          </a:xfrm>
        </p:grpSpPr>
        <p:pic>
          <p:nvPicPr>
            <p:cNvPr id="143" name="그림 14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" name="TextBox 143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4057665" y="1779450"/>
            <a:ext cx="1440001" cy="419046"/>
            <a:chOff x="2313570" y="4593135"/>
            <a:chExt cx="1517845" cy="1036941"/>
          </a:xfrm>
        </p:grpSpPr>
        <p:pic>
          <p:nvPicPr>
            <p:cNvPr id="95" name="그림 9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" name="TextBox 99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</a:t>
              </a:r>
              <a:r>
                <a:rPr lang="en-US" altLang="ko-KR" sz="800" dirty="0"/>
                <a:t>TSP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321534" y="2805285"/>
            <a:ext cx="1248086" cy="560433"/>
            <a:chOff x="4087833" y="2637472"/>
            <a:chExt cx="1248086" cy="560433"/>
          </a:xfrm>
        </p:grpSpPr>
        <p:pic>
          <p:nvPicPr>
            <p:cNvPr id="115" name="그림 11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0512" y="2637472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" name="TextBox 102"/>
            <p:cNvSpPr txBox="1"/>
            <p:nvPr/>
          </p:nvSpPr>
          <p:spPr>
            <a:xfrm>
              <a:off x="4087833" y="2982461"/>
              <a:ext cx="12480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내부 </a:t>
              </a:r>
              <a:r>
                <a:rPr lang="en-US" altLang="ko-KR" sz="800" dirty="0" smtClean="0"/>
                <a:t>HUB(8Port)</a:t>
              </a:r>
              <a:endParaRPr lang="ko-KR" altLang="en-US" sz="800" dirty="0"/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5956490" y="3340670"/>
            <a:ext cx="1440001" cy="419046"/>
            <a:chOff x="2313570" y="4593135"/>
            <a:chExt cx="1517845" cy="1036941"/>
          </a:xfrm>
        </p:grpSpPr>
        <p:pic>
          <p:nvPicPr>
            <p:cNvPr id="105" name="그림 10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  <a:miter lim="800000"/>
              <a:headEnd/>
              <a:tailEnd/>
            </a:ln>
          </p:spPr>
        </p:pic>
        <p:sp>
          <p:nvSpPr>
            <p:cNvPr id="106" name="TextBox 105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원장 </a:t>
              </a:r>
              <a:r>
                <a:rPr lang="en-US" altLang="ko-KR" sz="800" dirty="0" smtClean="0"/>
                <a:t>PC(OCP </a:t>
              </a:r>
              <a:r>
                <a:rPr lang="ko-KR" altLang="en-US" sz="800" dirty="0" smtClean="0"/>
                <a:t>설비 대응 시</a:t>
              </a:r>
              <a:r>
                <a:rPr lang="en-US" altLang="ko-KR" sz="800" dirty="0" smtClean="0"/>
                <a:t>)</a:t>
              </a:r>
              <a:endParaRPr lang="ko-KR" altLang="en-US" sz="800" dirty="0"/>
            </a:p>
          </p:txBody>
        </p:sp>
      </p:grpSp>
      <p:cxnSp>
        <p:nvCxnSpPr>
          <p:cNvPr id="107" name="직선 연결선 106"/>
          <p:cNvCxnSpPr>
            <a:stCxn id="115" idx="1"/>
            <a:endCxn id="83" idx="2"/>
          </p:cNvCxnSpPr>
          <p:nvPr/>
        </p:nvCxnSpPr>
        <p:spPr>
          <a:xfrm flipH="1" flipV="1">
            <a:off x="2596142" y="1810129"/>
            <a:ext cx="748071" cy="117524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>
            <a:stCxn id="56" idx="1"/>
            <a:endCxn id="126" idx="3"/>
          </p:cNvCxnSpPr>
          <p:nvPr/>
        </p:nvCxnSpPr>
        <p:spPr>
          <a:xfrm flipH="1" flipV="1">
            <a:off x="1962769" y="2720129"/>
            <a:ext cx="821645" cy="1320014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56" idx="1"/>
            <a:endCxn id="129" idx="3"/>
          </p:cNvCxnSpPr>
          <p:nvPr/>
        </p:nvCxnSpPr>
        <p:spPr>
          <a:xfrm flipH="1" flipV="1">
            <a:off x="1962769" y="3972197"/>
            <a:ext cx="821645" cy="6794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stCxn id="56" idx="1"/>
            <a:endCxn id="132" idx="0"/>
          </p:cNvCxnSpPr>
          <p:nvPr/>
        </p:nvCxnSpPr>
        <p:spPr>
          <a:xfrm flipH="1">
            <a:off x="2626130" y="4040143"/>
            <a:ext cx="158284" cy="1440274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>
            <a:stCxn id="115" idx="3"/>
            <a:endCxn id="135" idx="0"/>
          </p:cNvCxnSpPr>
          <p:nvPr/>
        </p:nvCxnSpPr>
        <p:spPr>
          <a:xfrm>
            <a:off x="4546941" y="2985369"/>
            <a:ext cx="339275" cy="2508582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>
            <a:stCxn id="115" idx="1"/>
            <a:endCxn id="95" idx="1"/>
          </p:cNvCxnSpPr>
          <p:nvPr/>
        </p:nvCxnSpPr>
        <p:spPr>
          <a:xfrm flipV="1">
            <a:off x="3344213" y="1940864"/>
            <a:ext cx="713452" cy="104450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>
            <a:stCxn id="115" idx="3"/>
            <a:endCxn id="105" idx="1"/>
          </p:cNvCxnSpPr>
          <p:nvPr/>
        </p:nvCxnSpPr>
        <p:spPr>
          <a:xfrm>
            <a:off x="4546941" y="2985369"/>
            <a:ext cx="1409549" cy="51671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/>
          <p:cNvCxnSpPr>
            <a:stCxn id="135" idx="3"/>
            <a:endCxn id="143" idx="1"/>
          </p:cNvCxnSpPr>
          <p:nvPr/>
        </p:nvCxnSpPr>
        <p:spPr>
          <a:xfrm>
            <a:off x="5606216" y="5655365"/>
            <a:ext cx="763201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/>
          <p:cNvGrpSpPr/>
          <p:nvPr/>
        </p:nvGrpSpPr>
        <p:grpSpPr>
          <a:xfrm>
            <a:off x="2761735" y="3860059"/>
            <a:ext cx="1248086" cy="560433"/>
            <a:chOff x="4087833" y="2637472"/>
            <a:chExt cx="1248086" cy="560433"/>
          </a:xfrm>
        </p:grpSpPr>
        <p:pic>
          <p:nvPicPr>
            <p:cNvPr id="56" name="그림 5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0512" y="2637472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" name="TextBox 56"/>
            <p:cNvSpPr txBox="1"/>
            <p:nvPr/>
          </p:nvSpPr>
          <p:spPr>
            <a:xfrm>
              <a:off x="4087833" y="2982461"/>
              <a:ext cx="12480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내부 </a:t>
              </a:r>
              <a:r>
                <a:rPr lang="en-US" altLang="ko-KR" sz="800" dirty="0" smtClean="0"/>
                <a:t>HUB(8Port)</a:t>
              </a:r>
              <a:endParaRPr lang="ko-KR" altLang="en-US" sz="800" dirty="0"/>
            </a:p>
          </p:txBody>
        </p:sp>
      </p:grpSp>
      <p:cxnSp>
        <p:nvCxnSpPr>
          <p:cNvPr id="61" name="직선 연결선 60"/>
          <p:cNvCxnSpPr>
            <a:stCxn id="56" idx="0"/>
            <a:endCxn id="103" idx="2"/>
          </p:cNvCxnSpPr>
          <p:nvPr/>
        </p:nvCxnSpPr>
        <p:spPr>
          <a:xfrm flipV="1">
            <a:off x="3385778" y="3365718"/>
            <a:ext cx="559799" cy="494341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>
            <a:stCxn id="115" idx="3"/>
            <a:endCxn id="62" idx="1"/>
          </p:cNvCxnSpPr>
          <p:nvPr/>
        </p:nvCxnSpPr>
        <p:spPr>
          <a:xfrm flipV="1">
            <a:off x="4546941" y="2486329"/>
            <a:ext cx="1344959" cy="49904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/>
          <p:cNvGrpSpPr/>
          <p:nvPr/>
        </p:nvGrpSpPr>
        <p:grpSpPr>
          <a:xfrm>
            <a:off x="5891900" y="2319414"/>
            <a:ext cx="1440000" cy="430179"/>
            <a:chOff x="2313571" y="878772"/>
            <a:chExt cx="1620000" cy="1098688"/>
          </a:xfrm>
        </p:grpSpPr>
        <p:pic>
          <p:nvPicPr>
            <p:cNvPr id="62" name="그림 6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3" name="TextBox 62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513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꺾인 연결선 83"/>
          <p:cNvCxnSpPr>
            <a:stCxn id="135" idx="3"/>
            <a:endCxn id="73" idx="0"/>
          </p:cNvCxnSpPr>
          <p:nvPr/>
        </p:nvCxnSpPr>
        <p:spPr>
          <a:xfrm>
            <a:off x="5002831" y="1287579"/>
            <a:ext cx="2846053" cy="1669262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35" idx="3"/>
            <a:endCxn id="70" idx="0"/>
          </p:cNvCxnSpPr>
          <p:nvPr/>
        </p:nvCxnSpPr>
        <p:spPr>
          <a:xfrm>
            <a:off x="5002831" y="1287579"/>
            <a:ext cx="1383968" cy="1661989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stCxn id="56" idx="1"/>
            <a:endCxn id="95" idx="3"/>
          </p:cNvCxnSpPr>
          <p:nvPr/>
        </p:nvCxnSpPr>
        <p:spPr>
          <a:xfrm flipH="1" flipV="1">
            <a:off x="1948578" y="4856905"/>
            <a:ext cx="5204990" cy="6962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PG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125" name="그룹 124"/>
          <p:cNvGrpSpPr/>
          <p:nvPr/>
        </p:nvGrpSpPr>
        <p:grpSpPr>
          <a:xfrm>
            <a:off x="508577" y="1103658"/>
            <a:ext cx="1440000" cy="464060"/>
            <a:chOff x="6465461" y="774202"/>
            <a:chExt cx="1517845" cy="1089943"/>
          </a:xfrm>
        </p:grpSpPr>
        <p:pic>
          <p:nvPicPr>
            <p:cNvPr id="126" name="그림 1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6720747" y="1358129"/>
              <a:ext cx="1215455" cy="5060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 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508577" y="2199197"/>
            <a:ext cx="1440000" cy="465357"/>
            <a:chOff x="6465461" y="2541811"/>
            <a:chExt cx="1517845" cy="1105876"/>
          </a:xfrm>
        </p:grpSpPr>
        <p:pic>
          <p:nvPicPr>
            <p:cNvPr id="129" name="그림 12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129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508577" y="3354215"/>
            <a:ext cx="1440000" cy="460411"/>
            <a:chOff x="6465460" y="4298108"/>
            <a:chExt cx="1517845" cy="1047076"/>
          </a:xfrm>
        </p:grpSpPr>
        <p:pic>
          <p:nvPicPr>
            <p:cNvPr id="132" name="그림 13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Box 132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색이상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3562831" y="1126165"/>
            <a:ext cx="1440000" cy="419046"/>
            <a:chOff x="2313571" y="4593133"/>
            <a:chExt cx="1517845" cy="1036942"/>
          </a:xfrm>
        </p:grpSpPr>
        <p:pic>
          <p:nvPicPr>
            <p:cNvPr id="135" name="그림 1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" name="TextBox 13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508577" y="4695491"/>
            <a:ext cx="1440001" cy="419046"/>
            <a:chOff x="2313570" y="4593135"/>
            <a:chExt cx="1517845" cy="1036941"/>
          </a:xfrm>
        </p:grpSpPr>
        <p:pic>
          <p:nvPicPr>
            <p:cNvPr id="95" name="그림 9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" name="TextBox 99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</a:t>
              </a:r>
              <a:r>
                <a:rPr lang="en-US" altLang="ko-KR" sz="800" dirty="0"/>
                <a:t>TSP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cxnSp>
        <p:nvCxnSpPr>
          <p:cNvPr id="109" name="직선 연결선 108"/>
          <p:cNvCxnSpPr>
            <a:stCxn id="135" idx="1"/>
            <a:endCxn id="126" idx="3"/>
          </p:cNvCxnSpPr>
          <p:nvPr/>
        </p:nvCxnSpPr>
        <p:spPr>
          <a:xfrm flipH="1" flipV="1">
            <a:off x="1948577" y="1273719"/>
            <a:ext cx="1614254" cy="1386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35" idx="1"/>
            <a:endCxn id="129" idx="3"/>
          </p:cNvCxnSpPr>
          <p:nvPr/>
        </p:nvCxnSpPr>
        <p:spPr>
          <a:xfrm flipH="1">
            <a:off x="1948577" y="1287579"/>
            <a:ext cx="1614254" cy="1079697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stCxn id="135" idx="1"/>
            <a:endCxn id="132" idx="3"/>
          </p:cNvCxnSpPr>
          <p:nvPr/>
        </p:nvCxnSpPr>
        <p:spPr>
          <a:xfrm flipH="1">
            <a:off x="1948577" y="1287579"/>
            <a:ext cx="1614254" cy="2242267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>
            <a:stCxn id="135" idx="1"/>
            <a:endCxn id="95" idx="3"/>
          </p:cNvCxnSpPr>
          <p:nvPr/>
        </p:nvCxnSpPr>
        <p:spPr>
          <a:xfrm flipH="1">
            <a:off x="1948578" y="1287579"/>
            <a:ext cx="1614253" cy="356932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7140635" y="2956841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 </a:t>
            </a:r>
            <a:r>
              <a:rPr lang="ko-KR" altLang="en-US" sz="800" dirty="0" smtClean="0">
                <a:solidFill>
                  <a:schemeClr val="tx1"/>
                </a:solidFill>
              </a:rPr>
              <a:t>우측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7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030536"/>
              </p:ext>
            </p:extLst>
          </p:nvPr>
        </p:nvGraphicFramePr>
        <p:xfrm>
          <a:off x="3514674" y="1614519"/>
          <a:ext cx="2070334" cy="234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4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6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7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8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9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LCR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10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TSP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 -&gt; 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특성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13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  <p:graphicFrame>
        <p:nvGraphicFramePr>
          <p:cNvPr id="90" name="Table 2"/>
          <p:cNvGraphicFramePr>
            <a:graphicFrameLocks noGrp="1"/>
          </p:cNvGraphicFramePr>
          <p:nvPr>
            <p:extLst/>
          </p:nvPr>
        </p:nvGraphicFramePr>
        <p:xfrm>
          <a:off x="349359" y="1581559"/>
          <a:ext cx="2070334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화질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1" name="Table 2"/>
          <p:cNvGraphicFramePr>
            <a:graphicFrameLocks noGrp="1"/>
          </p:cNvGraphicFramePr>
          <p:nvPr>
            <p:extLst/>
          </p:nvPr>
        </p:nvGraphicFramePr>
        <p:xfrm>
          <a:off x="349359" y="2680921"/>
          <a:ext cx="2070334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" name="Table 2"/>
          <p:cNvGraphicFramePr>
            <a:graphicFrameLocks noGrp="1"/>
          </p:cNvGraphicFramePr>
          <p:nvPr>
            <p:extLst/>
          </p:nvPr>
        </p:nvGraphicFramePr>
        <p:xfrm>
          <a:off x="349359" y="3792094"/>
          <a:ext cx="2070334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621966"/>
              </p:ext>
            </p:extLst>
          </p:nvPr>
        </p:nvGraphicFramePr>
        <p:xfrm>
          <a:off x="349359" y="5139856"/>
          <a:ext cx="2070334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LCR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TSP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199083"/>
                  </a:ext>
                </a:extLst>
              </a:tr>
            </a:tbl>
          </a:graphicData>
        </a:graphic>
      </p:graphicFrame>
      <p:graphicFrame>
        <p:nvGraphicFramePr>
          <p:cNvPr id="9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58480"/>
              </p:ext>
            </p:extLst>
          </p:nvPr>
        </p:nvGraphicFramePr>
        <p:xfrm>
          <a:off x="4166580" y="4536753"/>
          <a:ext cx="2070334" cy="220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27"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9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TSP PC -&gt; TSP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보드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593632" y="4525701"/>
            <a:ext cx="1403156" cy="935467"/>
            <a:chOff x="2486999" y="4443911"/>
            <a:chExt cx="1403156" cy="935467"/>
          </a:xfrm>
        </p:grpSpPr>
        <p:sp>
          <p:nvSpPr>
            <p:cNvPr id="47" name="직사각형 46"/>
            <p:cNvSpPr/>
            <p:nvPr/>
          </p:nvSpPr>
          <p:spPr>
            <a:xfrm>
              <a:off x="2709580" y="5091378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Nport5610-16Port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999" y="4443911"/>
              <a:ext cx="1403156" cy="670626"/>
            </a:xfrm>
            <a:prstGeom prst="rect">
              <a:avLst/>
            </a:prstGeom>
          </p:spPr>
        </p:pic>
      </p:grpSp>
      <p:sp>
        <p:nvSpPr>
          <p:cNvPr id="56" name="직사각형 55"/>
          <p:cNvSpPr/>
          <p:nvPr/>
        </p:nvSpPr>
        <p:spPr>
          <a:xfrm>
            <a:off x="7153568" y="4782528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TSP </a:t>
            </a:r>
            <a:r>
              <a:rPr lang="ko-KR" altLang="en-US" sz="800" dirty="0" smtClean="0">
                <a:solidFill>
                  <a:schemeClr val="tx1"/>
                </a:solidFill>
              </a:rPr>
              <a:t>보드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5891104" y="1608520"/>
            <a:ext cx="994246" cy="1127731"/>
            <a:chOff x="5983404" y="807315"/>
            <a:chExt cx="994246" cy="1127731"/>
          </a:xfrm>
        </p:grpSpPr>
        <p:sp>
          <p:nvSpPr>
            <p:cNvPr id="51" name="직사각형 50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grpSp>
        <p:nvGrpSpPr>
          <p:cNvPr id="65" name="그룹 64"/>
          <p:cNvGrpSpPr/>
          <p:nvPr/>
        </p:nvGrpSpPr>
        <p:grpSpPr>
          <a:xfrm>
            <a:off x="7351832" y="1617102"/>
            <a:ext cx="994246" cy="1127731"/>
            <a:chOff x="5983404" y="807315"/>
            <a:chExt cx="994246" cy="1127731"/>
          </a:xfrm>
        </p:grpSpPr>
        <p:sp>
          <p:nvSpPr>
            <p:cNvPr id="66" name="직사각형 65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sp>
        <p:nvSpPr>
          <p:cNvPr id="70" name="직사각형 69"/>
          <p:cNvSpPr/>
          <p:nvPr/>
        </p:nvSpPr>
        <p:spPr>
          <a:xfrm>
            <a:off x="5678550" y="2949568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 </a:t>
            </a:r>
            <a:r>
              <a:rPr lang="ko-KR" altLang="en-US" sz="800" dirty="0" smtClean="0">
                <a:solidFill>
                  <a:schemeClr val="tx1"/>
                </a:solidFill>
              </a:rPr>
              <a:t>좌측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00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PC / CIM 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54623" y="190292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sp>
        <p:nvSpPr>
          <p:cNvPr id="87" name="직사각형 86"/>
          <p:cNvSpPr/>
          <p:nvPr/>
        </p:nvSpPr>
        <p:spPr>
          <a:xfrm>
            <a:off x="3656905" y="1411380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205323" y="1411380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1894623" y="1555380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205323" y="2958641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7" name="그림 9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5323" y="2073638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" name="직사각형 109"/>
          <p:cNvSpPr/>
          <p:nvPr/>
        </p:nvSpPr>
        <p:spPr>
          <a:xfrm>
            <a:off x="3656905" y="1742708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2205323" y="1742708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656905" y="2955845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LED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4" name="꺾인 연결선 173"/>
          <p:cNvCxnSpPr>
            <a:stCxn id="81" idx="3"/>
            <a:endCxn id="96" idx="1"/>
          </p:cNvCxnSpPr>
          <p:nvPr/>
        </p:nvCxnSpPr>
        <p:spPr>
          <a:xfrm>
            <a:off x="1894623" y="2082927"/>
            <a:ext cx="310700" cy="14687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81" idx="3"/>
            <a:endCxn id="111" idx="1"/>
          </p:cNvCxnSpPr>
          <p:nvPr/>
        </p:nvCxnSpPr>
        <p:spPr>
          <a:xfrm flipV="1">
            <a:off x="1894623" y="1886708"/>
            <a:ext cx="310700" cy="19621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/>
          <p:cNvCxnSpPr>
            <a:stCxn id="88" idx="3"/>
            <a:endCxn id="87" idx="1"/>
          </p:cNvCxnSpPr>
          <p:nvPr/>
        </p:nvCxnSpPr>
        <p:spPr>
          <a:xfrm>
            <a:off x="3388426" y="1555380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>
            <a:stCxn id="96" idx="3"/>
            <a:endCxn id="114" idx="1"/>
          </p:cNvCxnSpPr>
          <p:nvPr/>
        </p:nvCxnSpPr>
        <p:spPr>
          <a:xfrm flipV="1">
            <a:off x="3372220" y="3099845"/>
            <a:ext cx="284685" cy="279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>
            <a:stCxn id="111" idx="3"/>
            <a:endCxn id="110" idx="1"/>
          </p:cNvCxnSpPr>
          <p:nvPr/>
        </p:nvCxnSpPr>
        <p:spPr>
          <a:xfrm>
            <a:off x="3388426" y="1886708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sp>
        <p:nvSpPr>
          <p:cNvPr id="153" name="직사각형 152"/>
          <p:cNvSpPr/>
          <p:nvPr/>
        </p:nvSpPr>
        <p:spPr>
          <a:xfrm>
            <a:off x="2197219" y="210972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4" name="직선 연결선 153"/>
          <p:cNvCxnSpPr/>
          <p:nvPr/>
        </p:nvCxnSpPr>
        <p:spPr>
          <a:xfrm>
            <a:off x="3380322" y="2253722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5" name="그림 15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8094" y="2483734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7" name="직사각형 156"/>
          <p:cNvSpPr/>
          <p:nvPr/>
        </p:nvSpPr>
        <p:spPr>
          <a:xfrm>
            <a:off x="2199990" y="2519818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8" name="직선 연결선 157"/>
          <p:cNvCxnSpPr/>
          <p:nvPr/>
        </p:nvCxnSpPr>
        <p:spPr>
          <a:xfrm>
            <a:off x="3383093" y="2663818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58"/>
          <p:cNvCxnSpPr>
            <a:stCxn id="81" idx="3"/>
            <a:endCxn id="157" idx="1"/>
          </p:cNvCxnSpPr>
          <p:nvPr/>
        </p:nvCxnSpPr>
        <p:spPr>
          <a:xfrm>
            <a:off x="1894623" y="2082927"/>
            <a:ext cx="305367" cy="58089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159"/>
          <p:cNvCxnSpPr>
            <a:stCxn id="81" idx="3"/>
            <a:endCxn id="96" idx="1"/>
          </p:cNvCxnSpPr>
          <p:nvPr/>
        </p:nvCxnSpPr>
        <p:spPr>
          <a:xfrm>
            <a:off x="1894623" y="2082927"/>
            <a:ext cx="310700" cy="101971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1" name="그룹 160"/>
          <p:cNvGrpSpPr/>
          <p:nvPr/>
        </p:nvGrpSpPr>
        <p:grpSpPr>
          <a:xfrm>
            <a:off x="431693" y="4269707"/>
            <a:ext cx="1440000" cy="430179"/>
            <a:chOff x="2313571" y="878772"/>
            <a:chExt cx="1620000" cy="1098688"/>
          </a:xfrm>
        </p:grpSpPr>
        <p:pic>
          <p:nvPicPr>
            <p:cNvPr id="162" name="그림 16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" name="TextBox 163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169" name="직사각형 168"/>
          <p:cNvSpPr/>
          <p:nvPr/>
        </p:nvSpPr>
        <p:spPr>
          <a:xfrm>
            <a:off x="3813976" y="6123433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EFU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2182393" y="5860974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5212797" y="6121650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온도센서</a:t>
            </a:r>
          </a:p>
        </p:txBody>
      </p:sp>
      <p:sp>
        <p:nvSpPr>
          <p:cNvPr id="173" name="직사각형 172"/>
          <p:cNvSpPr/>
          <p:nvPr/>
        </p:nvSpPr>
        <p:spPr>
          <a:xfrm>
            <a:off x="2189777" y="3636113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5" name="꺾인 연결선 174"/>
          <p:cNvCxnSpPr>
            <a:stCxn id="170" idx="3"/>
            <a:endCxn id="169" idx="0"/>
          </p:cNvCxnSpPr>
          <p:nvPr/>
        </p:nvCxnSpPr>
        <p:spPr>
          <a:xfrm>
            <a:off x="3365496" y="6004974"/>
            <a:ext cx="1024544" cy="118459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70" idx="3"/>
            <a:endCxn id="172" idx="0"/>
          </p:cNvCxnSpPr>
          <p:nvPr/>
        </p:nvCxnSpPr>
        <p:spPr>
          <a:xfrm>
            <a:off x="3365496" y="6004974"/>
            <a:ext cx="2423365" cy="116676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62" idx="3"/>
            <a:endCxn id="173" idx="1"/>
          </p:cNvCxnSpPr>
          <p:nvPr/>
        </p:nvCxnSpPr>
        <p:spPr>
          <a:xfrm flipV="1">
            <a:off x="1871693" y="3780113"/>
            <a:ext cx="318084" cy="6565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62" idx="3"/>
            <a:endCxn id="170" idx="1"/>
          </p:cNvCxnSpPr>
          <p:nvPr/>
        </p:nvCxnSpPr>
        <p:spPr>
          <a:xfrm>
            <a:off x="1871693" y="4436622"/>
            <a:ext cx="310700" cy="156835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3" name="직사각형 182"/>
          <p:cNvSpPr/>
          <p:nvPr/>
        </p:nvSpPr>
        <p:spPr>
          <a:xfrm>
            <a:off x="3663570" y="362982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3670623" y="4017482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3663570" y="439954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DFS 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6654929" y="6115407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X-Ray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Ionizer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00" name="꺾인 연결선 199"/>
          <p:cNvCxnSpPr>
            <a:stCxn id="170" idx="3"/>
            <a:endCxn id="198" idx="0"/>
          </p:cNvCxnSpPr>
          <p:nvPr/>
        </p:nvCxnSpPr>
        <p:spPr>
          <a:xfrm>
            <a:off x="3365496" y="6004974"/>
            <a:ext cx="3865497" cy="110433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1" name="직사각형 200"/>
          <p:cNvSpPr/>
          <p:nvPr/>
        </p:nvSpPr>
        <p:spPr>
          <a:xfrm>
            <a:off x="2182392" y="401501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2182391" y="4399544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04" name="그림 2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0003" y="4726830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" name="직사각형 204"/>
          <p:cNvSpPr/>
          <p:nvPr/>
        </p:nvSpPr>
        <p:spPr>
          <a:xfrm>
            <a:off x="2181899" y="4762914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06" name="직선 연결선 205"/>
          <p:cNvCxnSpPr/>
          <p:nvPr/>
        </p:nvCxnSpPr>
        <p:spPr>
          <a:xfrm>
            <a:off x="3365002" y="4906914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그림 2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2393" y="5120632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" name="직사각형 208"/>
          <p:cNvSpPr/>
          <p:nvPr/>
        </p:nvSpPr>
        <p:spPr>
          <a:xfrm>
            <a:off x="2174289" y="5156716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0" name="직선 연결선 209"/>
          <p:cNvCxnSpPr/>
          <p:nvPr/>
        </p:nvCxnSpPr>
        <p:spPr>
          <a:xfrm>
            <a:off x="3357392" y="5300716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/>
          <p:cNvCxnSpPr>
            <a:stCxn id="173" idx="3"/>
            <a:endCxn id="183" idx="1"/>
          </p:cNvCxnSpPr>
          <p:nvPr/>
        </p:nvCxnSpPr>
        <p:spPr>
          <a:xfrm flipV="1">
            <a:off x="3372880" y="3773824"/>
            <a:ext cx="290690" cy="628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/>
          <p:cNvCxnSpPr>
            <a:stCxn id="201" idx="3"/>
            <a:endCxn id="185" idx="1"/>
          </p:cNvCxnSpPr>
          <p:nvPr/>
        </p:nvCxnSpPr>
        <p:spPr>
          <a:xfrm>
            <a:off x="3365495" y="4159012"/>
            <a:ext cx="305128" cy="247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/>
          <p:cNvCxnSpPr>
            <a:stCxn id="202" idx="3"/>
            <a:endCxn id="192" idx="1"/>
          </p:cNvCxnSpPr>
          <p:nvPr/>
        </p:nvCxnSpPr>
        <p:spPr>
          <a:xfrm>
            <a:off x="3365494" y="4543544"/>
            <a:ext cx="298076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2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구성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특성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/ PG 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54623" y="190292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1894623" y="1555380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205323" y="5336078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4" name="꺾인 연결선 173"/>
          <p:cNvCxnSpPr>
            <a:stCxn id="81" idx="3"/>
            <a:endCxn id="157" idx="1"/>
          </p:cNvCxnSpPr>
          <p:nvPr/>
        </p:nvCxnSpPr>
        <p:spPr>
          <a:xfrm>
            <a:off x="1894623" y="2082927"/>
            <a:ext cx="305367" cy="240576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81" idx="3"/>
            <a:endCxn id="71" idx="1"/>
          </p:cNvCxnSpPr>
          <p:nvPr/>
        </p:nvCxnSpPr>
        <p:spPr>
          <a:xfrm flipV="1">
            <a:off x="1894623" y="2027671"/>
            <a:ext cx="316242" cy="5525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>
            <a:stCxn id="96" idx="3"/>
            <a:endCxn id="98" idx="1"/>
          </p:cNvCxnSpPr>
          <p:nvPr/>
        </p:nvCxnSpPr>
        <p:spPr>
          <a:xfrm flipV="1">
            <a:off x="3372220" y="5336078"/>
            <a:ext cx="1749060" cy="14400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199990" y="1384341"/>
            <a:ext cx="2650832" cy="360168"/>
            <a:chOff x="2197219" y="2073638"/>
            <a:chExt cx="2650832" cy="360168"/>
          </a:xfrm>
        </p:grpSpPr>
        <p:pic>
          <p:nvPicPr>
            <p:cNvPr id="97" name="그림 9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5323" y="2073638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" name="직사각형 152"/>
            <p:cNvSpPr/>
            <p:nvPr/>
          </p:nvSpPr>
          <p:spPr>
            <a:xfrm>
              <a:off x="2197219" y="2109722"/>
              <a:ext cx="1183103" cy="288000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GigaE</a:t>
              </a:r>
              <a:r>
                <a:rPr lang="en-US" altLang="ko-KR" sz="800" dirty="0">
                  <a:solidFill>
                    <a:schemeClr val="tx1"/>
                  </a:solidFill>
                </a:rPr>
                <a:t> 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3380322" y="2253722"/>
              <a:ext cx="268479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직사각형 156"/>
          <p:cNvSpPr/>
          <p:nvPr/>
        </p:nvSpPr>
        <p:spPr>
          <a:xfrm>
            <a:off x="2199990" y="4344694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8" name="직선 연결선 157"/>
          <p:cNvCxnSpPr/>
          <p:nvPr/>
        </p:nvCxnSpPr>
        <p:spPr>
          <a:xfrm>
            <a:off x="3383093" y="4488694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58"/>
          <p:cNvCxnSpPr>
            <a:stCxn id="81" idx="3"/>
            <a:endCxn id="76" idx="1"/>
          </p:cNvCxnSpPr>
          <p:nvPr/>
        </p:nvCxnSpPr>
        <p:spPr>
          <a:xfrm>
            <a:off x="1894623" y="2082927"/>
            <a:ext cx="335764" cy="50476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159"/>
          <p:cNvCxnSpPr>
            <a:stCxn id="81" idx="3"/>
            <a:endCxn id="92" idx="1"/>
          </p:cNvCxnSpPr>
          <p:nvPr/>
        </p:nvCxnSpPr>
        <p:spPr>
          <a:xfrm>
            <a:off x="1894623" y="2082927"/>
            <a:ext cx="316242" cy="135614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2210865" y="1883671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3393968" y="2027671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/>
          <p:cNvGrpSpPr/>
          <p:nvPr/>
        </p:nvGrpSpPr>
        <p:grpSpPr>
          <a:xfrm>
            <a:off x="3667989" y="1903159"/>
            <a:ext cx="1440000" cy="419046"/>
            <a:chOff x="2313570" y="4593135"/>
            <a:chExt cx="1517845" cy="1036941"/>
          </a:xfrm>
        </p:grpSpPr>
        <p:pic>
          <p:nvPicPr>
            <p:cNvPr id="74" name="그림 7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" name="TextBox 74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 smtClean="0"/>
                <a:t>PC</a:t>
              </a:r>
              <a:endParaRPr lang="ko-KR" altLang="en-US" sz="800" dirty="0"/>
            </a:p>
          </p:txBody>
        </p:sp>
      </p:grpSp>
      <p:sp>
        <p:nvSpPr>
          <p:cNvPr id="76" name="직사각형 75"/>
          <p:cNvSpPr/>
          <p:nvPr/>
        </p:nvSpPr>
        <p:spPr>
          <a:xfrm>
            <a:off x="2230387" y="244369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7" name="직선 연결선 76"/>
          <p:cNvCxnSpPr/>
          <p:nvPr/>
        </p:nvCxnSpPr>
        <p:spPr>
          <a:xfrm>
            <a:off x="3413490" y="2587692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/>
          <p:cNvGrpSpPr/>
          <p:nvPr/>
        </p:nvGrpSpPr>
        <p:grpSpPr>
          <a:xfrm>
            <a:off x="3687511" y="2463180"/>
            <a:ext cx="1440000" cy="419046"/>
            <a:chOff x="2313570" y="4593135"/>
            <a:chExt cx="1517845" cy="1036941"/>
          </a:xfrm>
        </p:grpSpPr>
        <p:pic>
          <p:nvPicPr>
            <p:cNvPr id="80" name="그림 7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" name="TextBox 81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 smtClean="0"/>
                <a:t>PC</a:t>
              </a:r>
              <a:endParaRPr lang="ko-KR" altLang="en-US" sz="800" dirty="0"/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3688460" y="2856653"/>
            <a:ext cx="994246" cy="1127731"/>
            <a:chOff x="5983404" y="807315"/>
            <a:chExt cx="994246" cy="1127731"/>
          </a:xfrm>
        </p:grpSpPr>
        <p:sp>
          <p:nvSpPr>
            <p:cNvPr id="85" name="직사각형 84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86" name="그림 8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grpSp>
        <p:nvGrpSpPr>
          <p:cNvPr id="89" name="그룹 88"/>
          <p:cNvGrpSpPr/>
          <p:nvPr/>
        </p:nvGrpSpPr>
        <p:grpSpPr>
          <a:xfrm>
            <a:off x="3656905" y="3984384"/>
            <a:ext cx="994246" cy="1127731"/>
            <a:chOff x="5983404" y="807315"/>
            <a:chExt cx="994246" cy="1127731"/>
          </a:xfrm>
        </p:grpSpPr>
        <p:sp>
          <p:nvSpPr>
            <p:cNvPr id="90" name="직사각형 89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91" name="그림 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sp>
        <p:nvSpPr>
          <p:cNvPr id="92" name="직사각형 91"/>
          <p:cNvSpPr/>
          <p:nvPr/>
        </p:nvSpPr>
        <p:spPr>
          <a:xfrm>
            <a:off x="2210865" y="3295076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3" name="직선 연결선 92"/>
          <p:cNvCxnSpPr/>
          <p:nvPr/>
        </p:nvCxnSpPr>
        <p:spPr>
          <a:xfrm>
            <a:off x="3393968" y="3439076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endCxn id="96" idx="1"/>
          </p:cNvCxnSpPr>
          <p:nvPr/>
        </p:nvCxnSpPr>
        <p:spPr>
          <a:xfrm rot="16200000" flipH="1">
            <a:off x="503798" y="3778552"/>
            <a:ext cx="3244751" cy="158300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480889"/>
              </p:ext>
            </p:extLst>
          </p:nvPr>
        </p:nvGraphicFramePr>
        <p:xfrm>
          <a:off x="5121280" y="4162598"/>
          <a:ext cx="2070334" cy="234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4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6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7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8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9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LCR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10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TSP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 -&gt; 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특성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13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38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구성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LCR / TSP 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54623" y="190292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TSP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1894623" y="1555380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205323" y="5336078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7" name="꺾인 연결선 176"/>
          <p:cNvCxnSpPr>
            <a:stCxn id="81" idx="3"/>
            <a:endCxn id="71" idx="1"/>
          </p:cNvCxnSpPr>
          <p:nvPr/>
        </p:nvCxnSpPr>
        <p:spPr>
          <a:xfrm>
            <a:off x="1894623" y="2082927"/>
            <a:ext cx="316242" cy="74276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>
            <a:stCxn id="96" idx="3"/>
            <a:endCxn id="60" idx="1"/>
          </p:cNvCxnSpPr>
          <p:nvPr/>
        </p:nvCxnSpPr>
        <p:spPr>
          <a:xfrm>
            <a:off x="3372220" y="5480078"/>
            <a:ext cx="1599427" cy="1475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199990" y="1384341"/>
            <a:ext cx="2650832" cy="360168"/>
            <a:chOff x="2197219" y="2073638"/>
            <a:chExt cx="2650832" cy="360168"/>
          </a:xfrm>
        </p:grpSpPr>
        <p:pic>
          <p:nvPicPr>
            <p:cNvPr id="97" name="그림 9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5323" y="2073638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" name="직사각형 152"/>
            <p:cNvSpPr/>
            <p:nvPr/>
          </p:nvSpPr>
          <p:spPr>
            <a:xfrm>
              <a:off x="2197219" y="2109722"/>
              <a:ext cx="1183103" cy="288000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GigaE</a:t>
              </a:r>
              <a:r>
                <a:rPr lang="en-US" altLang="ko-KR" sz="800" dirty="0">
                  <a:solidFill>
                    <a:schemeClr val="tx1"/>
                  </a:solidFill>
                </a:rPr>
                <a:t> 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3380322" y="2253722"/>
              <a:ext cx="268479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직사각형 70"/>
          <p:cNvSpPr/>
          <p:nvPr/>
        </p:nvSpPr>
        <p:spPr>
          <a:xfrm>
            <a:off x="2210865" y="268169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3393968" y="2834006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81" idx="3"/>
            <a:endCxn id="96" idx="1"/>
          </p:cNvCxnSpPr>
          <p:nvPr/>
        </p:nvCxnSpPr>
        <p:spPr>
          <a:xfrm>
            <a:off x="1894623" y="2082927"/>
            <a:ext cx="310700" cy="339715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60684"/>
              </p:ext>
            </p:extLst>
          </p:nvPr>
        </p:nvGraphicFramePr>
        <p:xfrm>
          <a:off x="5003344" y="2565605"/>
          <a:ext cx="2070334" cy="220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27"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9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TSP PC -&gt; TSP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보드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  <p:grpSp>
        <p:nvGrpSpPr>
          <p:cNvPr id="57" name="그룹 56"/>
          <p:cNvGrpSpPr/>
          <p:nvPr/>
        </p:nvGrpSpPr>
        <p:grpSpPr>
          <a:xfrm>
            <a:off x="3617182" y="2501958"/>
            <a:ext cx="1403156" cy="935467"/>
            <a:chOff x="2486999" y="4443911"/>
            <a:chExt cx="1403156" cy="935467"/>
          </a:xfrm>
        </p:grpSpPr>
        <p:sp>
          <p:nvSpPr>
            <p:cNvPr id="58" name="직사각형 57"/>
            <p:cNvSpPr/>
            <p:nvPr/>
          </p:nvSpPr>
          <p:spPr>
            <a:xfrm>
              <a:off x="2709580" y="5091378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Nport5610-16Port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59" name="그림 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6999" y="4443911"/>
              <a:ext cx="1403156" cy="670626"/>
            </a:xfrm>
            <a:prstGeom prst="rect">
              <a:avLst/>
            </a:prstGeom>
          </p:spPr>
        </p:pic>
      </p:grpSp>
      <p:graphicFrame>
        <p:nvGraphicFramePr>
          <p:cNvPr id="6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19410"/>
              </p:ext>
            </p:extLst>
          </p:nvPr>
        </p:nvGraphicFramePr>
        <p:xfrm>
          <a:off x="4971647" y="5161513"/>
          <a:ext cx="2070334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LCR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TSP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199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39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직사각형 139"/>
          <p:cNvSpPr/>
          <p:nvPr/>
        </p:nvSpPr>
        <p:spPr>
          <a:xfrm>
            <a:off x="1854786" y="404785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운영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4804401" y="1720886"/>
            <a:ext cx="1080000" cy="57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854786" y="1667748"/>
            <a:ext cx="1080000" cy="57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4804401" y="4707306"/>
            <a:ext cx="1080000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특성 </a:t>
            </a:r>
            <a:r>
              <a:rPr lang="en-US" altLang="ko-KR" sz="1200" dirty="0" smtClean="0">
                <a:solidFill>
                  <a:schemeClr val="tx1"/>
                </a:solidFill>
              </a:rPr>
              <a:t>/ P/G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6262585" y="2374186"/>
            <a:ext cx="1080000" cy="5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특성측정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52" name="직사각형 151"/>
          <p:cNvSpPr/>
          <p:nvPr/>
        </p:nvSpPr>
        <p:spPr>
          <a:xfrm>
            <a:off x="6262585" y="4029985"/>
            <a:ext cx="1080000" cy="576000"/>
          </a:xfrm>
          <a:prstGeom prst="rect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원장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3233761" y="4047858"/>
            <a:ext cx="1080000" cy="576000"/>
          </a:xfrm>
          <a:prstGeom prst="rect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원격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3233761" y="1685748"/>
            <a:ext cx="108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3269705" y="3432716"/>
            <a:ext cx="1008112" cy="414384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6298529" y="1055808"/>
            <a:ext cx="1008112" cy="423259"/>
          </a:xfrm>
          <a:prstGeom prst="rect">
            <a:avLst/>
          </a:prstGeom>
          <a:pattFill prst="wdUpDiag">
            <a:fgClr>
              <a:schemeClr val="accent4">
                <a:lumMod val="40000"/>
                <a:lumOff val="60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6298529" y="3432587"/>
            <a:ext cx="1008112" cy="423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3269705" y="1077446"/>
            <a:ext cx="1008112" cy="423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1830360" y="1106250"/>
            <a:ext cx="1128852" cy="3604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4768337" y="3432587"/>
            <a:ext cx="1152128" cy="3742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818722" y="3432716"/>
            <a:ext cx="1152128" cy="374271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4779975" y="1058053"/>
            <a:ext cx="1128852" cy="360410"/>
          </a:xfrm>
          <a:prstGeom prst="rect">
            <a:avLst/>
          </a:prstGeom>
          <a:pattFill prst="wdUpDiag">
            <a:fgClr>
              <a:schemeClr val="accent4">
                <a:lumMod val="40000"/>
                <a:lumOff val="60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4601362" y="3920410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9" name="직사각형 168"/>
          <p:cNvSpPr/>
          <p:nvPr/>
        </p:nvSpPr>
        <p:spPr>
          <a:xfrm>
            <a:off x="1592953" y="3920410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직사각형 169"/>
          <p:cNvSpPr/>
          <p:nvPr/>
        </p:nvSpPr>
        <p:spPr>
          <a:xfrm>
            <a:off x="4572969" y="1576870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/>
          <p:cNvSpPr/>
          <p:nvPr/>
        </p:nvSpPr>
        <p:spPr>
          <a:xfrm>
            <a:off x="1579515" y="1568356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4804401" y="404785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LCR / TSP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804401" y="2374186"/>
            <a:ext cx="1080000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색이상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43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6621247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모니터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854786" y="4707306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CIM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854786" y="2338132"/>
            <a:ext cx="1080000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색이상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6262585" y="1701857"/>
            <a:ext cx="108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33761" y="2350851"/>
            <a:ext cx="1080000" cy="5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특성측정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BFC9EC-9721-46D4-98AD-F0DE46056D80}"/>
              </a:ext>
            </a:extLst>
          </p:cNvPr>
          <p:cNvSpPr txBox="1"/>
          <p:nvPr/>
        </p:nvSpPr>
        <p:spPr>
          <a:xfrm>
            <a:off x="1592953" y="5532407"/>
            <a:ext cx="7878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추후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OCP#3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호기 개조 시 원격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원장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PC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추가 필요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59643" y="5369269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Z</a:t>
            </a:r>
            <a:r>
              <a:rPr lang="ko-KR" altLang="en-US" sz="1000" dirty="0" smtClean="0">
                <a:solidFill>
                  <a:schemeClr val="tx1"/>
                </a:solidFill>
              </a:rPr>
              <a:t>키보드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  <a:r>
              <a:rPr lang="ko-KR" altLang="en-US" sz="1000" dirty="0" smtClean="0">
                <a:solidFill>
                  <a:schemeClr val="tx1"/>
                </a:solidFill>
              </a:rPr>
              <a:t>마우스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489772" y="5462980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Z</a:t>
            </a:r>
            <a:r>
              <a:rPr lang="ko-KR" altLang="en-US" sz="1000" dirty="0" smtClean="0">
                <a:solidFill>
                  <a:schemeClr val="tx1"/>
                </a:solidFill>
              </a:rPr>
              <a:t>키보드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  <a:r>
              <a:rPr lang="ko-KR" altLang="en-US" sz="1000" dirty="0" smtClean="0">
                <a:solidFill>
                  <a:schemeClr val="tx1"/>
                </a:solidFill>
              </a:rPr>
              <a:t>마우스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9643" y="3210386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KVM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스위치 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7489772" y="3158971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Z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KVM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스위치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" name="꺾인 연결선 2"/>
          <p:cNvCxnSpPr>
            <a:stCxn id="158" idx="1"/>
            <a:endCxn id="34" idx="3"/>
          </p:cNvCxnSpPr>
          <p:nvPr/>
        </p:nvCxnSpPr>
        <p:spPr>
          <a:xfrm rot="10800000" flipV="1">
            <a:off x="1503959" y="1289076"/>
            <a:ext cx="1765747" cy="2015022"/>
          </a:xfrm>
          <a:prstGeom prst="bentConnector3">
            <a:avLst>
              <a:gd name="adj1" fmla="val 10455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155" idx="0"/>
            <a:endCxn id="34" idx="3"/>
          </p:cNvCxnSpPr>
          <p:nvPr/>
        </p:nvCxnSpPr>
        <p:spPr>
          <a:xfrm rot="16200000" flipV="1">
            <a:off x="2574551" y="2233505"/>
            <a:ext cx="128618" cy="2269803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0" idx="0"/>
            <a:endCxn id="34" idx="2"/>
          </p:cNvCxnSpPr>
          <p:nvPr/>
        </p:nvCxnSpPr>
        <p:spPr>
          <a:xfrm rot="5400000" flipH="1" flipV="1">
            <a:off x="-103929" y="4383539"/>
            <a:ext cx="1971460" cy="1270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3" idx="0"/>
            <a:endCxn id="35" idx="2"/>
          </p:cNvCxnSpPr>
          <p:nvPr/>
        </p:nvCxnSpPr>
        <p:spPr>
          <a:xfrm rot="5400000" flipH="1" flipV="1">
            <a:off x="7053637" y="4404687"/>
            <a:ext cx="2116586" cy="1270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5" idx="1"/>
            <a:endCxn id="156" idx="3"/>
          </p:cNvCxnSpPr>
          <p:nvPr/>
        </p:nvCxnSpPr>
        <p:spPr>
          <a:xfrm rot="10800000">
            <a:off x="7306642" y="1267439"/>
            <a:ext cx="183131" cy="198524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35" idx="1"/>
            <a:endCxn id="157" idx="3"/>
          </p:cNvCxnSpPr>
          <p:nvPr/>
        </p:nvCxnSpPr>
        <p:spPr>
          <a:xfrm rot="10800000" flipV="1">
            <a:off x="7306642" y="3252683"/>
            <a:ext cx="183131" cy="391534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1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3646575" y="1233584"/>
            <a:ext cx="2458994" cy="3422929"/>
            <a:chOff x="2673179" y="1025609"/>
            <a:chExt cx="2458994" cy="5086867"/>
          </a:xfrm>
        </p:grpSpPr>
        <p:sp>
          <p:nvSpPr>
            <p:cNvPr id="31" name="직사각형 30"/>
            <p:cNvSpPr/>
            <p:nvPr/>
          </p:nvSpPr>
          <p:spPr>
            <a:xfrm>
              <a:off x="2673179" y="1264508"/>
              <a:ext cx="2458994" cy="48479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048000" y="1025609"/>
              <a:ext cx="1746422" cy="4613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chemeClr val="tx1"/>
                  </a:solidFill>
                  <a:latin typeface="+mn-ea"/>
                </a:rPr>
                <a:t>Head 1</a:t>
              </a:r>
              <a:endParaRPr lang="ko-KR" altLang="en-US" sz="120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569275" y="1872184"/>
            <a:ext cx="2458994" cy="3765604"/>
            <a:chOff x="2706879" y="1292816"/>
            <a:chExt cx="2458994" cy="5082535"/>
          </a:xfrm>
        </p:grpSpPr>
        <p:sp>
          <p:nvSpPr>
            <p:cNvPr id="28" name="직사각형 27"/>
            <p:cNvSpPr/>
            <p:nvPr/>
          </p:nvSpPr>
          <p:spPr>
            <a:xfrm>
              <a:off x="2706879" y="1527383"/>
              <a:ext cx="2458994" cy="48479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3057424" y="1292816"/>
              <a:ext cx="1746422" cy="4613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chemeClr val="tx1"/>
                  </a:solidFill>
                  <a:latin typeface="+mn-ea"/>
                </a:rPr>
                <a:t>HBS</a:t>
              </a:r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LOG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62209" y="2413786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운영 프로그램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641839" y="4806978"/>
            <a:ext cx="4897916" cy="14797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158818" y="1203646"/>
            <a:ext cx="2458994" cy="3456964"/>
            <a:chOff x="2673179" y="1025609"/>
            <a:chExt cx="2458994" cy="5086867"/>
          </a:xfrm>
        </p:grpSpPr>
        <p:sp>
          <p:nvSpPr>
            <p:cNvPr id="10" name="직사각형 9"/>
            <p:cNvSpPr/>
            <p:nvPr/>
          </p:nvSpPr>
          <p:spPr>
            <a:xfrm>
              <a:off x="2673179" y="1264508"/>
              <a:ext cx="2458994" cy="48479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048000" y="1025609"/>
              <a:ext cx="1746422" cy="4613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500" dirty="0">
                  <a:solidFill>
                    <a:schemeClr val="tx1"/>
                  </a:solidFill>
                  <a:latin typeface="+mn-ea"/>
                </a:rPr>
                <a:t>Head 2</a:t>
              </a:r>
              <a:endParaRPr lang="ko-KR" altLang="en-US" sz="120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4193047" y="1752652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193047" y="239141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색이상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193047" y="303463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174512" y="376087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특성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719136" y="5028633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LCR(ELP SW)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174512" y="5028633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PG(ELP SW)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719140" y="1752652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19140" y="239141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색이상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719140" y="303463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719137" y="5647206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TSP(ELP SW)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162209" y="3194682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CIM SW 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1190" y="4756475"/>
            <a:ext cx="1285103" cy="5331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FDC / Sensor / MCC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150480" y="3960541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DFS Uploader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245" y="5721039"/>
            <a:ext cx="2377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CIM </a:t>
            </a:r>
            <a:r>
              <a:rPr lang="ko-KR" altLang="en-US" sz="1000" dirty="0"/>
              <a:t>외주 진행 시 </a:t>
            </a:r>
            <a:r>
              <a:rPr lang="en-US" altLang="ko-KR" sz="1000" dirty="0"/>
              <a:t>DFS </a:t>
            </a:r>
            <a:r>
              <a:rPr lang="ko-KR" altLang="en-US" sz="1000" dirty="0"/>
              <a:t>외주 업체 진행</a:t>
            </a:r>
            <a:endParaRPr lang="en-US" altLang="ko-KR" sz="1000" dirty="0"/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 </a:t>
            </a:r>
            <a:r>
              <a:rPr lang="en-US" altLang="ko-KR" sz="1000" dirty="0"/>
              <a:t>(</a:t>
            </a:r>
            <a:r>
              <a:rPr lang="ko-KR" altLang="en-US" sz="1000" dirty="0"/>
              <a:t>내부 진행 시 개발 필요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719139" y="375950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특성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174512" y="5647206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특성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ELP SW)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84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392112" y="331470"/>
          <a:ext cx="8359776" cy="6195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934">
                  <a:extLst>
                    <a:ext uri="{9D8B030D-6E8A-4147-A177-3AD203B41FA5}">
                      <a16:colId xmlns:a16="http://schemas.microsoft.com/office/drawing/2014/main" val="980887805"/>
                    </a:ext>
                  </a:extLst>
                </a:gridCol>
                <a:gridCol w="1425120">
                  <a:extLst>
                    <a:ext uri="{9D8B030D-6E8A-4147-A177-3AD203B41FA5}">
                      <a16:colId xmlns:a16="http://schemas.microsoft.com/office/drawing/2014/main" val="1419208256"/>
                    </a:ext>
                  </a:extLst>
                </a:gridCol>
                <a:gridCol w="3470699">
                  <a:extLst>
                    <a:ext uri="{9D8B030D-6E8A-4147-A177-3AD203B41FA5}">
                      <a16:colId xmlns:a16="http://schemas.microsoft.com/office/drawing/2014/main" val="3019621557"/>
                    </a:ext>
                  </a:extLst>
                </a:gridCol>
                <a:gridCol w="2243023">
                  <a:extLst>
                    <a:ext uri="{9D8B030D-6E8A-4147-A177-3AD203B41FA5}">
                      <a16:colId xmlns:a16="http://schemas.microsoft.com/office/drawing/2014/main" val="1273845868"/>
                    </a:ext>
                  </a:extLst>
                </a:gridCol>
              </a:tblGrid>
              <a:tr h="1971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소분류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파일명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699001"/>
                  </a:ext>
                </a:extLst>
              </a:tr>
              <a:tr h="17924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ALARM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Event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Door_YYYYMMDD.log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Door IO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Alarm 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055765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emergency_button_YYMMDD.log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EMS IO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Alarm 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55404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Sensor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sensor_Smoke_YYYYMMDD.log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Smoke IO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Alarm 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571402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sensor_temperature_YYYYMMDD.log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IO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Alarm 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078949"/>
                  </a:ext>
                </a:extLst>
              </a:tr>
              <a:tr h="179245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동작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OLog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OLOG_YYYYMMDD.log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버튼 조작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766119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DLog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DLOG_YYYYMMDD.log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설비 동작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602999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Align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ALIGN_YYYYMMDD.log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Align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동작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463761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Measure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MEASURE_YYYYMMDD.log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측정 동작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21387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Stage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STAGE_YYYYMMDD.log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Stage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상태 변경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33369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SACC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SACC_YYYYMMDD.log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SACC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동작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840911"/>
                  </a:ext>
                </a:extLst>
              </a:tr>
              <a:tr h="179245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통신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화질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화질검사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1_YYYYMMDD.log /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화질검사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SW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519782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색이상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1_YYYYMMDD.log /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SW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914670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시야각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1_YYYYMMDD.log /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SW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47130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PG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PG_YYYYMMDD.log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PG SW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31101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특성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특성검사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SW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254994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TSP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TSP_YYYYMMDD.log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TSP SW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49267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LCR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LCR_YYYYMMDD.log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LCR SW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13808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CIM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CIM_YYYYMMDD.log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CIM SW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와 통신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72611"/>
                  </a:ext>
                </a:extLst>
              </a:tr>
              <a:tr h="17924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제어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모션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MOTION_YYYYMMDD.log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모션 동작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291706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IO History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PLC_READ_YYYYMMDD.log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IO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Read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023457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PLC_WRITE_YYYYMMDD.log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IO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Write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2308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ProbeCard_YYYYMMDD.log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PLC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에 등록된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PROBE ID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741230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LED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컨트롤러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Light_YYYYMMDD.log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LED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컨트롤러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제어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78747"/>
                  </a:ext>
                </a:extLst>
              </a:tr>
              <a:tr h="17924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Tact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Time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Tact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Time 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TLOG_YYYYMMDD.log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Tact Time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14820"/>
                  </a:ext>
                </a:extLst>
              </a:tr>
              <a:tr h="179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Tact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Time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History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tact_time_history_YYYYMMDD_HHMMSS.csv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측정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Tact Time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748315"/>
                  </a:ext>
                </a:extLst>
              </a:tr>
              <a:tr h="17924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Tact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Time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History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Tact_Time_YYYYMMDD.log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Stick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당 검사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Log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875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89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LOG - TLOG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80" y="971739"/>
            <a:ext cx="8631200" cy="345916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80" y="4576880"/>
            <a:ext cx="4794971" cy="191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4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62" y="58448"/>
            <a:ext cx="8324850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8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>
              <p:ext uri="{D42A27DB-BD31-4B8C-83A1-F6EECF244321}">
                <p14:modId xmlns:p14="http://schemas.microsoft.com/office/powerpoint/2010/main" val="180148534"/>
              </p:ext>
            </p:extLst>
          </p:nvPr>
        </p:nvGraphicFramePr>
        <p:xfrm>
          <a:off x="392111" y="892629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4138" y="992382"/>
            <a:ext cx="3283180" cy="2811041"/>
          </a:xfrm>
          <a:prstGeom prst="rect">
            <a:avLst/>
          </a:prstGeom>
        </p:spPr>
      </p:pic>
      <p:sp>
        <p:nvSpPr>
          <p:cNvPr id="13" name="왼쪽 화살표 12"/>
          <p:cNvSpPr/>
          <p:nvPr/>
        </p:nvSpPr>
        <p:spPr>
          <a:xfrm rot="5400000">
            <a:off x="6445286" y="2152357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4" name="왼쪽 화살표 13"/>
          <p:cNvSpPr/>
          <p:nvPr/>
        </p:nvSpPr>
        <p:spPr>
          <a:xfrm rot="16200000">
            <a:off x="5484739" y="3196367"/>
            <a:ext cx="678021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왼쪽 화살표 14"/>
          <p:cNvSpPr/>
          <p:nvPr/>
        </p:nvSpPr>
        <p:spPr>
          <a:xfrm rot="5400000">
            <a:off x="7212828" y="1664683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6" name="왼쪽 화살표 15"/>
          <p:cNvSpPr/>
          <p:nvPr/>
        </p:nvSpPr>
        <p:spPr>
          <a:xfrm rot="5400000">
            <a:off x="7215598" y="2831234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4138" y="3797822"/>
            <a:ext cx="3283180" cy="2952555"/>
          </a:xfrm>
          <a:prstGeom prst="rect">
            <a:avLst/>
          </a:prstGeom>
        </p:spPr>
      </p:pic>
      <p:sp>
        <p:nvSpPr>
          <p:cNvPr id="18" name="왼쪽 화살표 17"/>
          <p:cNvSpPr/>
          <p:nvPr/>
        </p:nvSpPr>
        <p:spPr>
          <a:xfrm>
            <a:off x="5823749" y="5954044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9" name="왼쪽 화살표 18"/>
          <p:cNvSpPr/>
          <p:nvPr/>
        </p:nvSpPr>
        <p:spPr>
          <a:xfrm rot="10800000" flipV="1">
            <a:off x="7239438" y="4480788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20" name="오른쪽 화살표 19"/>
          <p:cNvSpPr/>
          <p:nvPr/>
        </p:nvSpPr>
        <p:spPr>
          <a:xfrm>
            <a:off x="7195104" y="5649244"/>
            <a:ext cx="734139" cy="304800"/>
          </a:xfrm>
          <a:prstGeom prst="rightArrow">
            <a:avLst>
              <a:gd name="adj1" fmla="val 50000"/>
              <a:gd name="adj2" fmla="val 690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21" name="왼쪽 화살표 20"/>
          <p:cNvSpPr/>
          <p:nvPr/>
        </p:nvSpPr>
        <p:spPr>
          <a:xfrm>
            <a:off x="6243160" y="4692692"/>
            <a:ext cx="645470" cy="245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625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138" y="817810"/>
            <a:ext cx="3283180" cy="281104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138" y="3623250"/>
            <a:ext cx="3283180" cy="2952555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이동 시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Interlock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>
              <p:ext uri="{D42A27DB-BD31-4B8C-83A1-F6EECF244321}">
                <p14:modId xmlns:p14="http://schemas.microsoft.com/office/powerpoint/2010/main" val="454370382"/>
              </p:ext>
            </p:extLst>
          </p:nvPr>
        </p:nvGraphicFramePr>
        <p:xfrm>
          <a:off x="392111" y="881478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아래쪽 화살표 5"/>
          <p:cNvSpPr/>
          <p:nvPr/>
        </p:nvSpPr>
        <p:spPr>
          <a:xfrm>
            <a:off x="7827118" y="1596043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5823750" y="4271056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왼쪽/오른쪽 화살표 3"/>
          <p:cNvSpPr/>
          <p:nvPr/>
        </p:nvSpPr>
        <p:spPr>
          <a:xfrm>
            <a:off x="6450676" y="2823103"/>
            <a:ext cx="1645921" cy="2692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Probe </a:t>
            </a:r>
            <a:r>
              <a:rPr lang="ko-KR" altLang="en-US" sz="900" dirty="0" smtClean="0"/>
              <a:t>이동 범위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450676" y="3241964"/>
            <a:ext cx="448888" cy="2161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설명선 1 10"/>
          <p:cNvSpPr/>
          <p:nvPr/>
        </p:nvSpPr>
        <p:spPr>
          <a:xfrm>
            <a:off x="6695727" y="3619235"/>
            <a:ext cx="1317741" cy="204620"/>
          </a:xfrm>
          <a:prstGeom prst="borderCallout1">
            <a:avLst>
              <a:gd name="adj1" fmla="val 18750"/>
              <a:gd name="adj2" fmla="val -8333"/>
              <a:gd name="adj3" fmla="val -78439"/>
              <a:gd name="adj4" fmla="val -113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/>
              <a:t>Probe </a:t>
            </a:r>
            <a:r>
              <a:rPr lang="ko-KR" altLang="en-US" sz="600" dirty="0" smtClean="0"/>
              <a:t>감지 </a:t>
            </a:r>
            <a:r>
              <a:rPr lang="ko-KR" altLang="en-US" sz="600" dirty="0" err="1" smtClean="0"/>
              <a:t>도그</a:t>
            </a:r>
            <a:r>
              <a:rPr lang="ko-KR" altLang="en-US" sz="600" dirty="0" smtClean="0"/>
              <a:t> 추가</a:t>
            </a:r>
            <a:r>
              <a:rPr lang="en-US" altLang="ko-KR" sz="600" dirty="0" smtClean="0"/>
              <a:t>(Loader / Glass </a:t>
            </a:r>
            <a:r>
              <a:rPr lang="ko-KR" altLang="en-US" sz="600" dirty="0" smtClean="0"/>
              <a:t>충돌 방지</a:t>
            </a:r>
            <a:r>
              <a:rPr lang="en-US" altLang="ko-KR" sz="600" dirty="0" smtClean="0"/>
              <a:t>)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6200000">
            <a:off x="5557743" y="4963066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62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원점 </a:t>
            </a:r>
            <a:r>
              <a:rPr lang="ko-KR" altLang="en-US" b="1" spc="-50" dirty="0" err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셋팅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>
              <p:ext uri="{D42A27DB-BD31-4B8C-83A1-F6EECF244321}">
                <p14:modId xmlns:p14="http://schemas.microsoft.com/office/powerpoint/2010/main" val="1715220040"/>
              </p:ext>
            </p:extLst>
          </p:nvPr>
        </p:nvGraphicFramePr>
        <p:xfrm>
          <a:off x="392111" y="881478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132" y="806664"/>
            <a:ext cx="4172641" cy="375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2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962" y="798154"/>
            <a:ext cx="3790950" cy="3752850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SACC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>
              <p:ext uri="{D42A27DB-BD31-4B8C-83A1-F6EECF244321}">
                <p14:modId xmlns:p14="http://schemas.microsoft.com/office/powerpoint/2010/main" val="1611752890"/>
              </p:ext>
            </p:extLst>
          </p:nvPr>
        </p:nvGraphicFramePr>
        <p:xfrm>
          <a:off x="392111" y="881478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아래쪽 화살표 4"/>
          <p:cNvSpPr/>
          <p:nvPr/>
        </p:nvSpPr>
        <p:spPr>
          <a:xfrm>
            <a:off x="6480456" y="2616390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>
            <a:off x="6989095" y="2616390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7495652" y="2616390"/>
            <a:ext cx="269479" cy="53201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위쪽 화살표 8"/>
          <p:cNvSpPr/>
          <p:nvPr/>
        </p:nvSpPr>
        <p:spPr>
          <a:xfrm>
            <a:off x="7412362" y="3973483"/>
            <a:ext cx="352769" cy="29925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80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상태 변경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/>
        </p:nvGraphicFramePr>
        <p:xfrm>
          <a:off x="392111" y="892629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985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운영시나리오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Glass Align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6" name="다이어그램 5"/>
          <p:cNvGraphicFramePr/>
          <p:nvPr>
            <p:extLst>
              <p:ext uri="{D42A27DB-BD31-4B8C-83A1-F6EECF244321}">
                <p14:modId xmlns:p14="http://schemas.microsoft.com/office/powerpoint/2010/main" val="1417251339"/>
              </p:ext>
            </p:extLst>
          </p:nvPr>
        </p:nvGraphicFramePr>
        <p:xfrm>
          <a:off x="429761" y="892629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4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운영시나리오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Glass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검사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5" name="다이어그램 4"/>
          <p:cNvGraphicFramePr/>
          <p:nvPr>
            <p:extLst/>
          </p:nvPr>
        </p:nvGraphicFramePr>
        <p:xfrm>
          <a:off x="392111" y="892629"/>
          <a:ext cx="4154951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742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운영시나리오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:p14="http://schemas.microsoft.com/office/powerpoint/2010/main" val="374458954"/>
              </p:ext>
            </p:extLst>
          </p:nvPr>
        </p:nvGraphicFramePr>
        <p:xfrm>
          <a:off x="402873" y="892629"/>
          <a:ext cx="4053642" cy="5506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950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5431639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Manual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동작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3" name="다이어그램 2"/>
          <p:cNvGraphicFramePr/>
          <p:nvPr>
            <p:extLst/>
          </p:nvPr>
        </p:nvGraphicFramePr>
        <p:xfrm>
          <a:off x="392111" y="892629"/>
          <a:ext cx="8305575" cy="5475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574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522825" y="982723"/>
            <a:ext cx="2458994" cy="3765604"/>
            <a:chOff x="2706879" y="1292816"/>
            <a:chExt cx="2458994" cy="5082535"/>
          </a:xfrm>
        </p:grpSpPr>
        <p:sp>
          <p:nvSpPr>
            <p:cNvPr id="28" name="직사각형 27"/>
            <p:cNvSpPr/>
            <p:nvPr/>
          </p:nvSpPr>
          <p:spPr>
            <a:xfrm>
              <a:off x="2706879" y="1527383"/>
              <a:ext cx="2458994" cy="48479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3057424" y="1292816"/>
              <a:ext cx="1746422" cy="4613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운영 </a:t>
              </a:r>
              <a:r>
                <a:rPr lang="ko-KR" altLang="en-US" sz="1600" dirty="0" smtClean="0">
                  <a:solidFill>
                    <a:schemeClr val="tx1"/>
                  </a:solidFill>
                  <a:latin typeface="+mn-ea"/>
                </a:rPr>
                <a:t>프로그램</a:t>
              </a:r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" name="TextBox 47">
            <a:extLst>
              <a:ext uri="{FF2B5EF4-FFF2-40B4-BE49-F238E27FC236}">
                <a16:creationId xmlns:a16="http://schemas.microsoft.com/office/drawing/2014/main" id="{0361999D-BAA3-4D4B-87C6-92AF426981D8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</a:rPr>
              <a:t>對  外  秘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" y="258668"/>
            <a:ext cx="6559104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운영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15759" y="152432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MAIN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115759" y="2305221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solidFill>
                  <a:schemeClr val="tx1"/>
                </a:solidFill>
                <a:latin typeface="+mn-ea"/>
              </a:rPr>
              <a:t>DLL</a:t>
            </a:r>
            <a:endParaRPr lang="en-US" altLang="ko-KR" sz="15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332364" y="1156512"/>
            <a:ext cx="2458994" cy="35918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82909" y="982723"/>
            <a:ext cx="1746422" cy="3417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DLL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913568" y="152432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RECIPE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913568" y="2160011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DATA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913568" y="2805759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ALARM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913567" y="3440265"/>
            <a:ext cx="1285103" cy="461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SACC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834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MAC-테마2">
  <a:themeElements>
    <a:clrScheme name="사용자 지정 1">
      <a:dk1>
        <a:srgbClr val="000000"/>
      </a:dk1>
      <a:lt1>
        <a:srgbClr val="FFFFFF"/>
      </a:lt1>
      <a:dk2>
        <a:srgbClr val="FFD869"/>
      </a:dk2>
      <a:lt2>
        <a:srgbClr val="0066CC"/>
      </a:lt2>
      <a:accent1>
        <a:srgbClr val="9999FF"/>
      </a:accent1>
      <a:accent2>
        <a:srgbClr val="FF6161"/>
      </a:accent2>
      <a:accent3>
        <a:srgbClr val="92D050"/>
      </a:accent3>
      <a:accent4>
        <a:srgbClr val="78397A"/>
      </a:accent4>
      <a:accent5>
        <a:srgbClr val="00CCFF"/>
      </a:accent5>
      <a:accent6>
        <a:srgbClr val="F8EE6C"/>
      </a:accent6>
      <a:hlink>
        <a:srgbClr val="C990CB"/>
      </a:hlink>
      <a:folHlink>
        <a:srgbClr val="9DBDD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8259</TotalTime>
  <Words>1991</Words>
  <Application>Microsoft Office PowerPoint</Application>
  <PresentationFormat>화면 슬라이드 쇼(4:3)</PresentationFormat>
  <Paragraphs>633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35" baseType="lpstr">
      <vt:lpstr>HY헤드라인M</vt:lpstr>
      <vt:lpstr>굴림</vt:lpstr>
      <vt:lpstr>돋움</vt:lpstr>
      <vt:lpstr>맑은 고딕</vt:lpstr>
      <vt:lpstr>Arial</vt:lpstr>
      <vt:lpstr>Calibri</vt:lpstr>
      <vt:lpstr>Calibri Light</vt:lpstr>
      <vt:lpstr>Times New Roman</vt:lpstr>
      <vt:lpstr>Verdana</vt:lpstr>
      <vt:lpstr>Wingdings</vt:lpstr>
      <vt:lpstr>Office 테마</vt:lpstr>
      <vt:lpstr>KMAC-테마2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MAC</dc:creator>
  <cp:lastModifiedBy>J0002955</cp:lastModifiedBy>
  <cp:revision>362</cp:revision>
  <cp:lastPrinted>2021-07-12T08:38:37Z</cp:lastPrinted>
  <dcterms:created xsi:type="dcterms:W3CDTF">2021-03-22T02:09:06Z</dcterms:created>
  <dcterms:modified xsi:type="dcterms:W3CDTF">2021-12-09T10:01:04Z</dcterms:modified>
</cp:coreProperties>
</file>