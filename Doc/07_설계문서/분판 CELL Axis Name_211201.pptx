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6"/>
  </p:notesMasterIdLst>
  <p:handoutMasterIdLst>
    <p:handoutMasterId r:id="rId7"/>
  </p:handoutMasterIdLst>
  <p:sldIdLst>
    <p:sldId id="914" r:id="rId2"/>
    <p:sldId id="917" r:id="rId3"/>
    <p:sldId id="919" r:id="rId4"/>
    <p:sldId id="921" r:id="rId5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981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4020">
          <p15:clr>
            <a:srgbClr val="A4A3A4"/>
          </p15:clr>
        </p15:guide>
        <p15:guide id="5" orient="horz" pos="754">
          <p15:clr>
            <a:srgbClr val="A4A3A4"/>
          </p15:clr>
        </p15:guide>
        <p15:guide id="6" orient="horz" pos="1344">
          <p15:clr>
            <a:srgbClr val="A4A3A4"/>
          </p15:clr>
        </p15:guide>
        <p15:guide id="7" orient="horz">
          <p15:clr>
            <a:srgbClr val="A4A3A4"/>
          </p15:clr>
        </p15:guide>
        <p15:guide id="8" orient="horz" pos="3748">
          <p15:clr>
            <a:srgbClr val="A4A3A4"/>
          </p15:clr>
        </p15:guide>
        <p15:guide id="9" pos="2880">
          <p15:clr>
            <a:srgbClr val="A4A3A4"/>
          </p15:clr>
        </p15:guide>
        <p15:guide id="10" pos="5466">
          <p15:clr>
            <a:srgbClr val="A4A3A4"/>
          </p15:clr>
        </p15:guide>
        <p15:guide id="11" pos="2744">
          <p15:clr>
            <a:srgbClr val="A4A3A4"/>
          </p15:clr>
        </p15:guide>
        <p15:guide id="12" pos="3016">
          <p15:clr>
            <a:srgbClr val="A4A3A4"/>
          </p15:clr>
        </p15:guide>
        <p15:guide id="13" pos="294">
          <p15:clr>
            <a:srgbClr val="A4A3A4"/>
          </p15:clr>
        </p15:guide>
        <p15:guide id="14" pos="476">
          <p15:clr>
            <a:srgbClr val="A4A3A4"/>
          </p15:clr>
        </p15:guide>
        <p15:guide id="15" pos="2562">
          <p15:clr>
            <a:srgbClr val="A4A3A4"/>
          </p15:clr>
        </p15:guide>
        <p15:guide id="16" pos="319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5"/>
    <a:srgbClr val="FF3300"/>
    <a:srgbClr val="78B931"/>
    <a:srgbClr val="0000FF"/>
    <a:srgbClr val="6CA62C"/>
    <a:srgbClr val="EFF8FC"/>
    <a:srgbClr val="CCFFFF"/>
    <a:srgbClr val="FFFF00"/>
    <a:srgbClr val="204D84"/>
    <a:srgbClr val="EFF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911" autoAdjust="0"/>
  </p:normalViewPr>
  <p:slideViewPr>
    <p:cSldViewPr snapToObjects="1" showGuides="1">
      <p:cViewPr varScale="1">
        <p:scale>
          <a:sx n="163" d="100"/>
          <a:sy n="163" d="100"/>
        </p:scale>
        <p:origin x="4320" y="132"/>
      </p:cViewPr>
      <p:guideLst>
        <p:guide orient="horz" pos="1207"/>
        <p:guide orient="horz" pos="981"/>
        <p:guide orient="horz" pos="482"/>
        <p:guide orient="horz" pos="4020"/>
        <p:guide orient="horz" pos="754"/>
        <p:guide orient="horz" pos="1344"/>
        <p:guide orient="horz"/>
        <p:guide orient="horz" pos="3748"/>
        <p:guide pos="2880"/>
        <p:guide pos="5466"/>
        <p:guide pos="2744"/>
        <p:guide pos="3016"/>
        <p:guide pos="294"/>
        <p:guide pos="476"/>
        <p:guide pos="2562"/>
        <p:guide pos="31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 showGuides="1">
      <p:cViewPr varScale="1">
        <p:scale>
          <a:sx n="63" d="100"/>
          <a:sy n="63" d="100"/>
        </p:scale>
        <p:origin x="-3462" y="-12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0963" tIns="45482" rIns="90963" bIns="4548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0963" tIns="45482" rIns="90963" bIns="4548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4C4FF94-136B-4570-83A0-57BD8C5D763C}" type="datetimeFigureOut">
              <a:rPr lang="ko-KR" altLang="en-US"/>
              <a:pPr>
                <a:defRPr/>
              </a:pPr>
              <a:t>2021-12-08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46400" cy="496887"/>
          </a:xfrm>
          <a:prstGeom prst="rect">
            <a:avLst/>
          </a:prstGeom>
        </p:spPr>
        <p:txBody>
          <a:bodyPr vert="horz" lIns="90963" tIns="45482" rIns="90963" bIns="4548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4"/>
            <a:ext cx="2946400" cy="496887"/>
          </a:xfrm>
          <a:prstGeom prst="rect">
            <a:avLst/>
          </a:prstGeom>
        </p:spPr>
        <p:txBody>
          <a:bodyPr vert="horz" lIns="90963" tIns="45482" rIns="90963" bIns="4548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A8501D3-1F2E-4A13-858A-981A0207A86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451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0963" tIns="45482" rIns="90963" bIns="4548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0963" tIns="45482" rIns="90963" bIns="4548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89441E8-2829-4E12-98ED-2937C8D896FE}" type="datetimeFigureOut">
              <a:rPr lang="ko-KR" altLang="en-US"/>
              <a:pPr>
                <a:defRPr/>
              </a:pPr>
              <a:t>2021-12-08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63" tIns="45482" rIns="90963" bIns="45482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14876"/>
            <a:ext cx="5438775" cy="4467225"/>
          </a:xfrm>
          <a:prstGeom prst="rect">
            <a:avLst/>
          </a:prstGeom>
        </p:spPr>
        <p:txBody>
          <a:bodyPr vert="horz" lIns="90963" tIns="45482" rIns="90963" bIns="45482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46400" cy="496887"/>
          </a:xfrm>
          <a:prstGeom prst="rect">
            <a:avLst/>
          </a:prstGeom>
        </p:spPr>
        <p:txBody>
          <a:bodyPr vert="horz" lIns="90963" tIns="45482" rIns="90963" bIns="4548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4"/>
            <a:ext cx="2946400" cy="496887"/>
          </a:xfrm>
          <a:prstGeom prst="rect">
            <a:avLst/>
          </a:prstGeom>
        </p:spPr>
        <p:txBody>
          <a:bodyPr vert="horz" lIns="90963" tIns="45482" rIns="90963" bIns="4548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9813396-C997-4AC8-AE7F-5721C533CD9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121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2ACF171-9AAD-4AE1-81B0-5E6FA10EF2E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23850" y="350838"/>
            <a:ext cx="8640763" cy="428625"/>
            <a:chOff x="323528" y="350838"/>
            <a:chExt cx="8640960" cy="428625"/>
          </a:xfrm>
        </p:grpSpPr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3B5B055A-0745-4BA7-A300-89A20DA2C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528" y="627063"/>
              <a:ext cx="5832608" cy="1587"/>
            </a:xfrm>
            <a:prstGeom prst="line">
              <a:avLst/>
            </a:prstGeom>
            <a:noFill/>
            <a:ln w="222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pPr eaLnBrk="1" latinLnBrk="1" hangingPunct="1">
                <a:defRPr/>
              </a:pPr>
              <a:endParaRPr lang="ko-KR" altLang="en-US" dirty="0">
                <a:latin typeface="휴먼엑스포" pitchFamily="18" charset="-127"/>
                <a:ea typeface="휴먼엑스포" pitchFamily="18" charset="-127"/>
              </a:endParaRPr>
            </a:p>
          </p:txBody>
        </p:sp>
        <p:pic>
          <p:nvPicPr>
            <p:cNvPr id="4" name="Picture 40" descr="영문로고">
              <a:extLst>
                <a:ext uri="{FF2B5EF4-FFF2-40B4-BE49-F238E27FC236}">
                  <a16:creationId xmlns:a16="http://schemas.microsoft.com/office/drawing/2014/main" id="{CB1DFF7F-6D43-452B-8A36-15C68FC74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8" y="350838"/>
              <a:ext cx="750887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74">
              <a:extLst>
                <a:ext uri="{FF2B5EF4-FFF2-40B4-BE49-F238E27FC236}">
                  <a16:creationId xmlns:a16="http://schemas.microsoft.com/office/drawing/2014/main" id="{F41E7A87-83BE-430D-8D95-129D64DA7BD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56176" y="476250"/>
              <a:ext cx="2808312" cy="30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000" i="1" dirty="0">
                  <a:solidFill>
                    <a:schemeClr val="tx2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Advanced Technology &amp; </a:t>
              </a:r>
              <a:r>
                <a:rPr lang="en-US" altLang="ko-KR" sz="1000" i="1" dirty="0" err="1">
                  <a:solidFill>
                    <a:schemeClr val="tx2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Linearmotion</a:t>
              </a:r>
              <a:endParaRPr lang="en-US" altLang="ko-KR" sz="1000" i="1" dirty="0">
                <a:solidFill>
                  <a:schemeClr val="tx2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endParaRPr>
            </a:p>
          </p:txBody>
        </p:sp>
      </p:grpSp>
      <p:grpSp>
        <p:nvGrpSpPr>
          <p:cNvPr id="6" name="그룹 16">
            <a:extLst>
              <a:ext uri="{FF2B5EF4-FFF2-40B4-BE49-F238E27FC236}">
                <a16:creationId xmlns:a16="http://schemas.microsoft.com/office/drawing/2014/main" id="{546D34AB-6325-4C2F-901F-339899C6FD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23850" y="6381750"/>
            <a:ext cx="8640763" cy="227013"/>
            <a:chOff x="323527" y="4941888"/>
            <a:chExt cx="8641086" cy="227012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17410B22-9D0A-4BE1-903F-ADEEF8ECE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27" y="5048251"/>
              <a:ext cx="7675850" cy="30162"/>
            </a:xfrm>
            <a:prstGeom prst="line">
              <a:avLst/>
            </a:prstGeom>
            <a:noFill/>
            <a:ln w="222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pPr eaLnBrk="1" latinLnBrk="1" hangingPunct="1">
                <a:defRPr/>
              </a:pPr>
              <a:endParaRPr lang="ko-KR" altLang="en-US" dirty="0">
                <a:latin typeface="휴먼엑스포" pitchFamily="18" charset="-127"/>
                <a:ea typeface="휴먼엑스포" pitchFamily="18" charset="-127"/>
              </a:endParaRPr>
            </a:p>
          </p:txBody>
        </p:sp>
        <p:sp>
          <p:nvSpPr>
            <p:cNvPr id="8" name="Rectangle 69">
              <a:extLst>
                <a:ext uri="{FF2B5EF4-FFF2-40B4-BE49-F238E27FC236}">
                  <a16:creationId xmlns:a16="http://schemas.microsoft.com/office/drawing/2014/main" id="{FF96D2EB-56E2-4C57-9FED-FC0A2E93F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9413" y="4941888"/>
              <a:ext cx="965200" cy="227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r" eaLnBrk="1" hangingPunct="1">
                <a:buFontTx/>
                <a:buNone/>
              </a:pPr>
              <a:r>
                <a:rPr lang="en-US" altLang="ko-KR" sz="1100" b="1"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㈜</a:t>
              </a:r>
              <a:r>
                <a:rPr lang="ko-KR" altLang="en-US" sz="1100"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에이티엘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662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7A8A-3479-42AC-969A-756505FB6B71}" type="datetimeFigureOut">
              <a:rPr lang="ko-KR" altLang="en-US" smtClean="0"/>
              <a:pPr/>
              <a:t>2021-12-08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59A-9C1A-460B-9A64-E220675916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71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2ACF171-9AAD-4AE1-81B0-5E6FA10EF2E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23850" y="350838"/>
            <a:ext cx="8640763" cy="428625"/>
            <a:chOff x="323528" y="350838"/>
            <a:chExt cx="8640960" cy="428625"/>
          </a:xfrm>
        </p:grpSpPr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3B5B055A-0745-4BA7-A300-89A20DA2C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528" y="627063"/>
              <a:ext cx="5832608" cy="1587"/>
            </a:xfrm>
            <a:prstGeom prst="line">
              <a:avLst/>
            </a:prstGeom>
            <a:noFill/>
            <a:ln w="222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pPr eaLnBrk="1" latinLnBrk="1" hangingPunct="1">
                <a:defRPr/>
              </a:pPr>
              <a:endParaRPr lang="ko-KR" altLang="en-US" dirty="0">
                <a:latin typeface="휴먼엑스포" pitchFamily="18" charset="-127"/>
                <a:ea typeface="휴먼엑스포" pitchFamily="18" charset="-127"/>
              </a:endParaRPr>
            </a:p>
          </p:txBody>
        </p:sp>
        <p:pic>
          <p:nvPicPr>
            <p:cNvPr id="4" name="Picture 40" descr="영문로고">
              <a:extLst>
                <a:ext uri="{FF2B5EF4-FFF2-40B4-BE49-F238E27FC236}">
                  <a16:creationId xmlns:a16="http://schemas.microsoft.com/office/drawing/2014/main" id="{CB1DFF7F-6D43-452B-8A36-15C68FC74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8" y="350838"/>
              <a:ext cx="750887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74">
              <a:extLst>
                <a:ext uri="{FF2B5EF4-FFF2-40B4-BE49-F238E27FC236}">
                  <a16:creationId xmlns:a16="http://schemas.microsoft.com/office/drawing/2014/main" id="{F41E7A87-83BE-430D-8D95-129D64DA7BD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56176" y="476250"/>
              <a:ext cx="2808312" cy="30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000" i="1" dirty="0">
                  <a:solidFill>
                    <a:schemeClr val="tx2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Advanced Technology &amp; </a:t>
              </a:r>
              <a:r>
                <a:rPr lang="en-US" altLang="ko-KR" sz="1000" i="1" dirty="0" err="1">
                  <a:solidFill>
                    <a:schemeClr val="tx2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Linearmotion</a:t>
              </a:r>
              <a:endParaRPr lang="en-US" altLang="ko-KR" sz="1000" i="1" dirty="0">
                <a:solidFill>
                  <a:schemeClr val="tx2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endParaRPr>
            </a:p>
          </p:txBody>
        </p:sp>
      </p:grpSp>
      <p:grpSp>
        <p:nvGrpSpPr>
          <p:cNvPr id="6" name="그룹 16">
            <a:extLst>
              <a:ext uri="{FF2B5EF4-FFF2-40B4-BE49-F238E27FC236}">
                <a16:creationId xmlns:a16="http://schemas.microsoft.com/office/drawing/2014/main" id="{546D34AB-6325-4C2F-901F-339899C6FD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23850" y="6381750"/>
            <a:ext cx="8640763" cy="227013"/>
            <a:chOff x="323527" y="4941888"/>
            <a:chExt cx="8641086" cy="227012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17410B22-9D0A-4BE1-903F-ADEEF8ECE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27" y="5048251"/>
              <a:ext cx="7675850" cy="30162"/>
            </a:xfrm>
            <a:prstGeom prst="line">
              <a:avLst/>
            </a:prstGeom>
            <a:noFill/>
            <a:ln w="222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pPr eaLnBrk="1" latinLnBrk="1" hangingPunct="1">
                <a:defRPr/>
              </a:pPr>
              <a:endParaRPr lang="ko-KR" altLang="en-US" dirty="0">
                <a:latin typeface="휴먼엑스포" pitchFamily="18" charset="-127"/>
                <a:ea typeface="휴먼엑스포" pitchFamily="18" charset="-127"/>
              </a:endParaRPr>
            </a:p>
          </p:txBody>
        </p:sp>
        <p:sp>
          <p:nvSpPr>
            <p:cNvPr id="8" name="Rectangle 69">
              <a:extLst>
                <a:ext uri="{FF2B5EF4-FFF2-40B4-BE49-F238E27FC236}">
                  <a16:creationId xmlns:a16="http://schemas.microsoft.com/office/drawing/2014/main" id="{FF96D2EB-56E2-4C57-9FED-FC0A2E93F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9413" y="4941888"/>
              <a:ext cx="965200" cy="227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r" eaLnBrk="1" hangingPunct="1">
                <a:buFontTx/>
                <a:buNone/>
              </a:pPr>
              <a:r>
                <a:rPr lang="en-US" altLang="ko-KR" sz="1100" b="1"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㈜</a:t>
              </a:r>
              <a:r>
                <a:rPr lang="ko-KR" altLang="en-US" sz="1100"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에이티엘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520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260F4-C2E6-4DCE-8072-01B93F018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5DF27-8F6C-4CED-80C7-BA4484A68173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B504E-F2DE-4B04-B163-836150378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83BFB-BB4C-41FF-A33D-81A7A85EF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A2AEA-499E-43F9-921A-A0FB8DD3E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06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1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1E1C78-3A97-48BC-837F-AF10967E029F}"/>
              </a:ext>
            </a:extLst>
          </p:cNvPr>
          <p:cNvSpPr txBox="1"/>
          <p:nvPr/>
        </p:nvSpPr>
        <p:spPr>
          <a:xfrm>
            <a:off x="2123660" y="2420860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분판 </a:t>
            </a:r>
            <a:r>
              <a:rPr lang="en-US" altLang="ko-KR" sz="2800" dirty="0"/>
              <a:t>CELL Axis Name</a:t>
            </a:r>
            <a:endParaRPr lang="ko-KR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4E383-77C5-4297-9ABD-0C88B4A5AF84}"/>
              </a:ext>
            </a:extLst>
          </p:cNvPr>
          <p:cNvSpPr txBox="1"/>
          <p:nvPr/>
        </p:nvSpPr>
        <p:spPr>
          <a:xfrm>
            <a:off x="4217835" y="558930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21.12.01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880A2FE-966F-4CE4-9D90-0B0CEDB78413}"/>
              </a:ext>
            </a:extLst>
          </p:cNvPr>
          <p:cNvCxnSpPr>
            <a:cxnSpLocks/>
          </p:cNvCxnSpPr>
          <p:nvPr/>
        </p:nvCxnSpPr>
        <p:spPr>
          <a:xfrm flipV="1">
            <a:off x="2175892" y="2971772"/>
            <a:ext cx="5204498" cy="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7236AA-8306-45DC-8BD9-A632B1A67845}"/>
              </a:ext>
            </a:extLst>
          </p:cNvPr>
          <p:cNvCxnSpPr>
            <a:cxnSpLocks/>
          </p:cNvCxnSpPr>
          <p:nvPr/>
        </p:nvCxnSpPr>
        <p:spPr>
          <a:xfrm flipV="1">
            <a:off x="2187281" y="3001838"/>
            <a:ext cx="5204498" cy="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402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>
            <a:extLst>
              <a:ext uri="{FF2B5EF4-FFF2-40B4-BE49-F238E27FC236}">
                <a16:creationId xmlns:a16="http://schemas.microsoft.com/office/drawing/2014/main" id="{1C225AB7-40C8-4527-93A0-6B2C15CDCE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0975" y="669370"/>
            <a:ext cx="7400925" cy="582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등각도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-FRONT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035B8F-249F-4903-A17E-113DDABFF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229" y="1340768"/>
            <a:ext cx="4567229" cy="45141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F2C9100-19C5-47AD-ACEA-80E995C36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7" y="1292494"/>
            <a:ext cx="3816423" cy="451277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73E1E2E-C34E-46EF-96D7-3305DC23EF08}"/>
              </a:ext>
            </a:extLst>
          </p:cNvPr>
          <p:cNvSpPr/>
          <p:nvPr/>
        </p:nvSpPr>
        <p:spPr>
          <a:xfrm>
            <a:off x="1894475" y="3626940"/>
            <a:ext cx="432048" cy="2160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</a:rPr>
              <a:t>SP_X</a:t>
            </a:r>
            <a:endParaRPr lang="ko-KR" altLang="en-US" sz="7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32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>
            <a:extLst>
              <a:ext uri="{FF2B5EF4-FFF2-40B4-BE49-F238E27FC236}">
                <a16:creationId xmlns:a16="http://schemas.microsoft.com/office/drawing/2014/main" id="{1C225AB7-40C8-4527-93A0-6B2C15CDCE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0975" y="669370"/>
            <a:ext cx="7400925" cy="582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등각도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-FRONT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DC5B5C5-E195-4984-91E1-0F4FBDE5C162}"/>
              </a:ext>
            </a:extLst>
          </p:cNvPr>
          <p:cNvGrpSpPr/>
          <p:nvPr/>
        </p:nvGrpSpPr>
        <p:grpSpPr>
          <a:xfrm>
            <a:off x="395536" y="1426046"/>
            <a:ext cx="4536504" cy="4091186"/>
            <a:chOff x="395536" y="1426046"/>
            <a:chExt cx="4536504" cy="409118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4BBC138-BED2-4238-9523-994268015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426046"/>
              <a:ext cx="4536504" cy="409118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A0078A2-6E58-44ED-A745-88C3E3937D69}"/>
                </a:ext>
              </a:extLst>
            </p:cNvPr>
            <p:cNvSpPr/>
            <p:nvPr/>
          </p:nvSpPr>
          <p:spPr>
            <a:xfrm>
              <a:off x="2447764" y="1916832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87D399C-EF4F-41BB-A935-6443252A19EB}"/>
                </a:ext>
              </a:extLst>
            </p:cNvPr>
            <p:cNvSpPr/>
            <p:nvPr/>
          </p:nvSpPr>
          <p:spPr>
            <a:xfrm>
              <a:off x="3347864" y="2636912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X5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0E6B7DA-548B-471E-B5D0-C911F3EA7077}"/>
                </a:ext>
              </a:extLst>
            </p:cNvPr>
            <p:cNvSpPr/>
            <p:nvPr/>
          </p:nvSpPr>
          <p:spPr>
            <a:xfrm>
              <a:off x="2123727" y="2024844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X6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9324017-1B18-4929-9B51-D9C18DE1126D}"/>
                </a:ext>
              </a:extLst>
            </p:cNvPr>
            <p:cNvSpPr/>
            <p:nvPr/>
          </p:nvSpPr>
          <p:spPr>
            <a:xfrm>
              <a:off x="1930877" y="2198908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X8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3642DA6-A3F9-4024-9D6F-B6AA488DD8C2}"/>
                </a:ext>
              </a:extLst>
            </p:cNvPr>
            <p:cNvSpPr/>
            <p:nvPr/>
          </p:nvSpPr>
          <p:spPr>
            <a:xfrm>
              <a:off x="1735131" y="2377030"/>
              <a:ext cx="357763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758E47C-611C-48C1-88CA-27F6884CD5BC}"/>
                </a:ext>
              </a:extLst>
            </p:cNvPr>
            <p:cNvSpPr/>
            <p:nvPr/>
          </p:nvSpPr>
          <p:spPr>
            <a:xfrm>
              <a:off x="1394230" y="2551094"/>
              <a:ext cx="357763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B750CCE-EE95-41DF-82A2-BF23292CDD4D}"/>
                </a:ext>
              </a:extLst>
            </p:cNvPr>
            <p:cNvSpPr/>
            <p:nvPr/>
          </p:nvSpPr>
          <p:spPr>
            <a:xfrm>
              <a:off x="3131840" y="2791758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X7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DC146B3-583C-4938-8718-A0FCFCF7364B}"/>
                </a:ext>
              </a:extLst>
            </p:cNvPr>
            <p:cNvSpPr/>
            <p:nvPr/>
          </p:nvSpPr>
          <p:spPr>
            <a:xfrm>
              <a:off x="2843808" y="2965822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X9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9376A43-56E3-45BF-A131-73B0B0E4360D}"/>
                </a:ext>
              </a:extLst>
            </p:cNvPr>
            <p:cNvSpPr/>
            <p:nvPr/>
          </p:nvSpPr>
          <p:spPr>
            <a:xfrm>
              <a:off x="2586444" y="3139886"/>
              <a:ext cx="401379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970AA5C-CCD7-4B86-A354-E88B58090C17}"/>
                </a:ext>
              </a:extLst>
            </p:cNvPr>
            <p:cNvSpPr/>
            <p:nvPr/>
          </p:nvSpPr>
          <p:spPr>
            <a:xfrm>
              <a:off x="2312457" y="3320988"/>
              <a:ext cx="401379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A39F7E6-C64F-4AD4-9270-1CAC2F38E555}"/>
              </a:ext>
            </a:extLst>
          </p:cNvPr>
          <p:cNvGrpSpPr/>
          <p:nvPr/>
        </p:nvGrpSpPr>
        <p:grpSpPr>
          <a:xfrm>
            <a:off x="4932041" y="1426047"/>
            <a:ext cx="3816424" cy="4091186"/>
            <a:chOff x="4932041" y="1426047"/>
            <a:chExt cx="3816424" cy="409118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EED98D1-DA7E-4169-AEEF-9E50355A9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2041" y="1426047"/>
              <a:ext cx="3816424" cy="4091186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2501F63-88AD-46DB-A2D6-D80BFA0CCD8D}"/>
                </a:ext>
              </a:extLst>
            </p:cNvPr>
            <p:cNvSpPr/>
            <p:nvPr/>
          </p:nvSpPr>
          <p:spPr>
            <a:xfrm>
              <a:off x="7401290" y="2747402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2ADA2A8-ADA7-44AE-90E4-90ABECAED8D6}"/>
                </a:ext>
              </a:extLst>
            </p:cNvPr>
            <p:cNvSpPr/>
            <p:nvPr/>
          </p:nvSpPr>
          <p:spPr>
            <a:xfrm>
              <a:off x="7209592" y="2928373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90DD978-99C9-43D0-8981-417B0168DC38}"/>
                </a:ext>
              </a:extLst>
            </p:cNvPr>
            <p:cNvSpPr/>
            <p:nvPr/>
          </p:nvSpPr>
          <p:spPr>
            <a:xfrm>
              <a:off x="7051358" y="3073834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6CB9621-7666-489D-AC61-9D74FE10A537}"/>
                </a:ext>
              </a:extLst>
            </p:cNvPr>
            <p:cNvSpPr/>
            <p:nvPr/>
          </p:nvSpPr>
          <p:spPr>
            <a:xfrm>
              <a:off x="6906811" y="3247898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122098B-E2DE-4BAF-A18A-E8C446CB10A0}"/>
                </a:ext>
              </a:extLst>
            </p:cNvPr>
            <p:cNvSpPr/>
            <p:nvPr/>
          </p:nvSpPr>
          <p:spPr>
            <a:xfrm>
              <a:off x="6665287" y="3421962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883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>
            <a:extLst>
              <a:ext uri="{FF2B5EF4-FFF2-40B4-BE49-F238E27FC236}">
                <a16:creationId xmlns:a16="http://schemas.microsoft.com/office/drawing/2014/main" id="{1C225AB7-40C8-4527-93A0-6B2C15CDCE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0975" y="669370"/>
            <a:ext cx="7400925" cy="582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등각도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-FRONT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3FFBE7-51E5-4A23-BEFC-15910D7B96A0}"/>
              </a:ext>
            </a:extLst>
          </p:cNvPr>
          <p:cNvGrpSpPr/>
          <p:nvPr/>
        </p:nvGrpSpPr>
        <p:grpSpPr>
          <a:xfrm>
            <a:off x="395536" y="1484783"/>
            <a:ext cx="4033165" cy="4680521"/>
            <a:chOff x="466827" y="1484783"/>
            <a:chExt cx="4033165" cy="468052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432E239-B433-48BE-B458-6325AE722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827" y="1484783"/>
              <a:ext cx="4033165" cy="468052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F74702A-F0DC-434D-A77E-D344CDBB6883}"/>
                </a:ext>
              </a:extLst>
            </p:cNvPr>
            <p:cNvSpPr/>
            <p:nvPr/>
          </p:nvSpPr>
          <p:spPr>
            <a:xfrm>
              <a:off x="3096224" y="3053062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7ABF26C-4D98-49D1-9960-6C84AB595796}"/>
                </a:ext>
              </a:extLst>
            </p:cNvPr>
            <p:cNvSpPr/>
            <p:nvPr/>
          </p:nvSpPr>
          <p:spPr>
            <a:xfrm>
              <a:off x="2743080" y="3233081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2DB979D-E144-4F11-B466-31B14688F31B}"/>
                </a:ext>
              </a:extLst>
            </p:cNvPr>
            <p:cNvSpPr/>
            <p:nvPr/>
          </p:nvSpPr>
          <p:spPr>
            <a:xfrm>
              <a:off x="2560465" y="3429000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BC52B33-370C-4B32-A32C-A960B291D289}"/>
                </a:ext>
              </a:extLst>
            </p:cNvPr>
            <p:cNvSpPr/>
            <p:nvPr/>
          </p:nvSpPr>
          <p:spPr>
            <a:xfrm>
              <a:off x="2405468" y="3624919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988EA32-2DF1-47F1-828E-13A7965C9A5D}"/>
                </a:ext>
              </a:extLst>
            </p:cNvPr>
            <p:cNvSpPr/>
            <p:nvPr/>
          </p:nvSpPr>
          <p:spPr>
            <a:xfrm>
              <a:off x="2079931" y="3769813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F296A25-1D11-48F3-882E-A4B9F78DA054}"/>
              </a:ext>
            </a:extLst>
          </p:cNvPr>
          <p:cNvGrpSpPr/>
          <p:nvPr/>
        </p:nvGrpSpPr>
        <p:grpSpPr>
          <a:xfrm>
            <a:off x="4356752" y="1412776"/>
            <a:ext cx="4104456" cy="4739280"/>
            <a:chOff x="4356752" y="1412776"/>
            <a:chExt cx="4104456" cy="473928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1CF562A-EB80-4EC6-AB07-C0163BB8C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6752" y="1412776"/>
              <a:ext cx="4104456" cy="473928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6218168-3876-416A-9270-FC7F47F8A653}"/>
                </a:ext>
              </a:extLst>
            </p:cNvPr>
            <p:cNvSpPr/>
            <p:nvPr/>
          </p:nvSpPr>
          <p:spPr>
            <a:xfrm>
              <a:off x="6113123" y="1916832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1F4CF1-F3B8-459B-848C-697F6504287D}"/>
                </a:ext>
              </a:extLst>
            </p:cNvPr>
            <p:cNvSpPr/>
            <p:nvPr/>
          </p:nvSpPr>
          <p:spPr>
            <a:xfrm>
              <a:off x="7092280" y="2780928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D40A9E-5E8E-43E2-9649-D0E0496C23CA}"/>
                </a:ext>
              </a:extLst>
            </p:cNvPr>
            <p:cNvSpPr/>
            <p:nvPr/>
          </p:nvSpPr>
          <p:spPr>
            <a:xfrm>
              <a:off x="5940152" y="2082744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A142256-B04A-4244-B29A-00387AF9EC66}"/>
                </a:ext>
              </a:extLst>
            </p:cNvPr>
            <p:cNvSpPr/>
            <p:nvPr/>
          </p:nvSpPr>
          <p:spPr>
            <a:xfrm>
              <a:off x="5732512" y="2250444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1C3CFD7-11E2-4E61-A84E-54AD8E21EBE6}"/>
                </a:ext>
              </a:extLst>
            </p:cNvPr>
            <p:cNvSpPr/>
            <p:nvPr/>
          </p:nvSpPr>
          <p:spPr>
            <a:xfrm>
              <a:off x="5580112" y="2440847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UZ6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E7AEDF9-138C-420E-855B-E48A1CAAC8C5}"/>
                </a:ext>
              </a:extLst>
            </p:cNvPr>
            <p:cNvSpPr/>
            <p:nvPr/>
          </p:nvSpPr>
          <p:spPr>
            <a:xfrm>
              <a:off x="5219110" y="2604475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UZ8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55DAF52-B0B7-4E92-8F59-1021FBE4C789}"/>
                </a:ext>
              </a:extLst>
            </p:cNvPr>
            <p:cNvSpPr/>
            <p:nvPr/>
          </p:nvSpPr>
          <p:spPr>
            <a:xfrm>
              <a:off x="6884640" y="2945050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A4149C-07AB-4FF6-89B0-DF2C9584BCAE}"/>
                </a:ext>
              </a:extLst>
            </p:cNvPr>
            <p:cNvSpPr/>
            <p:nvPr/>
          </p:nvSpPr>
          <p:spPr>
            <a:xfrm>
              <a:off x="6677000" y="3125069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UZ5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15D9793-0AED-4D47-B9B6-AB85BCF463D6}"/>
                </a:ext>
              </a:extLst>
            </p:cNvPr>
            <p:cNvSpPr/>
            <p:nvPr/>
          </p:nvSpPr>
          <p:spPr>
            <a:xfrm>
              <a:off x="6462798" y="3290478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UZ7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CA93F82-2CB8-4AA2-BA51-8F651C7AB395}"/>
                </a:ext>
              </a:extLst>
            </p:cNvPr>
            <p:cNvSpPr/>
            <p:nvPr/>
          </p:nvSpPr>
          <p:spPr>
            <a:xfrm>
              <a:off x="6117914" y="3506502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UZ9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594124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48749</TotalTime>
  <Words>50</Words>
  <Application>Microsoft Office PowerPoint</Application>
  <PresentationFormat>화면 슬라이드 쇼(4:3)</PresentationFormat>
  <Paragraphs>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굴림</vt:lpstr>
      <vt:lpstr>맑은 고딕</vt:lpstr>
      <vt:lpstr>휴먼엑스포</vt:lpstr>
      <vt:lpstr>Arial</vt:lpstr>
      <vt:lpstr>디자인 사용자 지정</vt:lpstr>
      <vt:lpstr>PowerPoint 프레젠테이션</vt:lpstr>
      <vt:lpstr>* 등각도-FRONT</vt:lpstr>
      <vt:lpstr>* 등각도-FRONT</vt:lpstr>
      <vt:lpstr>* 등각도-FRONT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genie</dc:creator>
  <cp:lastModifiedBy>최승현</cp:lastModifiedBy>
  <cp:revision>6654</cp:revision>
  <cp:lastPrinted>2021-05-21T06:41:34Z</cp:lastPrinted>
  <dcterms:created xsi:type="dcterms:W3CDTF">2011-07-21T04:39:42Z</dcterms:created>
  <dcterms:modified xsi:type="dcterms:W3CDTF">2021-12-08T02:46:28Z</dcterms:modified>
</cp:coreProperties>
</file>