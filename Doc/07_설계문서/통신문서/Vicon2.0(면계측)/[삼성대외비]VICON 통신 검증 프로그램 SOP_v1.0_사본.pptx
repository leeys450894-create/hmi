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  <p:sldMasterId id="2147483682" r:id="rId2"/>
    <p:sldMasterId id="2147483689" r:id="rId3"/>
    <p:sldMasterId id="2147483699" r:id="rId4"/>
    <p:sldMasterId id="2147483717" r:id="rId5"/>
  </p:sldMasterIdLst>
  <p:notesMasterIdLst>
    <p:notesMasterId r:id="rId23"/>
  </p:notesMasterIdLst>
  <p:sldIdLst>
    <p:sldId id="269" r:id="rId6"/>
    <p:sldId id="779" r:id="rId7"/>
    <p:sldId id="780" r:id="rId8"/>
    <p:sldId id="781" r:id="rId9"/>
    <p:sldId id="782" r:id="rId10"/>
    <p:sldId id="783" r:id="rId11"/>
    <p:sldId id="784" r:id="rId12"/>
    <p:sldId id="785" r:id="rId13"/>
    <p:sldId id="786" r:id="rId14"/>
    <p:sldId id="787" r:id="rId15"/>
    <p:sldId id="788" r:id="rId16"/>
    <p:sldId id="789" r:id="rId17"/>
    <p:sldId id="792" r:id="rId18"/>
    <p:sldId id="790" r:id="rId19"/>
    <p:sldId id="791" r:id="rId20"/>
    <p:sldId id="793" r:id="rId21"/>
    <p:sldId id="794" r:id="rId2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3AB62AE-2EDA-4A77-B8FA-96DB5E536083}">
          <p14:sldIdLst>
            <p14:sldId id="269"/>
            <p14:sldId id="779"/>
            <p14:sldId id="780"/>
            <p14:sldId id="781"/>
            <p14:sldId id="782"/>
            <p14:sldId id="783"/>
            <p14:sldId id="784"/>
            <p14:sldId id="785"/>
            <p14:sldId id="786"/>
            <p14:sldId id="787"/>
            <p14:sldId id="788"/>
            <p14:sldId id="789"/>
            <p14:sldId id="792"/>
            <p14:sldId id="790"/>
            <p14:sldId id="791"/>
            <p14:sldId id="793"/>
            <p14:sldId id="794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사용자" initials="W사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03A4"/>
    <a:srgbClr val="0000FF"/>
    <a:srgbClr val="FFFF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9" autoAdjust="0"/>
    <p:restoredTop sz="95199" autoAdjust="0"/>
  </p:normalViewPr>
  <p:slideViewPr>
    <p:cSldViewPr snapToGrid="0">
      <p:cViewPr varScale="1">
        <p:scale>
          <a:sx n="115" d="100"/>
          <a:sy n="115" d="100"/>
        </p:scale>
        <p:origin x="-1218" y="-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AF9C6-2F7B-4BE7-91E6-20BB16956956}" type="datetimeFigureOut">
              <a:rPr lang="ko-KR" altLang="en-US" smtClean="0"/>
              <a:t>2021-11-17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E86E49-1454-451C-8A2F-5566D4F81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8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53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86E49-1454-451C-8A2F-5566D4F81E8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79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2950" y="1400969"/>
            <a:ext cx="8420100" cy="1201737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ko-KR" altLang="en-US" smtClean="0"/>
              <a:t>개발실 보고자료 양식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281362" y="2678113"/>
            <a:ext cx="3343276" cy="541337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smtClean="0"/>
              <a:t>- </a:t>
            </a:r>
            <a:r>
              <a:rPr lang="ko-KR" altLang="en-US" smtClean="0"/>
              <a:t>부제목 </a:t>
            </a:r>
            <a:r>
              <a:rPr lang="en-US" altLang="ko-KR" smtClean="0"/>
              <a:t>- </a:t>
            </a:r>
            <a:endParaRPr lang="en-US" dirty="0"/>
          </a:p>
        </p:txBody>
      </p:sp>
      <p:sp>
        <p:nvSpPr>
          <p:cNvPr id="28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2690750" y="4689005"/>
            <a:ext cx="4524503" cy="1044255"/>
          </a:xfrm>
        </p:spPr>
        <p:txBody>
          <a:bodyPr wrap="none">
            <a:noAutofit/>
          </a:bodyPr>
          <a:lstStyle>
            <a:lvl1pPr marL="0" indent="0" algn="ctr">
              <a:buNone/>
              <a:defRPr sz="2400" b="1" spc="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22039" indent="0">
              <a:buNone/>
              <a:defRPr sz="1108"/>
            </a:lvl2pPr>
            <a:lvl3pPr marL="844079" indent="0">
              <a:buNone/>
              <a:defRPr sz="923"/>
            </a:lvl3pPr>
            <a:lvl4pPr marL="1266117" indent="0">
              <a:buNone/>
              <a:defRPr sz="831"/>
            </a:lvl4pPr>
            <a:lvl5pPr marL="1688156" indent="0">
              <a:buNone/>
              <a:defRPr sz="831"/>
            </a:lvl5pPr>
            <a:lvl6pPr marL="2110195" indent="0">
              <a:buNone/>
              <a:defRPr sz="831"/>
            </a:lvl6pPr>
            <a:lvl7pPr marL="2532233" indent="0">
              <a:buNone/>
              <a:defRPr sz="831"/>
            </a:lvl7pPr>
            <a:lvl8pPr marL="2954272" indent="0">
              <a:buNone/>
              <a:defRPr sz="831"/>
            </a:lvl8pPr>
            <a:lvl9pPr marL="3376311" indent="0">
              <a:buNone/>
              <a:defRPr sz="831"/>
            </a:lvl9pPr>
          </a:lstStyle>
          <a:p>
            <a:pPr lvl="0"/>
            <a:r>
              <a:rPr lang="en-US" altLang="ko-KR" dirty="0" smtClean="0"/>
              <a:t>2020. 10. 19(</a:t>
            </a:r>
            <a:r>
              <a:rPr lang="ko-KR" altLang="en-US" dirty="0" smtClean="0"/>
              <a:t>月</a:t>
            </a:r>
            <a:r>
              <a:rPr lang="en-US" altLang="ko-KR" dirty="0" smtClean="0"/>
              <a:t>) </a:t>
            </a:r>
          </a:p>
          <a:p>
            <a:pPr lvl="0"/>
            <a:r>
              <a:rPr lang="en-US" altLang="ko-KR" dirty="0" smtClean="0"/>
              <a:t>OOOO</a:t>
            </a:r>
            <a:r>
              <a:rPr lang="ko-KR" altLang="en-US" dirty="0" smtClean="0"/>
              <a:t>팀</a:t>
            </a:r>
            <a:r>
              <a:rPr lang="en-US" altLang="ko-KR" dirty="0" smtClean="0"/>
              <a:t> (</a:t>
            </a:r>
            <a:r>
              <a:rPr lang="ko-KR" altLang="en-US" dirty="0" smtClean="0"/>
              <a:t>중소형</a:t>
            </a:r>
            <a:r>
              <a:rPr lang="en-US" altLang="ko-KR" dirty="0" smtClean="0"/>
              <a:t>)</a:t>
            </a:r>
            <a:endParaRPr lang="ko-KR" altLang="en-US" dirty="0" smtClean="0"/>
          </a:p>
        </p:txBody>
      </p:sp>
      <p:pic>
        <p:nvPicPr>
          <p:cNvPr id="29" name="그림 2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8" y="6525344"/>
            <a:ext cx="1156235" cy="21600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200" y="6597344"/>
            <a:ext cx="1541336" cy="144000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639223" y="116633"/>
            <a:ext cx="1471878" cy="205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440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38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Samsung Display Confidential</a:t>
            </a:r>
            <a:endParaRPr lang="ko-KR" altLang="en-US" sz="738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" name="그룹 31"/>
          <p:cNvGrpSpPr/>
          <p:nvPr userDrawn="1"/>
        </p:nvGrpSpPr>
        <p:grpSpPr>
          <a:xfrm>
            <a:off x="200472" y="169515"/>
            <a:ext cx="390000" cy="120000"/>
            <a:chOff x="252000" y="771750"/>
            <a:chExt cx="360000" cy="90000"/>
          </a:xfrm>
        </p:grpSpPr>
        <p:sp>
          <p:nvSpPr>
            <p:cNvPr id="33" name="직사각형 32"/>
            <p:cNvSpPr/>
            <p:nvPr userDrawn="1"/>
          </p:nvSpPr>
          <p:spPr>
            <a:xfrm>
              <a:off x="252000" y="771750"/>
              <a:ext cx="90000" cy="90000"/>
            </a:xfrm>
            <a:prstGeom prst="rect">
              <a:avLst/>
            </a:prstGeom>
            <a:solidFill>
              <a:srgbClr val="E48D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39"/>
            </a:p>
          </p:txBody>
        </p:sp>
        <p:sp>
          <p:nvSpPr>
            <p:cNvPr id="34" name="직사각형 33"/>
            <p:cNvSpPr/>
            <p:nvPr userDrawn="1"/>
          </p:nvSpPr>
          <p:spPr>
            <a:xfrm>
              <a:off x="387000" y="771750"/>
              <a:ext cx="90000" cy="90000"/>
            </a:xfrm>
            <a:prstGeom prst="rect">
              <a:avLst/>
            </a:prstGeom>
            <a:solidFill>
              <a:srgbClr val="A5DB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39"/>
            </a:p>
          </p:txBody>
        </p:sp>
        <p:sp>
          <p:nvSpPr>
            <p:cNvPr id="35" name="직사각형 34"/>
            <p:cNvSpPr/>
            <p:nvPr userDrawn="1"/>
          </p:nvSpPr>
          <p:spPr>
            <a:xfrm>
              <a:off x="522000" y="771750"/>
              <a:ext cx="90000" cy="90000"/>
            </a:xfrm>
            <a:prstGeom prst="rect">
              <a:avLst/>
            </a:prstGeom>
            <a:solidFill>
              <a:srgbClr val="89D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39"/>
            </a:p>
          </p:txBody>
        </p:sp>
      </p:grpSp>
    </p:spTree>
    <p:extLst>
      <p:ext uri="{BB962C8B-B14F-4D97-AF65-F5344CB8AC3E}">
        <p14:creationId xmlns:p14="http://schemas.microsoft.com/office/powerpoint/2010/main" val="23802052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D0C1-BFA3-46D4-92EE-D21ED70DEFD9}" type="datetimeFigureOut">
              <a:rPr lang="ko-KR" altLang="en-US" smtClean="0"/>
              <a:t>2021-11-17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EA73-4478-4E08-959F-DC1816467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4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D0C1-BFA3-46D4-92EE-D21ED70DEFD9}" type="datetimeFigureOut">
              <a:rPr lang="ko-KR" altLang="en-US" smtClean="0"/>
              <a:t>2021-11-17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EA73-4478-4E08-959F-DC1816467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37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D0C1-BFA3-46D4-92EE-D21ED70DEFD9}" type="datetimeFigureOut">
              <a:rPr lang="ko-KR" altLang="en-US" smtClean="0"/>
              <a:t>2021-11-17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EA73-4478-4E08-959F-DC1816467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540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D0C1-BFA3-46D4-92EE-D21ED70DEFD9}" type="datetimeFigureOut">
              <a:rPr lang="ko-KR" altLang="en-US" smtClean="0"/>
              <a:t>2021-11-17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EA73-4478-4E08-959F-DC1816467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807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D0C1-BFA3-46D4-92EE-D21ED70DEFD9}" type="datetimeFigureOut">
              <a:rPr lang="ko-KR" altLang="en-US" smtClean="0"/>
              <a:t>2021-11-17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EA73-4478-4E08-959F-DC1816467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492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325290" y="44624"/>
            <a:ext cx="9006455" cy="576064"/>
          </a:xfrm>
        </p:spPr>
        <p:txBody>
          <a:bodyPr lIns="0" tIns="0" rIns="0" bIns="0" anchor="ctr">
            <a:noAutofit/>
          </a:bodyPr>
          <a:lstStyle>
            <a:lvl1pPr algn="l">
              <a:defRPr sz="2400" b="1" spc="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8229367" y="44624"/>
            <a:ext cx="1637999" cy="2028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r" defTabSz="8440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46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Samsung</a:t>
            </a:r>
            <a:r>
              <a:rPr lang="en-US" altLang="ko-KR" sz="646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646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Display</a:t>
            </a:r>
            <a:r>
              <a:rPr lang="en-US" altLang="ko-KR" sz="646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646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Confidential</a:t>
            </a:r>
            <a:endParaRPr lang="ko-KR" altLang="en-US" sz="646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6751"/>
            <a:ext cx="9906000" cy="66675"/>
          </a:xfrm>
          <a:prstGeom prst="rect">
            <a:avLst/>
          </a:prstGeom>
        </p:spPr>
      </p:pic>
      <p:pic>
        <p:nvPicPr>
          <p:cNvPr id="8" name="Picture 7" descr="D:\Dropbox\바이너스 제작\20200302_삼성디스플레이_PPT템플릿 제작\03. DESIGN\Contents_Sample\보고용시안\Type A\Slice\00_cover_A\Samsung_Display_CI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83225" y="6633368"/>
            <a:ext cx="1193680" cy="1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65" y="6633368"/>
            <a:ext cx="709713" cy="108000"/>
          </a:xfrm>
          <a:prstGeom prst="rect">
            <a:avLst/>
          </a:prstGeom>
        </p:spPr>
      </p:pic>
      <p:sp>
        <p:nvSpPr>
          <p:cNvPr id="10" name="Text Box 8"/>
          <p:cNvSpPr txBox="1">
            <a:spLocks noChangeArrowheads="1"/>
          </p:cNvSpPr>
          <p:nvPr userDrawn="1"/>
        </p:nvSpPr>
        <p:spPr bwMode="auto">
          <a:xfrm>
            <a:off x="4543457" y="6634783"/>
            <a:ext cx="818869" cy="122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7477" bIns="7477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fld id="{C9659D7F-3743-4652-9846-3280FF823A84}" type="slidenum">
              <a:rPr kumimoji="1" lang="en-US" altLang="ko-KR" sz="692" b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kumimoji="1" lang="en-US" altLang="ko-KR" sz="692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692" b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endParaRPr kumimoji="1" lang="en-US" altLang="ko-KR" sz="692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644699" y="6582546"/>
            <a:ext cx="587020" cy="188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23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발표 </a:t>
            </a:r>
            <a:r>
              <a:rPr lang="en-US" altLang="ko-KR" sz="623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: PE</a:t>
            </a:r>
            <a:r>
              <a:rPr lang="ko-KR" altLang="en-US" sz="623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팀</a:t>
            </a:r>
            <a:endParaRPr lang="ko-KR" altLang="en-US" sz="623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20552" y="6582546"/>
            <a:ext cx="797013" cy="188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작성 </a:t>
            </a:r>
            <a:r>
              <a:rPr lang="en-US" altLang="ko-KR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:</a:t>
            </a:r>
            <a:r>
              <a:rPr lang="en-US" altLang="ko-KR" sz="623" baseline="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623" baseline="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화질검증</a:t>
            </a:r>
            <a:r>
              <a:rPr lang="en-US" altLang="ko-KR" sz="623" baseline="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G</a:t>
            </a:r>
            <a:endParaRPr lang="ko-KR" altLang="en-US" sz="623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8411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D0C1-BFA3-46D4-92EE-D21ED70DEFD9}" type="datetimeFigureOut">
              <a:rPr lang="ko-KR" altLang="en-US" smtClean="0"/>
              <a:t>2021-11-17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EA73-4478-4E08-959F-DC1816467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271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D0C1-BFA3-46D4-92EE-D21ED70DEFD9}" type="datetimeFigureOut">
              <a:rPr lang="ko-KR" altLang="en-US" smtClean="0"/>
              <a:t>2021-11-17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EA73-4478-4E08-959F-DC1816467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209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D0C1-BFA3-46D4-92EE-D21ED70DEFD9}" type="datetimeFigureOut">
              <a:rPr lang="ko-KR" altLang="en-US" smtClean="0"/>
              <a:t>2021-11-17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EA73-4478-4E08-959F-DC1816467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253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D0C1-BFA3-46D4-92EE-D21ED70DEFD9}" type="datetimeFigureOut">
              <a:rPr lang="ko-KR" altLang="en-US" smtClean="0"/>
              <a:t>2021-11-17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EA73-4478-4E08-959F-DC1816467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087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. 본문 (작성/발표 삭제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774141" y="22517"/>
            <a:ext cx="21322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SAMSUNG CONFIDENTIAL</a:t>
            </a:r>
            <a:endParaRPr kumimoji="1"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865736" y="652027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3C4AE3CC-00A7-494F-A798-6994CF65B65D}" type="slidenum">
              <a:rPr lang="ko-KR" altLang="en-US" sz="100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/>
              <a:t>‹#›</a:t>
            </a:fld>
            <a:r>
              <a:rPr lang="en-US" altLang="ko-KR" sz="10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/3</a:t>
            </a:r>
            <a:endParaRPr lang="ko-KR" altLang="en-US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Picture 2" descr="D:\Non_Documents\SDC\시그니처-웹용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678" y="6581092"/>
            <a:ext cx="187325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그룹 21"/>
          <p:cNvGrpSpPr>
            <a:grpSpLocks/>
          </p:cNvGrpSpPr>
          <p:nvPr userDrawn="1"/>
        </p:nvGrpSpPr>
        <p:grpSpPr bwMode="auto">
          <a:xfrm>
            <a:off x="7991479" y="6523562"/>
            <a:ext cx="1760538" cy="322262"/>
            <a:chOff x="6156173" y="5085214"/>
            <a:chExt cx="1759497" cy="321752"/>
          </a:xfrm>
        </p:grpSpPr>
        <p:pic>
          <p:nvPicPr>
            <p:cNvPr id="7" name="Picture 7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 b="12959"/>
            <a:stretch>
              <a:fillRect/>
            </a:stretch>
          </p:blipFill>
          <p:spPr bwMode="auto">
            <a:xfrm>
              <a:off x="6156173" y="5085214"/>
              <a:ext cx="1759497" cy="288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직사각형 7"/>
            <p:cNvSpPr/>
            <p:nvPr userDrawn="1"/>
          </p:nvSpPr>
          <p:spPr>
            <a:xfrm>
              <a:off x="6579785" y="5327717"/>
              <a:ext cx="788520" cy="79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2048359" y="6582544"/>
            <a:ext cx="121398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ko-KR" altLang="en-US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화질분석그룹 </a:t>
            </a:r>
            <a:endParaRPr lang="ko-KR" altLang="en-US" sz="9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6748712" y="6582544"/>
            <a:ext cx="121398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ko-KR" altLang="en-US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화질분석그룹 </a:t>
            </a:r>
            <a:endParaRPr lang="ko-KR" altLang="en-US" sz="9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193678" y="728700"/>
            <a:ext cx="9476602" cy="0"/>
            <a:chOff x="193647" y="764704"/>
            <a:chExt cx="9475084" cy="0"/>
          </a:xfrm>
        </p:grpSpPr>
        <p:sp>
          <p:nvSpPr>
            <p:cNvPr id="10" name="Line 4"/>
            <p:cNvSpPr>
              <a:spLocks noChangeShapeType="1"/>
            </p:cNvSpPr>
            <p:nvPr userDrawn="1"/>
          </p:nvSpPr>
          <p:spPr bwMode="auto">
            <a:xfrm flipV="1">
              <a:off x="193647" y="764704"/>
              <a:ext cx="330067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91398" tIns="45699" rIns="91398" bIns="45699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4500">
                <a:solidFill>
                  <a:srgbClr val="0000FF"/>
                </a:solidFill>
                <a:latin typeface="HY견고딕" pitchFamily="18" charset="-127"/>
              </a:endParaRPr>
            </a:p>
          </p:txBody>
        </p:sp>
        <p:sp>
          <p:nvSpPr>
            <p:cNvPr id="12" name="Line 4"/>
            <p:cNvSpPr>
              <a:spLocks noChangeShapeType="1"/>
            </p:cNvSpPr>
            <p:nvPr userDrawn="1"/>
          </p:nvSpPr>
          <p:spPr bwMode="auto">
            <a:xfrm>
              <a:off x="523715" y="764704"/>
              <a:ext cx="9145016" cy="0"/>
            </a:xfrm>
            <a:prstGeom prst="line">
              <a:avLst/>
            </a:prstGeom>
            <a:noFill/>
            <a:ln w="9525">
              <a:solidFill>
                <a:schemeClr val="tx2">
                  <a:lumMod val="75000"/>
                </a:schemeClr>
              </a:solidFill>
              <a:round/>
              <a:headEnd/>
              <a:tailEnd/>
            </a:ln>
          </p:spPr>
          <p:txBody>
            <a:bodyPr lIns="91398" tIns="45699" rIns="91398" bIns="45699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4500">
                <a:solidFill>
                  <a:srgbClr val="0000FF"/>
                </a:solidFill>
                <a:latin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28767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 userDrawn="1"/>
        </p:nvSpPr>
        <p:spPr bwMode="auto">
          <a:xfrm>
            <a:off x="26" y="620688"/>
            <a:ext cx="9906000" cy="0"/>
          </a:xfrm>
          <a:prstGeom prst="line">
            <a:avLst/>
          </a:prstGeom>
          <a:noFill/>
          <a:ln w="50800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 lIns="91398" tIns="45699" rIns="91398" bIns="45699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4500">
              <a:solidFill>
                <a:srgbClr val="0000FF"/>
              </a:solidFill>
              <a:latin typeface="HY견고딕" pitchFamily="18" charset="-127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2066679" y="6551766"/>
            <a:ext cx="3822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/>
              <a:t>작성 </a:t>
            </a:r>
            <a:r>
              <a:rPr lang="en-US" altLang="ko-KR" sz="1050" dirty="0" smtClean="0"/>
              <a:t>: </a:t>
            </a:r>
            <a:r>
              <a:rPr lang="ko-KR" altLang="en-US" sz="1050" dirty="0" err="1" smtClean="0"/>
              <a:t>검사개발팀</a:t>
            </a:r>
            <a:r>
              <a:rPr lang="ko-KR" altLang="en-US" sz="1050" dirty="0" smtClean="0"/>
              <a:t> 김규석</a:t>
            </a:r>
            <a:r>
              <a:rPr lang="en-US" altLang="ko-KR" sz="1050" dirty="0" smtClean="0"/>
              <a:t>/</a:t>
            </a:r>
            <a:r>
              <a:rPr lang="ko-KR" altLang="en-US" sz="1050" dirty="0" err="1" smtClean="0"/>
              <a:t>윤영남</a:t>
            </a:r>
            <a:endParaRPr lang="ko-KR" altLang="en-US" sz="1050" dirty="0"/>
          </a:p>
        </p:txBody>
      </p:sp>
      <p:sp>
        <p:nvSpPr>
          <p:cNvPr id="9" name="Text Box 8"/>
          <p:cNvSpPr txBox="1">
            <a:spLocks noChangeArrowheads="1"/>
          </p:cNvSpPr>
          <p:nvPr userDrawn="1"/>
        </p:nvSpPr>
        <p:spPr bwMode="auto">
          <a:xfrm>
            <a:off x="4448235" y="6597465"/>
            <a:ext cx="1007839" cy="175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10800" bIns="10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fld id="{C9659D7F-3743-4652-9846-3280FF823A84}" type="slidenum">
              <a:rPr kumimoji="1" lang="en-US" altLang="ko-KR" sz="10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kumimoji="1" lang="en-US" altLang="ko-KR" sz="10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/1</a:t>
            </a:r>
            <a:endParaRPr kumimoji="1" lang="en-US" altLang="ko-KR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9151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33339" y="980741"/>
            <a:ext cx="2487422" cy="417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13" b="0" spc="397" baseline="0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Contents</a:t>
            </a:r>
            <a:endParaRPr lang="ko-KR" altLang="en-US" sz="2113" b="0" spc="397" baseline="0" dirty="0">
              <a:ln w="3175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8" name="제목 6"/>
          <p:cNvSpPr>
            <a:spLocks noGrp="1"/>
          </p:cNvSpPr>
          <p:nvPr>
            <p:ph type="title"/>
          </p:nvPr>
        </p:nvSpPr>
        <p:spPr>
          <a:xfrm>
            <a:off x="233339" y="90616"/>
            <a:ext cx="8582620" cy="539738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algn="l">
              <a:defRPr sz="1950" b="1" i="0" spc="-67" baseline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5" name="내용 개체 틀 14"/>
          <p:cNvSpPr>
            <a:spLocks noGrp="1"/>
          </p:cNvSpPr>
          <p:nvPr>
            <p:ph sz="quarter" idx="10"/>
          </p:nvPr>
        </p:nvSpPr>
        <p:spPr>
          <a:xfrm>
            <a:off x="313573" y="689209"/>
            <a:ext cx="9247943" cy="5616575"/>
          </a:xfrm>
          <a:prstGeom prst="rect">
            <a:avLst/>
          </a:prstGeom>
        </p:spPr>
        <p:txBody>
          <a:bodyPr>
            <a:normAutofit/>
          </a:bodyPr>
          <a:lstStyle>
            <a:lvl1pPr marL="119473" indent="-119473">
              <a:buFont typeface="Wingdings" panose="05000000000000000000" pitchFamily="2" charset="2"/>
              <a:buChar char="§"/>
              <a:defRPr sz="1463">
                <a:latin typeface="+mn-ea"/>
                <a:ea typeface="+mn-ea"/>
              </a:defRPr>
            </a:lvl1pPr>
            <a:lvl2pPr marL="238946" indent="-119473">
              <a:buFont typeface="Arial" panose="020B0604020202020204" pitchFamily="34" charset="0"/>
              <a:buChar char="•"/>
              <a:defRPr sz="1300">
                <a:latin typeface="+mn-ea"/>
                <a:ea typeface="+mn-ea"/>
              </a:defRPr>
            </a:lvl2pPr>
            <a:lvl3pPr marL="358421" indent="-119473">
              <a:buFont typeface="Wingdings" panose="05000000000000000000" pitchFamily="2" charset="2"/>
              <a:buChar char="§"/>
              <a:defRPr sz="1138">
                <a:latin typeface="+mn-ea"/>
                <a:ea typeface="+mn-ea"/>
              </a:defRPr>
            </a:lvl3pPr>
            <a:lvl4pPr marL="471605" indent="-113185">
              <a:buFont typeface="Wingdings" panose="05000000000000000000" pitchFamily="2" charset="2"/>
              <a:buChar char="§"/>
              <a:defRPr sz="975">
                <a:latin typeface="+mn-ea"/>
                <a:ea typeface="+mn-ea"/>
              </a:defRPr>
            </a:lvl4pPr>
            <a:lvl5pPr marL="591078" indent="-119473">
              <a:buFont typeface="Wingdings" panose="05000000000000000000" pitchFamily="2" charset="2"/>
              <a:buChar char="§"/>
              <a:defRPr sz="975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-15550" y="6685922"/>
            <a:ext cx="1940468" cy="1938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ko-KR" sz="660" b="1" kern="1200" spc="67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ⓒ 2021-22</a:t>
            </a:r>
            <a:r>
              <a:rPr lang="en-US" altLang="ko-KR" sz="660" b="1" i="0" kern="1200" spc="67" dirty="0">
                <a:ln w="3175">
                  <a:noFill/>
                </a:ln>
                <a:solidFill>
                  <a:schemeClr val="bg1">
                    <a:lumMod val="65000"/>
                  </a:schemeClr>
                </a:solidFill>
                <a:latin typeface="+mn-lt"/>
                <a:ea typeface="맑은 고딕" panose="020B0503020000020004" pitchFamily="50" charset="-127"/>
                <a:cs typeface="+mn-cs"/>
              </a:rPr>
              <a:t>,</a:t>
            </a:r>
            <a:r>
              <a:rPr lang="en-US" altLang="ko-KR" sz="660" b="1" i="0" kern="1200" spc="67" baseline="0" dirty="0">
                <a:ln w="3175">
                  <a:noFill/>
                </a:ln>
                <a:solidFill>
                  <a:schemeClr val="bg1">
                    <a:lumMod val="65000"/>
                  </a:schemeClr>
                </a:solidFill>
                <a:latin typeface="+mn-lt"/>
                <a:ea typeface="맑은 고딕" panose="020B0503020000020004" pitchFamily="50" charset="-127"/>
                <a:cs typeface="+mn-cs"/>
              </a:rPr>
              <a:t> Flagship </a:t>
            </a:r>
            <a:r>
              <a:rPr lang="en-US" altLang="ko-KR" sz="660" b="1" i="0" kern="1200" spc="67" dirty="0">
                <a:ln w="3175">
                  <a:noFill/>
                </a:ln>
                <a:solidFill>
                  <a:schemeClr val="bg1">
                    <a:lumMod val="65000"/>
                  </a:schemeClr>
                </a:solidFill>
                <a:latin typeface="+mn-lt"/>
                <a:ea typeface="맑은 고딕" panose="020B0503020000020004" pitchFamily="50" charset="-127"/>
                <a:cs typeface="+mn-cs"/>
              </a:rPr>
              <a:t>R&amp;D Team.</a:t>
            </a:r>
            <a:r>
              <a:rPr lang="en-US" altLang="ko-KR" sz="660" b="1" i="0" kern="1200" spc="67" baseline="0" dirty="0">
                <a:ln w="3175">
                  <a:noFill/>
                </a:ln>
                <a:solidFill>
                  <a:schemeClr val="bg1">
                    <a:lumMod val="65000"/>
                  </a:schemeClr>
                </a:solidFill>
                <a:latin typeface="+mn-lt"/>
                <a:ea typeface="맑은 고딕" panose="020B0503020000020004" pitchFamily="50" charset="-127"/>
                <a:cs typeface="+mn-cs"/>
              </a:rPr>
              <a:t> Group.2</a:t>
            </a:r>
            <a:endParaRPr lang="ko-KR" altLang="en-US" sz="660" b="1" i="0" kern="1200" spc="67" dirty="0">
              <a:ln w="3175">
                <a:noFill/>
              </a:ln>
              <a:solidFill>
                <a:schemeClr val="bg1">
                  <a:lumMod val="65000"/>
                </a:schemeClr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849981" y="6685922"/>
            <a:ext cx="1444626" cy="1938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ko-KR" sz="660" b="1" i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+mj-lt"/>
                <a:cs typeface="Arial" panose="020B0604020202020204" pitchFamily="34" charset="0"/>
              </a:rPr>
              <a:t>Samsung Proprietary and Confidential</a:t>
            </a:r>
            <a:endParaRPr lang="ko-KR" altLang="en-US" sz="660" b="1" i="0" spc="133" dirty="0">
              <a:ln w="3175">
                <a:noFill/>
              </a:ln>
              <a:solidFill>
                <a:schemeClr val="bg1">
                  <a:lumMod val="65000"/>
                </a:schemeClr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12" name="슬라이드 번호 개체 틀 2"/>
          <p:cNvSpPr txBox="1">
            <a:spLocks/>
          </p:cNvSpPr>
          <p:nvPr/>
        </p:nvSpPr>
        <p:spPr>
          <a:xfrm>
            <a:off x="8839206" y="6694736"/>
            <a:ext cx="1066800" cy="233602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1CB6D96-E065-46D7-BFC0-473F3D5B23B3}" type="slidenum">
              <a:rPr lang="ko-KR" altLang="en-US" sz="660" b="0" smtClean="0">
                <a:solidFill>
                  <a:schemeClr val="tx1"/>
                </a:solidFill>
              </a:rPr>
              <a:pPr algn="r"/>
              <a:t>‹#›</a:t>
            </a:fld>
            <a:r>
              <a:rPr lang="ko-KR" altLang="en-US" sz="660" b="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921393" y="32012"/>
            <a:ext cx="971741" cy="223779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854" dirty="0">
                <a:solidFill>
                  <a:srgbClr val="FF0000"/>
                </a:solidFill>
              </a:rPr>
              <a:t>삼성전자 대외비</a:t>
            </a: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153945" y="630354"/>
            <a:ext cx="967843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831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5" y="0"/>
            <a:ext cx="9906000" cy="6858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39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Picture 7" descr="D:\Dropbox\바이너스 제작\20200302_삼성디스플레이_PPT템플릿 제작\03. DESIGN\Contents_Sample\보고용시안\Type A\Slice\00_cover_A\Samsung_Display_C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83230" y="6633368"/>
            <a:ext cx="1193680" cy="1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 userDrawn="1"/>
        </p:nvSpPr>
        <p:spPr>
          <a:xfrm>
            <a:off x="7894826" y="5297"/>
            <a:ext cx="20168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8440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Samsung</a:t>
            </a:r>
            <a:r>
              <a:rPr lang="en-US" altLang="ko-KR" sz="1000" b="1" baseline="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Display</a:t>
            </a:r>
            <a:r>
              <a:rPr lang="en-US" altLang="ko-KR" sz="1000" b="1" baseline="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Confidential</a:t>
            </a:r>
            <a:endParaRPr lang="ko-KR" altLang="en-US" sz="1000" b="1" dirty="0" smtClean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" name="그림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" y="636761"/>
            <a:ext cx="9906000" cy="66675"/>
          </a:xfrm>
          <a:prstGeom prst="rect">
            <a:avLst/>
          </a:prstGeom>
        </p:spPr>
      </p:pic>
      <p:grpSp>
        <p:nvGrpSpPr>
          <p:cNvPr id="11" name="그룹 21"/>
          <p:cNvGrpSpPr>
            <a:grpSpLocks/>
          </p:cNvGrpSpPr>
          <p:nvPr userDrawn="1"/>
        </p:nvGrpSpPr>
        <p:grpSpPr bwMode="auto">
          <a:xfrm>
            <a:off x="86286" y="6544525"/>
            <a:ext cx="1760538" cy="322262"/>
            <a:chOff x="6156173" y="5085214"/>
            <a:chExt cx="1759497" cy="321752"/>
          </a:xfrm>
        </p:grpSpPr>
        <p:pic>
          <p:nvPicPr>
            <p:cNvPr id="15" name="Picture 7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 b="12959"/>
            <a:stretch>
              <a:fillRect/>
            </a:stretch>
          </p:blipFill>
          <p:spPr bwMode="auto">
            <a:xfrm>
              <a:off x="6156173" y="5085214"/>
              <a:ext cx="1759497" cy="288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직사각형 18"/>
            <p:cNvSpPr/>
            <p:nvPr userDrawn="1"/>
          </p:nvSpPr>
          <p:spPr>
            <a:xfrm>
              <a:off x="6579785" y="5327717"/>
              <a:ext cx="788520" cy="79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084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 bwMode="auto">
          <a:xfrm>
            <a:off x="1973797" y="6600508"/>
            <a:ext cx="4176464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PE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 화질검증그룹</a:t>
            </a:r>
          </a:p>
        </p:txBody>
      </p:sp>
      <p:sp>
        <p:nvSpPr>
          <p:cNvPr id="10" name="TextBox 9"/>
          <p:cNvSpPr txBox="1"/>
          <p:nvPr userDrawn="1"/>
        </p:nvSpPr>
        <p:spPr bwMode="auto">
          <a:xfrm>
            <a:off x="6665718" y="6600518"/>
            <a:ext cx="169130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 </a:t>
            </a:r>
            <a:r>
              <a:rPr lang="en-US" altLang="ko-KR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PE</a:t>
            </a:r>
            <a:r>
              <a: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 화질검증그룹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4563393" y="6557789"/>
            <a:ext cx="13261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E83CB27-CAE6-4F37-ADFA-9A4FA94567E7}" type="slidenum">
              <a:rPr lang="ko-KR" altLang="en-US" sz="1000" b="0" smtClean="0">
                <a:solidFill>
                  <a:schemeClr val="tx1"/>
                </a:solidFill>
                <a:latin typeface="+mj-ea"/>
                <a:ea typeface="+mj-ea"/>
              </a:rPr>
              <a:pPr algn="ctr"/>
              <a:t>‹#›</a:t>
            </a:fld>
            <a:r>
              <a:rPr lang="ko-KR" altLang="en-US" sz="1000" b="0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b="0" dirty="0" smtClean="0">
                <a:solidFill>
                  <a:schemeClr val="tx1"/>
                </a:solidFill>
                <a:latin typeface="+mj-ea"/>
                <a:ea typeface="+mj-ea"/>
              </a:rPr>
              <a:t>/ 10</a:t>
            </a:r>
            <a:endParaRPr lang="ko-KR" altLang="en-US" sz="10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73395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3" name="제목 1"/>
          <p:cNvSpPr>
            <a:spLocks noGrp="1"/>
          </p:cNvSpPr>
          <p:nvPr>
            <p:ph type="title" hasCustomPrompt="1"/>
          </p:nvPr>
        </p:nvSpPr>
        <p:spPr>
          <a:xfrm>
            <a:off x="1366221" y="1916832"/>
            <a:ext cx="7173558" cy="991562"/>
          </a:xfrm>
        </p:spPr>
        <p:txBody>
          <a:bodyPr wrap="none">
            <a:noAutofit/>
          </a:bodyPr>
          <a:lstStyle>
            <a:lvl1pPr algn="ctr">
              <a:defRPr sz="4400" spc="-138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 smtClean="0"/>
              <a:t>개발실 보고자료 양식</a:t>
            </a:r>
            <a:endParaRPr lang="ko-KR" altLang="en-US" dirty="0"/>
          </a:p>
        </p:txBody>
      </p:sp>
      <p:sp>
        <p:nvSpPr>
          <p:cNvPr id="3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2690750" y="4689005"/>
            <a:ext cx="4524503" cy="1044255"/>
          </a:xfrm>
        </p:spPr>
        <p:txBody>
          <a:bodyPr wrap="none">
            <a:noAutofit/>
          </a:bodyPr>
          <a:lstStyle>
            <a:lvl1pPr marL="0" indent="0" algn="ctr">
              <a:buNone/>
              <a:defRPr sz="2400" b="1" spc="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22039" indent="0">
              <a:buNone/>
              <a:defRPr sz="1108"/>
            </a:lvl2pPr>
            <a:lvl3pPr marL="844079" indent="0">
              <a:buNone/>
              <a:defRPr sz="923"/>
            </a:lvl3pPr>
            <a:lvl4pPr marL="1266117" indent="0">
              <a:buNone/>
              <a:defRPr sz="831"/>
            </a:lvl4pPr>
            <a:lvl5pPr marL="1688156" indent="0">
              <a:buNone/>
              <a:defRPr sz="831"/>
            </a:lvl5pPr>
            <a:lvl6pPr marL="2110195" indent="0">
              <a:buNone/>
              <a:defRPr sz="831"/>
            </a:lvl6pPr>
            <a:lvl7pPr marL="2532233" indent="0">
              <a:buNone/>
              <a:defRPr sz="831"/>
            </a:lvl7pPr>
            <a:lvl8pPr marL="2954272" indent="0">
              <a:buNone/>
              <a:defRPr sz="831"/>
            </a:lvl8pPr>
            <a:lvl9pPr marL="3376311" indent="0">
              <a:buNone/>
              <a:defRPr sz="831"/>
            </a:lvl9pPr>
          </a:lstStyle>
          <a:p>
            <a:pPr lvl="0"/>
            <a:r>
              <a:rPr lang="en-US" altLang="ko-KR" dirty="0" smtClean="0"/>
              <a:t>2020. 10. 19(</a:t>
            </a:r>
            <a:r>
              <a:rPr lang="ko-KR" altLang="en-US" dirty="0" smtClean="0"/>
              <a:t>月</a:t>
            </a:r>
            <a:r>
              <a:rPr lang="en-US" altLang="ko-KR" dirty="0" smtClean="0"/>
              <a:t>) </a:t>
            </a:r>
          </a:p>
          <a:p>
            <a:pPr lvl="0"/>
            <a:r>
              <a:rPr lang="en-US" altLang="ko-KR" dirty="0" smtClean="0"/>
              <a:t>OOOO</a:t>
            </a:r>
            <a:r>
              <a:rPr lang="ko-KR" altLang="en-US" dirty="0" smtClean="0"/>
              <a:t>팀</a:t>
            </a:r>
            <a:r>
              <a:rPr lang="en-US" altLang="ko-KR" dirty="0" smtClean="0"/>
              <a:t> (</a:t>
            </a:r>
            <a:r>
              <a:rPr lang="ko-KR" altLang="en-US" dirty="0" smtClean="0"/>
              <a:t>중소형</a:t>
            </a:r>
            <a:r>
              <a:rPr lang="en-US" altLang="ko-KR" dirty="0" smtClean="0"/>
              <a:t>)</a:t>
            </a:r>
            <a:endParaRPr lang="ko-KR" altLang="en-US" dirty="0" smtClean="0"/>
          </a:p>
        </p:txBody>
      </p:sp>
      <p:sp>
        <p:nvSpPr>
          <p:cNvPr id="3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782422" y="2898991"/>
            <a:ext cx="4341158" cy="645820"/>
          </a:xfrm>
        </p:spPr>
        <p:txBody>
          <a:bodyPr wrap="none">
            <a:noAutofit/>
          </a:bodyPr>
          <a:lstStyle>
            <a:lvl1pPr marL="0" indent="0" algn="ctr">
              <a:buNone/>
              <a:defRPr sz="2400" b="1" i="0" spc="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22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- </a:t>
            </a:r>
            <a:r>
              <a:rPr lang="ko-KR" altLang="en-US" dirty="0" smtClean="0"/>
              <a:t>부제목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8" y="6525344"/>
            <a:ext cx="1156235" cy="21600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639223" y="116633"/>
            <a:ext cx="1471878" cy="205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440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38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Samsung Display Confidential</a:t>
            </a:r>
            <a:endParaRPr lang="ko-KR" altLang="en-US" sz="738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200472" y="169515"/>
            <a:ext cx="390000" cy="120000"/>
            <a:chOff x="252000" y="771750"/>
            <a:chExt cx="360000" cy="90000"/>
          </a:xfrm>
        </p:grpSpPr>
        <p:sp>
          <p:nvSpPr>
            <p:cNvPr id="5" name="직사각형 4"/>
            <p:cNvSpPr/>
            <p:nvPr userDrawn="1"/>
          </p:nvSpPr>
          <p:spPr>
            <a:xfrm>
              <a:off x="252000" y="771750"/>
              <a:ext cx="90000" cy="90000"/>
            </a:xfrm>
            <a:prstGeom prst="rect">
              <a:avLst/>
            </a:prstGeom>
            <a:solidFill>
              <a:srgbClr val="E48D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39"/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387000" y="771750"/>
              <a:ext cx="90000" cy="90000"/>
            </a:xfrm>
            <a:prstGeom prst="rect">
              <a:avLst/>
            </a:prstGeom>
            <a:solidFill>
              <a:srgbClr val="A5DB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39"/>
            </a:p>
          </p:txBody>
        </p:sp>
        <p:sp>
          <p:nvSpPr>
            <p:cNvPr id="13" name="직사각형 12"/>
            <p:cNvSpPr/>
            <p:nvPr userDrawn="1"/>
          </p:nvSpPr>
          <p:spPr>
            <a:xfrm>
              <a:off x="522000" y="771750"/>
              <a:ext cx="90000" cy="90000"/>
            </a:xfrm>
            <a:prstGeom prst="rect">
              <a:avLst/>
            </a:prstGeom>
            <a:solidFill>
              <a:srgbClr val="89D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39"/>
            </a:p>
          </p:txBody>
        </p:sp>
      </p:grp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200" y="6597344"/>
            <a:ext cx="1541336" cy="144000"/>
          </a:xfrm>
          <a:prstGeom prst="rect">
            <a:avLst/>
          </a:prstGeom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39"/>
          </a:p>
        </p:txBody>
      </p:sp>
    </p:spTree>
    <p:extLst>
      <p:ext uri="{BB962C8B-B14F-4D97-AF65-F5344CB8AC3E}">
        <p14:creationId xmlns:p14="http://schemas.microsoft.com/office/powerpoint/2010/main" val="220591552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orient="horz" pos="1620">
          <p15:clr>
            <a:srgbClr val="FBAE40"/>
          </p15:clr>
        </p15:guide>
        <p15:guide id="2" pos="3121">
          <p15:clr>
            <a:srgbClr val="FBAE40"/>
          </p15:clr>
        </p15:guide>
        <p15:guide id="3" orient="horz" pos="3151">
          <p15:clr>
            <a:srgbClr val="FBAE40"/>
          </p15:clr>
        </p15:guide>
        <p15:guide id="4" orient="horz" pos="89">
          <p15:clr>
            <a:srgbClr val="FBAE40"/>
          </p15:clr>
        </p15:guide>
        <p15:guide id="5" pos="80">
          <p15:clr>
            <a:srgbClr val="FBAE40"/>
          </p15:clr>
        </p15:guide>
        <p15:guide id="6" pos="6160">
          <p15:clr>
            <a:srgbClr val="FBAE40"/>
          </p15:clr>
        </p15:guide>
        <p15:guide id="7" pos="172">
          <p15:clr>
            <a:srgbClr val="FBAE40"/>
          </p15:clr>
        </p15:guide>
        <p15:guide id="8" pos="606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. 안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 userDrawn="1"/>
        </p:nvSpPr>
        <p:spPr>
          <a:xfrm>
            <a:off x="0" y="0"/>
            <a:ext cx="2846766" cy="6858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39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제목 1"/>
          <p:cNvSpPr>
            <a:spLocks noGrp="1"/>
          </p:cNvSpPr>
          <p:nvPr>
            <p:ph type="title" hasCustomPrompt="1"/>
          </p:nvPr>
        </p:nvSpPr>
        <p:spPr>
          <a:xfrm>
            <a:off x="390949" y="1868738"/>
            <a:ext cx="2455818" cy="2400267"/>
          </a:xfrm>
        </p:spPr>
        <p:txBody>
          <a:bodyPr wrap="none" anchor="t" anchorCtr="0">
            <a:noAutofit/>
          </a:bodyPr>
          <a:lstStyle>
            <a:lvl1pPr algn="l">
              <a:lnSpc>
                <a:spcPts val="3415"/>
              </a:lnSpc>
              <a:defRPr sz="3692" spc="-138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 smtClean="0"/>
              <a:t>Agenda</a:t>
            </a:r>
            <a:endParaRPr lang="ko-KR" altLang="en-US" dirty="0"/>
          </a:p>
        </p:txBody>
      </p:sp>
      <p:sp>
        <p:nvSpPr>
          <p:cNvPr id="15" name="텍스트 개체 틀 3"/>
          <p:cNvSpPr>
            <a:spLocks noGrp="1"/>
          </p:cNvSpPr>
          <p:nvPr>
            <p:ph type="body" sz="half" idx="13" hasCustomPrompt="1"/>
          </p:nvPr>
        </p:nvSpPr>
        <p:spPr>
          <a:xfrm>
            <a:off x="3241833" y="1835756"/>
            <a:ext cx="3973419" cy="39751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662" b="1" spc="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22039" indent="0">
              <a:buNone/>
              <a:defRPr sz="1108"/>
            </a:lvl2pPr>
            <a:lvl3pPr marL="844079" indent="0">
              <a:buNone/>
              <a:defRPr sz="923"/>
            </a:lvl3pPr>
            <a:lvl4pPr marL="1266117" indent="0">
              <a:buNone/>
              <a:defRPr sz="831"/>
            </a:lvl4pPr>
            <a:lvl5pPr marL="1688156" indent="0">
              <a:buNone/>
              <a:defRPr sz="831"/>
            </a:lvl5pPr>
            <a:lvl6pPr marL="2110195" indent="0">
              <a:buNone/>
              <a:defRPr sz="831"/>
            </a:lvl6pPr>
            <a:lvl7pPr marL="2532233" indent="0">
              <a:buNone/>
              <a:defRPr sz="831"/>
            </a:lvl7pPr>
            <a:lvl8pPr marL="2954272" indent="0">
              <a:buNone/>
              <a:defRPr sz="831"/>
            </a:lvl8pPr>
            <a:lvl9pPr marL="3376311" indent="0">
              <a:buNone/>
              <a:defRPr sz="831"/>
            </a:lvl9pPr>
          </a:lstStyle>
          <a:p>
            <a:pPr lvl="0"/>
            <a:r>
              <a:rPr lang="en-US" altLang="ko-KR" dirty="0" smtClean="0"/>
              <a:t>1. Chapter 1 Title</a:t>
            </a:r>
            <a:endParaRPr lang="ko-KR" altLang="en-US" dirty="0" smtClean="0"/>
          </a:p>
        </p:txBody>
      </p:sp>
      <p:sp>
        <p:nvSpPr>
          <p:cNvPr id="16" name="텍스트 개체 틀 3"/>
          <p:cNvSpPr>
            <a:spLocks noGrp="1"/>
          </p:cNvSpPr>
          <p:nvPr>
            <p:ph type="body" sz="half" idx="14" hasCustomPrompt="1"/>
          </p:nvPr>
        </p:nvSpPr>
        <p:spPr>
          <a:xfrm>
            <a:off x="3236810" y="2864929"/>
            <a:ext cx="3973419" cy="39751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662" b="1" spc="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22039" indent="0">
              <a:buNone/>
              <a:defRPr sz="1108"/>
            </a:lvl2pPr>
            <a:lvl3pPr marL="844079" indent="0">
              <a:buNone/>
              <a:defRPr sz="923"/>
            </a:lvl3pPr>
            <a:lvl4pPr marL="1266117" indent="0">
              <a:buNone/>
              <a:defRPr sz="831"/>
            </a:lvl4pPr>
            <a:lvl5pPr marL="1688156" indent="0">
              <a:buNone/>
              <a:defRPr sz="831"/>
            </a:lvl5pPr>
            <a:lvl6pPr marL="2110195" indent="0">
              <a:buNone/>
              <a:defRPr sz="831"/>
            </a:lvl6pPr>
            <a:lvl7pPr marL="2532233" indent="0">
              <a:buNone/>
              <a:defRPr sz="831"/>
            </a:lvl7pPr>
            <a:lvl8pPr marL="2954272" indent="0">
              <a:buNone/>
              <a:defRPr sz="831"/>
            </a:lvl8pPr>
            <a:lvl9pPr marL="3376311" indent="0">
              <a:buNone/>
              <a:defRPr sz="831"/>
            </a:lvl9pPr>
          </a:lstStyle>
          <a:p>
            <a:pPr lvl="0"/>
            <a:r>
              <a:rPr lang="en-US" altLang="ko-KR" dirty="0" smtClean="0"/>
              <a:t>2. Chapter 2 Title</a:t>
            </a:r>
            <a:endParaRPr lang="ko-KR" altLang="en-US" dirty="0" smtClean="0"/>
          </a:p>
        </p:txBody>
      </p:sp>
      <p:sp>
        <p:nvSpPr>
          <p:cNvPr id="17" name="텍스트 개체 틀 3"/>
          <p:cNvSpPr>
            <a:spLocks noGrp="1"/>
          </p:cNvSpPr>
          <p:nvPr>
            <p:ph type="body" sz="half" idx="15" hasCustomPrompt="1"/>
          </p:nvPr>
        </p:nvSpPr>
        <p:spPr>
          <a:xfrm>
            <a:off x="3241833" y="3927349"/>
            <a:ext cx="3973419" cy="39751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662" b="1" spc="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22039" indent="0">
              <a:buNone/>
              <a:defRPr sz="1108"/>
            </a:lvl2pPr>
            <a:lvl3pPr marL="844079" indent="0">
              <a:buNone/>
              <a:defRPr sz="923"/>
            </a:lvl3pPr>
            <a:lvl4pPr marL="1266117" indent="0">
              <a:buNone/>
              <a:defRPr sz="831"/>
            </a:lvl4pPr>
            <a:lvl5pPr marL="1688156" indent="0">
              <a:buNone/>
              <a:defRPr sz="831"/>
            </a:lvl5pPr>
            <a:lvl6pPr marL="2110195" indent="0">
              <a:buNone/>
              <a:defRPr sz="831"/>
            </a:lvl6pPr>
            <a:lvl7pPr marL="2532233" indent="0">
              <a:buNone/>
              <a:defRPr sz="831"/>
            </a:lvl7pPr>
            <a:lvl8pPr marL="2954272" indent="0">
              <a:buNone/>
              <a:defRPr sz="831"/>
            </a:lvl8pPr>
            <a:lvl9pPr marL="3376311" indent="0">
              <a:buNone/>
              <a:defRPr sz="831"/>
            </a:lvl9pPr>
          </a:lstStyle>
          <a:p>
            <a:pPr lvl="0"/>
            <a:r>
              <a:rPr lang="en-US" altLang="ko-KR" dirty="0" smtClean="0"/>
              <a:t>3. Chapter 3 Title</a:t>
            </a:r>
            <a:endParaRPr lang="ko-KR" altLang="en-US" dirty="0" smtClean="0"/>
          </a:p>
        </p:txBody>
      </p:sp>
      <p:sp>
        <p:nvSpPr>
          <p:cNvPr id="25" name="직사각형 24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39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639223" y="116633"/>
            <a:ext cx="1471878" cy="205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440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38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Samsung Display Confidential</a:t>
            </a:r>
            <a:endParaRPr lang="ko-KR" altLang="en-US" sz="738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" name="그룹 31"/>
          <p:cNvGrpSpPr/>
          <p:nvPr userDrawn="1"/>
        </p:nvGrpSpPr>
        <p:grpSpPr>
          <a:xfrm>
            <a:off x="200472" y="169515"/>
            <a:ext cx="390000" cy="120000"/>
            <a:chOff x="252000" y="771750"/>
            <a:chExt cx="360000" cy="90000"/>
          </a:xfrm>
        </p:grpSpPr>
        <p:sp>
          <p:nvSpPr>
            <p:cNvPr id="33" name="직사각형 32"/>
            <p:cNvSpPr/>
            <p:nvPr userDrawn="1"/>
          </p:nvSpPr>
          <p:spPr>
            <a:xfrm>
              <a:off x="252000" y="771750"/>
              <a:ext cx="90000" cy="90000"/>
            </a:xfrm>
            <a:prstGeom prst="rect">
              <a:avLst/>
            </a:prstGeom>
            <a:solidFill>
              <a:srgbClr val="E48D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39"/>
            </a:p>
          </p:txBody>
        </p:sp>
        <p:sp>
          <p:nvSpPr>
            <p:cNvPr id="34" name="직사각형 33"/>
            <p:cNvSpPr/>
            <p:nvPr userDrawn="1"/>
          </p:nvSpPr>
          <p:spPr>
            <a:xfrm>
              <a:off x="387000" y="771750"/>
              <a:ext cx="90000" cy="90000"/>
            </a:xfrm>
            <a:prstGeom prst="rect">
              <a:avLst/>
            </a:prstGeom>
            <a:solidFill>
              <a:srgbClr val="A5DB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39"/>
            </a:p>
          </p:txBody>
        </p:sp>
        <p:sp>
          <p:nvSpPr>
            <p:cNvPr id="35" name="직사각형 34"/>
            <p:cNvSpPr/>
            <p:nvPr userDrawn="1"/>
          </p:nvSpPr>
          <p:spPr>
            <a:xfrm>
              <a:off x="522000" y="771750"/>
              <a:ext cx="90000" cy="90000"/>
            </a:xfrm>
            <a:prstGeom prst="rect">
              <a:avLst/>
            </a:prstGeom>
            <a:solidFill>
              <a:srgbClr val="89D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39"/>
            </a:p>
          </p:txBody>
        </p:sp>
      </p:grpSp>
      <p:pic>
        <p:nvPicPr>
          <p:cNvPr id="21" name="그림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8" y="6525344"/>
            <a:ext cx="1156235" cy="2160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200" y="6597344"/>
            <a:ext cx="1541336" cy="144000"/>
          </a:xfrm>
          <a:prstGeom prst="rect">
            <a:avLst/>
          </a:prstGeom>
        </p:spPr>
      </p:pic>
      <p:sp>
        <p:nvSpPr>
          <p:cNvPr id="18" name="텍스트 개체 틀 3"/>
          <p:cNvSpPr>
            <a:spLocks noGrp="1"/>
          </p:cNvSpPr>
          <p:nvPr>
            <p:ph type="body" sz="half" idx="16" hasCustomPrompt="1"/>
          </p:nvPr>
        </p:nvSpPr>
        <p:spPr>
          <a:xfrm>
            <a:off x="7220275" y="1835756"/>
            <a:ext cx="2028225" cy="39751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662" b="1" spc="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22039" indent="0">
              <a:buNone/>
              <a:defRPr sz="1108"/>
            </a:lvl2pPr>
            <a:lvl3pPr marL="844079" indent="0">
              <a:buNone/>
              <a:defRPr sz="923"/>
            </a:lvl3pPr>
            <a:lvl4pPr marL="1266117" indent="0">
              <a:buNone/>
              <a:defRPr sz="831"/>
            </a:lvl4pPr>
            <a:lvl5pPr marL="1688156" indent="0">
              <a:buNone/>
              <a:defRPr sz="831"/>
            </a:lvl5pPr>
            <a:lvl6pPr marL="2110195" indent="0">
              <a:buNone/>
              <a:defRPr sz="831"/>
            </a:lvl6pPr>
            <a:lvl7pPr marL="2532233" indent="0">
              <a:buNone/>
              <a:defRPr sz="831"/>
            </a:lvl7pPr>
            <a:lvl8pPr marL="2954272" indent="0">
              <a:buNone/>
              <a:defRPr sz="831"/>
            </a:lvl8pPr>
            <a:lvl9pPr marL="3376311" indent="0">
              <a:buNone/>
              <a:defRPr sz="831"/>
            </a:lvl9pPr>
          </a:lstStyle>
          <a:p>
            <a:pPr lvl="0"/>
            <a:r>
              <a:rPr lang="en-US" altLang="ko-KR" dirty="0" smtClean="0"/>
              <a:t>……  </a:t>
            </a:r>
            <a:r>
              <a:rPr lang="ko-KR" altLang="en-US" dirty="0" smtClean="0"/>
              <a:t>홍길동 상무</a:t>
            </a:r>
          </a:p>
        </p:txBody>
      </p:sp>
      <p:sp>
        <p:nvSpPr>
          <p:cNvPr id="19" name="텍스트 개체 틀 3"/>
          <p:cNvSpPr>
            <a:spLocks noGrp="1"/>
          </p:cNvSpPr>
          <p:nvPr>
            <p:ph type="body" sz="half" idx="17" hasCustomPrompt="1"/>
          </p:nvPr>
        </p:nvSpPr>
        <p:spPr>
          <a:xfrm>
            <a:off x="7215252" y="2864929"/>
            <a:ext cx="2028225" cy="39751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662" b="1" spc="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22039" indent="0">
              <a:buNone/>
              <a:defRPr sz="1108"/>
            </a:lvl2pPr>
            <a:lvl3pPr marL="844079" indent="0">
              <a:buNone/>
              <a:defRPr sz="923"/>
            </a:lvl3pPr>
            <a:lvl4pPr marL="1266117" indent="0">
              <a:buNone/>
              <a:defRPr sz="831"/>
            </a:lvl4pPr>
            <a:lvl5pPr marL="1688156" indent="0">
              <a:buNone/>
              <a:defRPr sz="831"/>
            </a:lvl5pPr>
            <a:lvl6pPr marL="2110195" indent="0">
              <a:buNone/>
              <a:defRPr sz="831"/>
            </a:lvl6pPr>
            <a:lvl7pPr marL="2532233" indent="0">
              <a:buNone/>
              <a:defRPr sz="831"/>
            </a:lvl7pPr>
            <a:lvl8pPr marL="2954272" indent="0">
              <a:buNone/>
              <a:defRPr sz="831"/>
            </a:lvl8pPr>
            <a:lvl9pPr marL="3376311" indent="0">
              <a:buNone/>
              <a:defRPr sz="831"/>
            </a:lvl9pPr>
          </a:lstStyle>
          <a:p>
            <a:pPr lvl="0"/>
            <a:r>
              <a:rPr lang="en-US" altLang="ko-KR" dirty="0" smtClean="0"/>
              <a:t>……  </a:t>
            </a:r>
            <a:r>
              <a:rPr lang="ko-KR" altLang="en-US" dirty="0" smtClean="0"/>
              <a:t>홍길동 상무</a:t>
            </a:r>
          </a:p>
        </p:txBody>
      </p:sp>
      <p:sp>
        <p:nvSpPr>
          <p:cNvPr id="20" name="텍스트 개체 틀 3"/>
          <p:cNvSpPr>
            <a:spLocks noGrp="1"/>
          </p:cNvSpPr>
          <p:nvPr>
            <p:ph type="body" sz="half" idx="18" hasCustomPrompt="1"/>
          </p:nvPr>
        </p:nvSpPr>
        <p:spPr>
          <a:xfrm>
            <a:off x="7220275" y="3927349"/>
            <a:ext cx="2028225" cy="39751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662" b="1" spc="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22039" indent="0">
              <a:buNone/>
              <a:defRPr sz="1108"/>
            </a:lvl2pPr>
            <a:lvl3pPr marL="844079" indent="0">
              <a:buNone/>
              <a:defRPr sz="923"/>
            </a:lvl3pPr>
            <a:lvl4pPr marL="1266117" indent="0">
              <a:buNone/>
              <a:defRPr sz="831"/>
            </a:lvl4pPr>
            <a:lvl5pPr marL="1688156" indent="0">
              <a:buNone/>
              <a:defRPr sz="831"/>
            </a:lvl5pPr>
            <a:lvl6pPr marL="2110195" indent="0">
              <a:buNone/>
              <a:defRPr sz="831"/>
            </a:lvl6pPr>
            <a:lvl7pPr marL="2532233" indent="0">
              <a:buNone/>
              <a:defRPr sz="831"/>
            </a:lvl7pPr>
            <a:lvl8pPr marL="2954272" indent="0">
              <a:buNone/>
              <a:defRPr sz="831"/>
            </a:lvl8pPr>
            <a:lvl9pPr marL="3376311" indent="0">
              <a:buNone/>
              <a:defRPr sz="831"/>
            </a:lvl9pPr>
          </a:lstStyle>
          <a:p>
            <a:pPr lvl="0"/>
            <a:r>
              <a:rPr lang="en-US" altLang="ko-KR" dirty="0" smtClean="0"/>
              <a:t>……  </a:t>
            </a:r>
            <a:r>
              <a:rPr lang="ko-KR" altLang="en-US" dirty="0" smtClean="0"/>
              <a:t>홍길동 상무</a:t>
            </a:r>
          </a:p>
        </p:txBody>
      </p:sp>
    </p:spTree>
    <p:extLst>
      <p:ext uri="{BB962C8B-B14F-4D97-AF65-F5344CB8AC3E}">
        <p14:creationId xmlns:p14="http://schemas.microsoft.com/office/powerpoint/2010/main" val="239385783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orient="horz" pos="4247">
          <p15:clr>
            <a:srgbClr val="FBAE40"/>
          </p15:clr>
        </p15:guide>
        <p15:guide id="2" pos="33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39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8229367" y="44624"/>
            <a:ext cx="1637999" cy="2028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r" defTabSz="8440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46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Samsung</a:t>
            </a:r>
            <a:r>
              <a:rPr lang="en-US" altLang="ko-KR" sz="646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646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Display</a:t>
            </a:r>
            <a:r>
              <a:rPr lang="en-US" altLang="ko-KR" sz="646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646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Confidential</a:t>
            </a:r>
            <a:endParaRPr lang="ko-KR" altLang="en-US" sz="646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" name="Picture 7" descr="D:\Dropbox\바이너스 제작\20200302_삼성디스플레이_PPT템플릿 제작\03. DESIGN\Contents_Sample\보고용시안\Type A\Slice\00_cover_A\Samsung_Display_C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83225" y="6633368"/>
            <a:ext cx="1193680" cy="1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그림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65" y="6633368"/>
            <a:ext cx="709713" cy="108000"/>
          </a:xfrm>
          <a:prstGeom prst="rect">
            <a:avLst/>
          </a:prstGeom>
        </p:spPr>
      </p:pic>
      <p:sp>
        <p:nvSpPr>
          <p:cNvPr id="19" name="제목 1"/>
          <p:cNvSpPr>
            <a:spLocks noGrp="1"/>
          </p:cNvSpPr>
          <p:nvPr>
            <p:ph type="title" hasCustomPrompt="1"/>
          </p:nvPr>
        </p:nvSpPr>
        <p:spPr>
          <a:xfrm>
            <a:off x="325290" y="44624"/>
            <a:ext cx="9006455" cy="576064"/>
          </a:xfrm>
        </p:spPr>
        <p:txBody>
          <a:bodyPr lIns="0" tIns="0" rIns="0" bIns="0" anchor="ctr">
            <a:noAutofit/>
          </a:bodyPr>
          <a:lstStyle>
            <a:lvl1pPr algn="l">
              <a:defRPr sz="2400" spc="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Page Title</a:t>
            </a:r>
            <a:endParaRPr lang="ko-KR" altLang="en-US" dirty="0"/>
          </a:p>
        </p:txBody>
      </p:sp>
      <p:pic>
        <p:nvPicPr>
          <p:cNvPr id="21" name="그림 20"/>
          <p:cNvPicPr>
            <a:picLocks noChangeAspect="1"/>
          </p:cNvPicPr>
          <p:nvPr userDrawn="1"/>
        </p:nvPicPr>
        <p:blipFill>
          <a:blip r:embed="rId4">
            <a:extLst/>
          </a:blip>
          <a:stretch>
            <a:fillRect/>
          </a:stretch>
        </p:blipFill>
        <p:spPr>
          <a:xfrm>
            <a:off x="0" y="636751"/>
            <a:ext cx="9906000" cy="66675"/>
          </a:xfrm>
          <a:prstGeom prst="rect">
            <a:avLst/>
          </a:prstGeom>
        </p:spPr>
      </p:pic>
      <p:sp>
        <p:nvSpPr>
          <p:cNvPr id="11" name="Text Box 8"/>
          <p:cNvSpPr txBox="1">
            <a:spLocks noChangeArrowheads="1"/>
          </p:cNvSpPr>
          <p:nvPr userDrawn="1"/>
        </p:nvSpPr>
        <p:spPr bwMode="auto">
          <a:xfrm>
            <a:off x="4543457" y="6634783"/>
            <a:ext cx="818869" cy="122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7477" bIns="7477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fld id="{C9659D7F-3743-4652-9846-3280FF823A84}" type="slidenum">
              <a:rPr kumimoji="1" lang="en-US" altLang="ko-KR" sz="692" b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692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6644699" y="6582546"/>
            <a:ext cx="1750800" cy="188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발표 </a:t>
            </a:r>
            <a:r>
              <a:rPr lang="en-US" altLang="ko-KR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중소형개발실 홍길동 상무 </a:t>
            </a:r>
            <a:r>
              <a:rPr lang="en-US" altLang="ko-KR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(’20.11.25)</a:t>
            </a:r>
            <a:endParaRPr lang="ko-KR" altLang="en-US" sz="623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920552" y="6582546"/>
            <a:ext cx="1359668" cy="188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작성 </a:t>
            </a:r>
            <a:r>
              <a:rPr lang="en-US" altLang="ko-KR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중소형개발실</a:t>
            </a:r>
            <a:r>
              <a:rPr lang="en-US" altLang="ko-KR" sz="623" baseline="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623" baseline="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홍길동 프로</a:t>
            </a:r>
            <a:endParaRPr lang="ko-KR" altLang="en-US" sz="623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6605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39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8229367" y="44624"/>
            <a:ext cx="1637999" cy="2028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r" defTabSz="8440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46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Samsung</a:t>
            </a:r>
            <a:r>
              <a:rPr lang="en-US" altLang="ko-KR" sz="646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646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Display</a:t>
            </a:r>
            <a:r>
              <a:rPr lang="en-US" altLang="ko-KR" sz="646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646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Confidential</a:t>
            </a:r>
            <a:endParaRPr lang="ko-KR" altLang="en-US" sz="646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" name="Picture 7" descr="D:\Dropbox\바이너스 제작\20200302_삼성디스플레이_PPT템플릿 제작\03. DESIGN\Contents_Sample\보고용시안\Type A\Slice\00_cover_A\Samsung_Display_C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83225" y="6633368"/>
            <a:ext cx="1193680" cy="1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그림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65" y="6633368"/>
            <a:ext cx="709713" cy="108000"/>
          </a:xfrm>
          <a:prstGeom prst="rect">
            <a:avLst/>
          </a:prstGeom>
        </p:spPr>
      </p:pic>
      <p:sp>
        <p:nvSpPr>
          <p:cNvPr id="19" name="제목 1"/>
          <p:cNvSpPr>
            <a:spLocks noGrp="1"/>
          </p:cNvSpPr>
          <p:nvPr>
            <p:ph type="title" hasCustomPrompt="1"/>
          </p:nvPr>
        </p:nvSpPr>
        <p:spPr>
          <a:xfrm>
            <a:off x="325290" y="44624"/>
            <a:ext cx="9006455" cy="576064"/>
          </a:xfrm>
        </p:spPr>
        <p:txBody>
          <a:bodyPr lIns="0" tIns="0" rIns="0" bIns="0" anchor="ctr">
            <a:noAutofit/>
          </a:bodyPr>
          <a:lstStyle>
            <a:lvl1pPr algn="l">
              <a:defRPr sz="2400" spc="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Page Title</a:t>
            </a:r>
            <a:endParaRPr lang="ko-KR" altLang="en-US" dirty="0"/>
          </a:p>
        </p:txBody>
      </p:sp>
      <p:pic>
        <p:nvPicPr>
          <p:cNvPr id="21" name="그림 2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36751"/>
            <a:ext cx="9906000" cy="66675"/>
          </a:xfrm>
          <a:prstGeom prst="rect">
            <a:avLst/>
          </a:prstGeom>
        </p:spPr>
      </p:pic>
      <p:sp>
        <p:nvSpPr>
          <p:cNvPr id="11" name="Text Box 8"/>
          <p:cNvSpPr txBox="1">
            <a:spLocks noChangeArrowheads="1"/>
          </p:cNvSpPr>
          <p:nvPr userDrawn="1"/>
        </p:nvSpPr>
        <p:spPr bwMode="auto">
          <a:xfrm>
            <a:off x="4543457" y="6634783"/>
            <a:ext cx="818869" cy="122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7477" bIns="7477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fld id="{C9659D7F-3743-4652-9846-3280FF823A84}" type="slidenum">
              <a:rPr kumimoji="1" lang="en-US" altLang="ko-KR" sz="692" b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692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6644699" y="6582546"/>
            <a:ext cx="1670650" cy="188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발표 </a:t>
            </a:r>
            <a:r>
              <a:rPr lang="en-US" altLang="ko-KR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구동개발팀 박상희 프로 </a:t>
            </a:r>
            <a:r>
              <a:rPr lang="en-US" altLang="ko-KR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(’21.01.27)</a:t>
            </a:r>
            <a:endParaRPr lang="ko-KR" altLang="en-US" sz="623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920552" y="6582546"/>
            <a:ext cx="1279517" cy="188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작성 </a:t>
            </a:r>
            <a:r>
              <a:rPr lang="en-US" altLang="ko-KR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623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구동개발팀 박상희 프로</a:t>
            </a:r>
            <a:endParaRPr lang="ko-KR" altLang="en-US" sz="623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99930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/>
          <p:cNvSpPr>
            <a:spLocks noChangeArrowheads="1"/>
          </p:cNvSpPr>
          <p:nvPr userDrawn="1"/>
        </p:nvSpPr>
        <p:spPr bwMode="auto">
          <a:xfrm>
            <a:off x="8418392" y="93986"/>
            <a:ext cx="103073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b="1" kern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SAMSUNG SECRET</a:t>
            </a:r>
            <a:endParaRPr lang="ko-KR" altLang="en-US" sz="900" b="1" kern="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Picture 2" descr="D:\Non_Documents\SDC\시그니처-웹용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163" y="6581092"/>
            <a:ext cx="2029354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그룹 21"/>
          <p:cNvGrpSpPr>
            <a:grpSpLocks/>
          </p:cNvGrpSpPr>
          <p:nvPr userDrawn="1"/>
        </p:nvGrpSpPr>
        <p:grpSpPr bwMode="auto">
          <a:xfrm>
            <a:off x="7942295" y="6523562"/>
            <a:ext cx="1907251" cy="322262"/>
            <a:chOff x="6156173" y="5085214"/>
            <a:chExt cx="1759497" cy="321752"/>
          </a:xfrm>
        </p:grpSpPr>
        <p:pic>
          <p:nvPicPr>
            <p:cNvPr id="5" name="Picture 7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 b="12959"/>
            <a:stretch>
              <a:fillRect/>
            </a:stretch>
          </p:blipFill>
          <p:spPr bwMode="auto">
            <a:xfrm>
              <a:off x="6156173" y="5085214"/>
              <a:ext cx="1759497" cy="288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직사각형 5"/>
            <p:cNvSpPr/>
            <p:nvPr userDrawn="1"/>
          </p:nvSpPr>
          <p:spPr>
            <a:xfrm>
              <a:off x="6579785" y="5327717"/>
              <a:ext cx="788520" cy="79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75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28567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9706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8113" y="103188"/>
            <a:ext cx="8915400" cy="633412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49238" y="981075"/>
            <a:ext cx="8915400" cy="4206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6077538" y="6571533"/>
            <a:ext cx="1899879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발표 </a:t>
            </a:r>
            <a:r>
              <a:rPr lang="en-US" altLang="ko-KR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개발실</a:t>
            </a:r>
            <a:r>
              <a:rPr lang="en-US" altLang="ko-KR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중소형</a:t>
            </a:r>
            <a:r>
              <a:rPr lang="en-US" altLang="ko-KR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안유리</a:t>
            </a:r>
            <a:r>
              <a:rPr lang="en-US" altLang="ko-KR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프로</a:t>
            </a:r>
            <a:r>
              <a:rPr lang="en-US" altLang="ko-KR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(‘21.06.30)</a:t>
            </a:r>
            <a:endParaRPr lang="ko-KR" altLang="en-US" sz="675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 userDrawn="1"/>
        </p:nvSpPr>
        <p:spPr bwMode="auto">
          <a:xfrm>
            <a:off x="4448946" y="6619316"/>
            <a:ext cx="1007999" cy="13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8100" bIns="81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fld id="{C9659D7F-3743-4652-9846-3280FF823A84}" type="slidenum">
              <a:rPr kumimoji="1" lang="en-US" altLang="ko-KR" sz="75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kumimoji="1" lang="en-US" altLang="ko-KR" sz="75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/XX</a:t>
            </a:r>
            <a:endParaRPr kumimoji="1" lang="en-US" altLang="ko-KR" sz="75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2599750" y="6571533"/>
            <a:ext cx="1899879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작성 </a:t>
            </a:r>
            <a:r>
              <a:rPr lang="en-US" altLang="ko-KR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개발실</a:t>
            </a:r>
            <a:r>
              <a:rPr lang="en-US" altLang="ko-KR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중소형</a:t>
            </a:r>
            <a:r>
              <a:rPr lang="en-US" altLang="ko-KR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안유리</a:t>
            </a:r>
            <a:r>
              <a:rPr lang="en-US" altLang="ko-KR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프로</a:t>
            </a:r>
            <a:r>
              <a:rPr lang="en-US" altLang="ko-KR" sz="675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(‘21.06.02)</a:t>
            </a:r>
            <a:endParaRPr lang="ko-KR" altLang="en-US" sz="675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8608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007A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000" y="6456296"/>
            <a:ext cx="1386840" cy="256032"/>
          </a:xfrm>
          <a:prstGeom prst="rect">
            <a:avLst/>
          </a:prstGeom>
        </p:spPr>
      </p:pic>
      <p:sp>
        <p:nvSpPr>
          <p:cNvPr id="33" name="제목 1"/>
          <p:cNvSpPr>
            <a:spLocks noGrp="1"/>
          </p:cNvSpPr>
          <p:nvPr>
            <p:ph type="title" hasCustomPrompt="1"/>
          </p:nvPr>
        </p:nvSpPr>
        <p:spPr>
          <a:xfrm>
            <a:off x="1366222" y="2169001"/>
            <a:ext cx="7173558" cy="901420"/>
          </a:xfrm>
        </p:spPr>
        <p:txBody>
          <a:bodyPr wrap="none">
            <a:noAutofit/>
          </a:bodyPr>
          <a:lstStyle>
            <a:lvl1pPr algn="ctr">
              <a:defRPr sz="4441" spc="-162" baseline="0">
                <a:solidFill>
                  <a:schemeClr val="bg1"/>
                </a:solidFill>
              </a:defRPr>
            </a:lvl1pPr>
          </a:lstStyle>
          <a:p>
            <a:r>
              <a:rPr lang="en-US" altLang="ko-KR" dirty="0" smtClean="0"/>
              <a:t>Input Title</a:t>
            </a:r>
            <a:endParaRPr lang="ko-KR" altLang="en-US" dirty="0"/>
          </a:p>
        </p:txBody>
      </p:sp>
      <p:sp>
        <p:nvSpPr>
          <p:cNvPr id="3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3323498" y="4689001"/>
            <a:ext cx="3259006" cy="649749"/>
          </a:xfrm>
        </p:spPr>
        <p:txBody>
          <a:bodyPr wrap="none">
            <a:noAutofit/>
          </a:bodyPr>
          <a:lstStyle>
            <a:lvl1pPr marL="0" indent="0" algn="ctr">
              <a:buNone/>
              <a:defRPr sz="1516" spc="0">
                <a:solidFill>
                  <a:schemeClr val="bg1"/>
                </a:solidFill>
                <a:latin typeface="+mj-lt"/>
              </a:defRPr>
            </a:lvl1pPr>
            <a:lvl2pPr marL="495239" indent="0">
              <a:buNone/>
              <a:defRPr sz="1300"/>
            </a:lvl2pPr>
            <a:lvl3pPr marL="990478" indent="0">
              <a:buNone/>
              <a:defRPr sz="1083"/>
            </a:lvl3pPr>
            <a:lvl4pPr marL="1485717" indent="0">
              <a:buNone/>
              <a:defRPr sz="975"/>
            </a:lvl4pPr>
            <a:lvl5pPr marL="1980956" indent="0">
              <a:buNone/>
              <a:defRPr sz="975"/>
            </a:lvl5pPr>
            <a:lvl6pPr marL="2476195" indent="0">
              <a:buNone/>
              <a:defRPr sz="975"/>
            </a:lvl6pPr>
            <a:lvl7pPr marL="2971434" indent="0">
              <a:buNone/>
              <a:defRPr sz="975"/>
            </a:lvl7pPr>
            <a:lvl8pPr marL="3466673" indent="0">
              <a:buNone/>
              <a:defRPr sz="975"/>
            </a:lvl8pPr>
            <a:lvl9pPr marL="3961912" indent="0">
              <a:buNone/>
              <a:defRPr sz="975"/>
            </a:lvl9pPr>
          </a:lstStyle>
          <a:p>
            <a:pPr lvl="0"/>
            <a:r>
              <a:rPr lang="en-US" altLang="ko-KR" dirty="0" smtClean="0"/>
              <a:t>Date. Team</a:t>
            </a:r>
            <a:endParaRPr lang="ko-KR" altLang="en-US" dirty="0" smtClean="0"/>
          </a:p>
        </p:txBody>
      </p:sp>
      <p:sp>
        <p:nvSpPr>
          <p:cNvPr id="3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782422" y="1689001"/>
            <a:ext cx="4341158" cy="587109"/>
          </a:xfrm>
        </p:spPr>
        <p:txBody>
          <a:bodyPr wrap="none">
            <a:noAutofit/>
          </a:bodyPr>
          <a:lstStyle>
            <a:lvl1pPr marL="0" indent="0" algn="ctr">
              <a:buNone/>
              <a:defRPr sz="2166" b="1" i="0" spc="0" baseline="0">
                <a:solidFill>
                  <a:schemeClr val="bg1"/>
                </a:solidFill>
              </a:defRPr>
            </a:lvl1pPr>
            <a:lvl2pPr marL="495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4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0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1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err="1" smtClean="0"/>
              <a:t>TiTle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50" y="6505064"/>
            <a:ext cx="901446" cy="207264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711752" y="129002"/>
            <a:ext cx="1672521" cy="225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904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67" dirty="0" smtClean="0">
                <a:solidFill>
                  <a:schemeClr val="bg1"/>
                </a:solidFill>
              </a:rPr>
              <a:t>Samsung Display Confidential</a:t>
            </a:r>
            <a:endParaRPr lang="ko-KR" altLang="en-US" sz="867" dirty="0" smtClean="0">
              <a:solidFill>
                <a:schemeClr val="bg1"/>
              </a:solidFill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273000" y="219080"/>
            <a:ext cx="390000" cy="120000"/>
            <a:chOff x="252000" y="771750"/>
            <a:chExt cx="360000" cy="90000"/>
          </a:xfrm>
        </p:grpSpPr>
        <p:sp>
          <p:nvSpPr>
            <p:cNvPr id="5" name="직사각형 4"/>
            <p:cNvSpPr/>
            <p:nvPr userDrawn="1"/>
          </p:nvSpPr>
          <p:spPr>
            <a:xfrm>
              <a:off x="252000" y="771750"/>
              <a:ext cx="90000" cy="90000"/>
            </a:xfrm>
            <a:prstGeom prst="rect">
              <a:avLst/>
            </a:prstGeom>
            <a:solidFill>
              <a:srgbClr val="E48D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387000" y="771750"/>
              <a:ext cx="90000" cy="90000"/>
            </a:xfrm>
            <a:prstGeom prst="rect">
              <a:avLst/>
            </a:prstGeom>
            <a:solidFill>
              <a:srgbClr val="A5DB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sp>
          <p:nvSpPr>
            <p:cNvPr id="13" name="직사각형 12"/>
            <p:cNvSpPr/>
            <p:nvPr userDrawn="1"/>
          </p:nvSpPr>
          <p:spPr>
            <a:xfrm>
              <a:off x="522000" y="771750"/>
              <a:ext cx="90000" cy="90000"/>
            </a:xfrm>
            <a:prstGeom prst="rect">
              <a:avLst/>
            </a:prstGeom>
            <a:solidFill>
              <a:srgbClr val="89D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</p:grpSp>
    </p:spTree>
    <p:extLst>
      <p:ext uri="{BB962C8B-B14F-4D97-AF65-F5344CB8AC3E}">
        <p14:creationId xmlns:p14="http://schemas.microsoft.com/office/powerpoint/2010/main" val="142463202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3151">
          <p15:clr>
            <a:srgbClr val="FBAE40"/>
          </p15:clr>
        </p15:guide>
        <p15:guide id="4" orient="horz" pos="89">
          <p15:clr>
            <a:srgbClr val="FBAE40"/>
          </p15:clr>
        </p15:guide>
        <p15:guide id="5" pos="74">
          <p15:clr>
            <a:srgbClr val="FBAE40"/>
          </p15:clr>
        </p15:guide>
        <p15:guide id="6" pos="5686">
          <p15:clr>
            <a:srgbClr val="FBAE40"/>
          </p15:clr>
        </p15:guide>
        <p15:guide id="7" pos="159">
          <p15:clr>
            <a:srgbClr val="FBAE40"/>
          </p15:clr>
        </p15:guide>
        <p15:guide id="8" pos="560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906000" cy="6858000"/>
          </a:xfrm>
          <a:prstGeom prst="rect">
            <a:avLst/>
          </a:prstGeom>
        </p:spPr>
      </p:pic>
      <p:sp>
        <p:nvSpPr>
          <p:cNvPr id="33" name="제목 1"/>
          <p:cNvSpPr>
            <a:spLocks noGrp="1"/>
          </p:cNvSpPr>
          <p:nvPr>
            <p:ph type="title" hasCustomPrompt="1"/>
          </p:nvPr>
        </p:nvSpPr>
        <p:spPr>
          <a:xfrm>
            <a:off x="1366222" y="2169001"/>
            <a:ext cx="7173558" cy="901420"/>
          </a:xfrm>
        </p:spPr>
        <p:txBody>
          <a:bodyPr wrap="none">
            <a:noAutofit/>
          </a:bodyPr>
          <a:lstStyle>
            <a:lvl1pPr algn="ctr">
              <a:defRPr sz="4441" spc="-162" baseline="0">
                <a:solidFill>
                  <a:schemeClr val="bg1"/>
                </a:solidFill>
              </a:defRPr>
            </a:lvl1pPr>
          </a:lstStyle>
          <a:p>
            <a:r>
              <a:rPr lang="en-US" altLang="ko-KR" dirty="0" smtClean="0"/>
              <a:t>Input Title</a:t>
            </a:r>
            <a:endParaRPr lang="ko-KR" altLang="en-US" dirty="0"/>
          </a:p>
        </p:txBody>
      </p:sp>
      <p:sp>
        <p:nvSpPr>
          <p:cNvPr id="3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3323498" y="4689001"/>
            <a:ext cx="3259006" cy="649749"/>
          </a:xfrm>
        </p:spPr>
        <p:txBody>
          <a:bodyPr wrap="none">
            <a:noAutofit/>
          </a:bodyPr>
          <a:lstStyle>
            <a:lvl1pPr marL="0" indent="0" algn="ctr">
              <a:buNone/>
              <a:defRPr sz="1516" spc="0">
                <a:solidFill>
                  <a:schemeClr val="bg1"/>
                </a:solidFill>
                <a:latin typeface="+mj-lt"/>
              </a:defRPr>
            </a:lvl1pPr>
            <a:lvl2pPr marL="495239" indent="0">
              <a:buNone/>
              <a:defRPr sz="1300"/>
            </a:lvl2pPr>
            <a:lvl3pPr marL="990478" indent="0">
              <a:buNone/>
              <a:defRPr sz="1083"/>
            </a:lvl3pPr>
            <a:lvl4pPr marL="1485717" indent="0">
              <a:buNone/>
              <a:defRPr sz="975"/>
            </a:lvl4pPr>
            <a:lvl5pPr marL="1980956" indent="0">
              <a:buNone/>
              <a:defRPr sz="975"/>
            </a:lvl5pPr>
            <a:lvl6pPr marL="2476195" indent="0">
              <a:buNone/>
              <a:defRPr sz="975"/>
            </a:lvl6pPr>
            <a:lvl7pPr marL="2971434" indent="0">
              <a:buNone/>
              <a:defRPr sz="975"/>
            </a:lvl7pPr>
            <a:lvl8pPr marL="3466673" indent="0">
              <a:buNone/>
              <a:defRPr sz="975"/>
            </a:lvl8pPr>
            <a:lvl9pPr marL="3961912" indent="0">
              <a:buNone/>
              <a:defRPr sz="975"/>
            </a:lvl9pPr>
          </a:lstStyle>
          <a:p>
            <a:pPr lvl="0"/>
            <a:r>
              <a:rPr lang="en-US" altLang="ko-KR" dirty="0" smtClean="0"/>
              <a:t>Date. Team</a:t>
            </a:r>
            <a:endParaRPr lang="ko-KR" altLang="en-US" dirty="0" smtClean="0"/>
          </a:p>
        </p:txBody>
      </p:sp>
      <p:sp>
        <p:nvSpPr>
          <p:cNvPr id="3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782422" y="1689001"/>
            <a:ext cx="4341158" cy="587109"/>
          </a:xfrm>
        </p:spPr>
        <p:txBody>
          <a:bodyPr wrap="none">
            <a:noAutofit/>
          </a:bodyPr>
          <a:lstStyle>
            <a:lvl1pPr marL="0" indent="0" algn="ctr">
              <a:buNone/>
              <a:defRPr sz="2166" b="1" i="0" spc="0" baseline="0">
                <a:solidFill>
                  <a:schemeClr val="bg1"/>
                </a:solidFill>
              </a:defRPr>
            </a:lvl1pPr>
            <a:lvl2pPr marL="495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4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0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1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err="1" smtClean="0"/>
              <a:t>TiTle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50" y="6505064"/>
            <a:ext cx="901446" cy="207264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711752" y="129002"/>
            <a:ext cx="1672521" cy="225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904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67" dirty="0" smtClean="0">
                <a:solidFill>
                  <a:schemeClr val="bg1"/>
                </a:solidFill>
              </a:rPr>
              <a:t>Samsung Display Confidential</a:t>
            </a:r>
            <a:endParaRPr lang="ko-KR" altLang="en-US" sz="867" dirty="0" smtClean="0">
              <a:solidFill>
                <a:schemeClr val="bg1"/>
              </a:solidFill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273000" y="219080"/>
            <a:ext cx="390000" cy="120000"/>
            <a:chOff x="252000" y="771750"/>
            <a:chExt cx="360000" cy="90000"/>
          </a:xfrm>
        </p:grpSpPr>
        <p:sp>
          <p:nvSpPr>
            <p:cNvPr id="5" name="직사각형 4"/>
            <p:cNvSpPr/>
            <p:nvPr userDrawn="1"/>
          </p:nvSpPr>
          <p:spPr>
            <a:xfrm>
              <a:off x="252000" y="771750"/>
              <a:ext cx="90000" cy="90000"/>
            </a:xfrm>
            <a:prstGeom prst="rect">
              <a:avLst/>
            </a:prstGeom>
            <a:solidFill>
              <a:srgbClr val="E48D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387000" y="771750"/>
              <a:ext cx="90000" cy="90000"/>
            </a:xfrm>
            <a:prstGeom prst="rect">
              <a:avLst/>
            </a:prstGeom>
            <a:solidFill>
              <a:srgbClr val="A5DB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sp>
          <p:nvSpPr>
            <p:cNvPr id="13" name="직사각형 12"/>
            <p:cNvSpPr/>
            <p:nvPr userDrawn="1"/>
          </p:nvSpPr>
          <p:spPr>
            <a:xfrm>
              <a:off x="522000" y="771750"/>
              <a:ext cx="90000" cy="90000"/>
            </a:xfrm>
            <a:prstGeom prst="rect">
              <a:avLst/>
            </a:prstGeom>
            <a:solidFill>
              <a:srgbClr val="89D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</p:grp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314" y="6521882"/>
            <a:ext cx="1297686" cy="147737"/>
          </a:xfrm>
          <a:prstGeom prst="rect">
            <a:avLst/>
          </a:prstGeom>
        </p:spPr>
      </p:pic>
      <p:sp>
        <p:nvSpPr>
          <p:cNvPr id="10" name="직사각형 9"/>
          <p:cNvSpPr/>
          <p:nvPr userDrawn="1"/>
        </p:nvSpPr>
        <p:spPr>
          <a:xfrm>
            <a:off x="1" y="0"/>
            <a:ext cx="9906000" cy="6858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</p:spTree>
    <p:extLst>
      <p:ext uri="{BB962C8B-B14F-4D97-AF65-F5344CB8AC3E}">
        <p14:creationId xmlns:p14="http://schemas.microsoft.com/office/powerpoint/2010/main" val="13053131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3151">
          <p15:clr>
            <a:srgbClr val="FBAE40"/>
          </p15:clr>
        </p15:guide>
        <p15:guide id="4" orient="horz" pos="89">
          <p15:clr>
            <a:srgbClr val="FBAE40"/>
          </p15:clr>
        </p15:guide>
        <p15:guide id="5" pos="74">
          <p15:clr>
            <a:srgbClr val="FBAE40"/>
          </p15:clr>
        </p15:guide>
        <p15:guide id="6" pos="5686">
          <p15:clr>
            <a:srgbClr val="FBAE40"/>
          </p15:clr>
        </p15:guide>
        <p15:guide id="7" pos="159">
          <p15:clr>
            <a:srgbClr val="FBAE40"/>
          </p15:clr>
        </p15:guide>
        <p15:guide id="8" pos="560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906000" cy="6858000"/>
          </a:xfrm>
          <a:prstGeom prst="rect">
            <a:avLst/>
          </a:prstGeom>
        </p:spPr>
      </p:pic>
      <p:sp>
        <p:nvSpPr>
          <p:cNvPr id="33" name="제목 1"/>
          <p:cNvSpPr>
            <a:spLocks noGrp="1"/>
          </p:cNvSpPr>
          <p:nvPr>
            <p:ph type="title" hasCustomPrompt="1"/>
          </p:nvPr>
        </p:nvSpPr>
        <p:spPr>
          <a:xfrm>
            <a:off x="1366222" y="2169001"/>
            <a:ext cx="7173558" cy="901420"/>
          </a:xfrm>
        </p:spPr>
        <p:txBody>
          <a:bodyPr wrap="none">
            <a:noAutofit/>
          </a:bodyPr>
          <a:lstStyle>
            <a:lvl1pPr algn="ctr">
              <a:defRPr sz="4441" spc="-162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Input Title</a:t>
            </a:r>
            <a:endParaRPr lang="ko-KR" altLang="en-US" dirty="0"/>
          </a:p>
        </p:txBody>
      </p:sp>
      <p:sp>
        <p:nvSpPr>
          <p:cNvPr id="3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3323498" y="4689001"/>
            <a:ext cx="3259006" cy="649749"/>
          </a:xfrm>
        </p:spPr>
        <p:txBody>
          <a:bodyPr wrap="none">
            <a:noAutofit/>
          </a:bodyPr>
          <a:lstStyle>
            <a:lvl1pPr marL="0" indent="0" algn="ctr">
              <a:buNone/>
              <a:defRPr sz="1516" spc="0">
                <a:solidFill>
                  <a:schemeClr val="tx1"/>
                </a:solidFill>
                <a:latin typeface="+mj-lt"/>
              </a:defRPr>
            </a:lvl1pPr>
            <a:lvl2pPr marL="495239" indent="0">
              <a:buNone/>
              <a:defRPr sz="1300"/>
            </a:lvl2pPr>
            <a:lvl3pPr marL="990478" indent="0">
              <a:buNone/>
              <a:defRPr sz="1083"/>
            </a:lvl3pPr>
            <a:lvl4pPr marL="1485717" indent="0">
              <a:buNone/>
              <a:defRPr sz="975"/>
            </a:lvl4pPr>
            <a:lvl5pPr marL="1980956" indent="0">
              <a:buNone/>
              <a:defRPr sz="975"/>
            </a:lvl5pPr>
            <a:lvl6pPr marL="2476195" indent="0">
              <a:buNone/>
              <a:defRPr sz="975"/>
            </a:lvl6pPr>
            <a:lvl7pPr marL="2971434" indent="0">
              <a:buNone/>
              <a:defRPr sz="975"/>
            </a:lvl7pPr>
            <a:lvl8pPr marL="3466673" indent="0">
              <a:buNone/>
              <a:defRPr sz="975"/>
            </a:lvl8pPr>
            <a:lvl9pPr marL="3961912" indent="0">
              <a:buNone/>
              <a:defRPr sz="975"/>
            </a:lvl9pPr>
          </a:lstStyle>
          <a:p>
            <a:pPr lvl="0"/>
            <a:r>
              <a:rPr lang="en-US" altLang="ko-KR" dirty="0" smtClean="0"/>
              <a:t>Date. Team</a:t>
            </a:r>
            <a:endParaRPr lang="ko-KR" altLang="en-US" dirty="0" smtClean="0"/>
          </a:p>
        </p:txBody>
      </p:sp>
      <p:sp>
        <p:nvSpPr>
          <p:cNvPr id="3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782422" y="1689001"/>
            <a:ext cx="4341158" cy="587109"/>
          </a:xfrm>
        </p:spPr>
        <p:txBody>
          <a:bodyPr wrap="none">
            <a:noAutofit/>
          </a:bodyPr>
          <a:lstStyle>
            <a:lvl1pPr marL="0" indent="0" algn="ctr">
              <a:buNone/>
              <a:defRPr sz="2166" b="1" i="0" spc="0" baseline="0">
                <a:solidFill>
                  <a:schemeClr val="tx1"/>
                </a:solidFill>
              </a:defRPr>
            </a:lvl1pPr>
            <a:lvl2pPr marL="495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4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0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1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err="1" smtClean="0"/>
              <a:t>TiTle</a:t>
            </a:r>
            <a:endParaRPr lang="ko-KR" alt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711752" y="129002"/>
            <a:ext cx="1672521" cy="225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904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67" dirty="0" smtClean="0">
                <a:solidFill>
                  <a:schemeClr val="tx1"/>
                </a:solidFill>
              </a:rPr>
              <a:t>Samsung Display Confidential</a:t>
            </a:r>
            <a:endParaRPr lang="ko-KR" altLang="en-US" sz="867" dirty="0" smtClean="0">
              <a:solidFill>
                <a:schemeClr val="tx1"/>
              </a:solidFill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273000" y="219080"/>
            <a:ext cx="390000" cy="120000"/>
            <a:chOff x="252000" y="771750"/>
            <a:chExt cx="360000" cy="90000"/>
          </a:xfrm>
        </p:grpSpPr>
        <p:sp>
          <p:nvSpPr>
            <p:cNvPr id="5" name="직사각형 4"/>
            <p:cNvSpPr/>
            <p:nvPr userDrawn="1"/>
          </p:nvSpPr>
          <p:spPr>
            <a:xfrm>
              <a:off x="252000" y="771750"/>
              <a:ext cx="90000" cy="90000"/>
            </a:xfrm>
            <a:prstGeom prst="rect">
              <a:avLst/>
            </a:prstGeom>
            <a:solidFill>
              <a:srgbClr val="E48D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387000" y="771750"/>
              <a:ext cx="90000" cy="90000"/>
            </a:xfrm>
            <a:prstGeom prst="rect">
              <a:avLst/>
            </a:prstGeom>
            <a:solidFill>
              <a:srgbClr val="A5DB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sp>
          <p:nvSpPr>
            <p:cNvPr id="13" name="직사각형 12"/>
            <p:cNvSpPr/>
            <p:nvPr userDrawn="1"/>
          </p:nvSpPr>
          <p:spPr>
            <a:xfrm>
              <a:off x="522000" y="771750"/>
              <a:ext cx="90000" cy="90000"/>
            </a:xfrm>
            <a:prstGeom prst="rect">
              <a:avLst/>
            </a:prstGeom>
            <a:solidFill>
              <a:srgbClr val="89D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</p:grp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000" y="6456296"/>
            <a:ext cx="1386840" cy="256032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5" y="6456296"/>
            <a:ext cx="910048" cy="296816"/>
          </a:xfrm>
          <a:prstGeom prst="rect">
            <a:avLst/>
          </a:prstGeom>
        </p:spPr>
      </p:pic>
      <p:sp>
        <p:nvSpPr>
          <p:cNvPr id="19" name="직사각형 18"/>
          <p:cNvSpPr/>
          <p:nvPr userDrawn="1"/>
        </p:nvSpPr>
        <p:spPr>
          <a:xfrm>
            <a:off x="-1" y="0"/>
            <a:ext cx="9906000" cy="6858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</p:spTree>
    <p:extLst>
      <p:ext uri="{BB962C8B-B14F-4D97-AF65-F5344CB8AC3E}">
        <p14:creationId xmlns:p14="http://schemas.microsoft.com/office/powerpoint/2010/main" val="7813661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3151">
          <p15:clr>
            <a:srgbClr val="FBAE40"/>
          </p15:clr>
        </p15:guide>
        <p15:guide id="4" orient="horz" pos="3079">
          <p15:clr>
            <a:srgbClr val="FBAE40"/>
          </p15:clr>
        </p15:guide>
        <p15:guide id="5" pos="74">
          <p15:clr>
            <a:srgbClr val="FBAE40"/>
          </p15:clr>
        </p15:guide>
        <p15:guide id="6" pos="5686">
          <p15:clr>
            <a:srgbClr val="FBAE40"/>
          </p15:clr>
        </p15:guide>
        <p15:guide id="7" pos="159">
          <p15:clr>
            <a:srgbClr val="FBAE40"/>
          </p15:clr>
        </p15:guide>
        <p15:guide id="8" pos="560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 userDrawn="1"/>
        </p:nvSpPr>
        <p:spPr>
          <a:xfrm>
            <a:off x="0" y="0"/>
            <a:ext cx="3636750" cy="6858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9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419250" y="1329001"/>
            <a:ext cx="2701999" cy="384043"/>
          </a:xfrm>
        </p:spPr>
        <p:txBody>
          <a:bodyPr wrap="none">
            <a:noAutofit/>
          </a:bodyPr>
          <a:lstStyle>
            <a:lvl1pPr marL="0" indent="0">
              <a:buNone/>
              <a:defRPr sz="1300" spc="0" baseline="0">
                <a:solidFill>
                  <a:schemeClr val="bg1"/>
                </a:solidFill>
              </a:defRPr>
            </a:lvl1pPr>
            <a:lvl2pPr marL="495239" indent="0">
              <a:buNone/>
              <a:defRPr sz="1300"/>
            </a:lvl2pPr>
            <a:lvl3pPr marL="990478" indent="0">
              <a:buNone/>
              <a:defRPr sz="1083"/>
            </a:lvl3pPr>
            <a:lvl4pPr marL="1485717" indent="0">
              <a:buNone/>
              <a:defRPr sz="975"/>
            </a:lvl4pPr>
            <a:lvl5pPr marL="1980956" indent="0">
              <a:buNone/>
              <a:defRPr sz="975"/>
            </a:lvl5pPr>
            <a:lvl6pPr marL="2476195" indent="0">
              <a:buNone/>
              <a:defRPr sz="975"/>
            </a:lvl6pPr>
            <a:lvl7pPr marL="2971434" indent="0">
              <a:buNone/>
              <a:defRPr sz="975"/>
            </a:lvl7pPr>
            <a:lvl8pPr marL="3466673" indent="0">
              <a:buNone/>
              <a:defRPr sz="975"/>
            </a:lvl8pPr>
            <a:lvl9pPr marL="3961912" indent="0">
              <a:buNone/>
              <a:defRPr sz="975"/>
            </a:lvl9pPr>
          </a:lstStyle>
          <a:p>
            <a:pPr lvl="0"/>
            <a:r>
              <a:rPr lang="en-US" altLang="ko-KR" dirty="0" smtClean="0"/>
              <a:t>PPT Title</a:t>
            </a:r>
            <a:endParaRPr lang="ko-KR" altLang="en-US" dirty="0" smtClean="0"/>
          </a:p>
        </p:txBody>
      </p:sp>
      <p:sp>
        <p:nvSpPr>
          <p:cNvPr id="10" name="제목 1"/>
          <p:cNvSpPr>
            <a:spLocks noGrp="1"/>
          </p:cNvSpPr>
          <p:nvPr>
            <p:ph type="title" hasCustomPrompt="1"/>
          </p:nvPr>
        </p:nvSpPr>
        <p:spPr>
          <a:xfrm>
            <a:off x="390946" y="1868734"/>
            <a:ext cx="2886320" cy="2400267"/>
          </a:xfrm>
        </p:spPr>
        <p:txBody>
          <a:bodyPr wrap="none" anchor="t" anchorCtr="0">
            <a:noAutofit/>
          </a:bodyPr>
          <a:lstStyle>
            <a:lvl1pPr algn="l">
              <a:lnSpc>
                <a:spcPts val="4008"/>
              </a:lnSpc>
              <a:defRPr sz="4333" spc="-162" baseline="0">
                <a:solidFill>
                  <a:schemeClr val="bg1"/>
                </a:solidFill>
              </a:defRPr>
            </a:lvl1pPr>
          </a:lstStyle>
          <a:p>
            <a:r>
              <a:rPr lang="en-US" altLang="ko-KR" dirty="0" smtClean="0"/>
              <a:t>Table of</a:t>
            </a:r>
            <a:br>
              <a:rPr lang="en-US" altLang="ko-KR" dirty="0" smtClean="0"/>
            </a:br>
            <a:r>
              <a:rPr lang="en-US" altLang="ko-KR" dirty="0" smtClean="0"/>
              <a:t>Contents</a:t>
            </a:r>
            <a:br>
              <a:rPr lang="en-US" altLang="ko-KR" dirty="0" smtClean="0"/>
            </a:br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half" idx="10" hasCustomPrompt="1"/>
          </p:nvPr>
        </p:nvSpPr>
        <p:spPr>
          <a:xfrm>
            <a:off x="5477169" y="1889209"/>
            <a:ext cx="362678" cy="33015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733" b="1" spc="0" baseline="0"/>
            </a:lvl1pPr>
            <a:lvl2pPr marL="495239" indent="0">
              <a:buNone/>
              <a:defRPr sz="1300"/>
            </a:lvl2pPr>
            <a:lvl3pPr marL="990478" indent="0">
              <a:buNone/>
              <a:defRPr sz="1083"/>
            </a:lvl3pPr>
            <a:lvl4pPr marL="1485717" indent="0">
              <a:buNone/>
              <a:defRPr sz="975"/>
            </a:lvl4pPr>
            <a:lvl5pPr marL="1980956" indent="0">
              <a:buNone/>
              <a:defRPr sz="975"/>
            </a:lvl5pPr>
            <a:lvl6pPr marL="2476195" indent="0">
              <a:buNone/>
              <a:defRPr sz="975"/>
            </a:lvl6pPr>
            <a:lvl7pPr marL="2971434" indent="0">
              <a:buNone/>
              <a:defRPr sz="975"/>
            </a:lvl7pPr>
            <a:lvl8pPr marL="3466673" indent="0">
              <a:buNone/>
              <a:defRPr sz="975"/>
            </a:lvl8pPr>
            <a:lvl9pPr marL="3961912" indent="0">
              <a:buNone/>
              <a:defRPr sz="975"/>
            </a:lvl9pPr>
          </a:lstStyle>
          <a:p>
            <a:pPr lvl="0"/>
            <a:r>
              <a:rPr lang="en-US" altLang="ko-KR" dirty="0" smtClean="0"/>
              <a:t>01</a:t>
            </a:r>
            <a:endParaRPr lang="ko-KR" altLang="en-US" dirty="0" smtClean="0"/>
          </a:p>
        </p:txBody>
      </p:sp>
      <p:sp>
        <p:nvSpPr>
          <p:cNvPr id="13" name="텍스트 개체 틀 3"/>
          <p:cNvSpPr>
            <a:spLocks noGrp="1"/>
          </p:cNvSpPr>
          <p:nvPr>
            <p:ph type="body" sz="half" idx="11" hasCustomPrompt="1"/>
          </p:nvPr>
        </p:nvSpPr>
        <p:spPr>
          <a:xfrm>
            <a:off x="5477169" y="2930148"/>
            <a:ext cx="362678" cy="33015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733" b="1" spc="0" baseline="0"/>
            </a:lvl1pPr>
            <a:lvl2pPr marL="495239" indent="0">
              <a:buNone/>
              <a:defRPr sz="1300"/>
            </a:lvl2pPr>
            <a:lvl3pPr marL="990478" indent="0">
              <a:buNone/>
              <a:defRPr sz="1083"/>
            </a:lvl3pPr>
            <a:lvl4pPr marL="1485717" indent="0">
              <a:buNone/>
              <a:defRPr sz="975"/>
            </a:lvl4pPr>
            <a:lvl5pPr marL="1980956" indent="0">
              <a:buNone/>
              <a:defRPr sz="975"/>
            </a:lvl5pPr>
            <a:lvl6pPr marL="2476195" indent="0">
              <a:buNone/>
              <a:defRPr sz="975"/>
            </a:lvl6pPr>
            <a:lvl7pPr marL="2971434" indent="0">
              <a:buNone/>
              <a:defRPr sz="975"/>
            </a:lvl7pPr>
            <a:lvl8pPr marL="3466673" indent="0">
              <a:buNone/>
              <a:defRPr sz="975"/>
            </a:lvl8pPr>
            <a:lvl9pPr marL="3961912" indent="0">
              <a:buNone/>
              <a:defRPr sz="975"/>
            </a:lvl9pPr>
          </a:lstStyle>
          <a:p>
            <a:pPr lvl="0"/>
            <a:r>
              <a:rPr lang="en-US" altLang="ko-KR" dirty="0" smtClean="0"/>
              <a:t>02</a:t>
            </a:r>
            <a:endParaRPr lang="ko-KR" altLang="en-US" dirty="0" smtClean="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half" idx="12" hasCustomPrompt="1"/>
          </p:nvPr>
        </p:nvSpPr>
        <p:spPr>
          <a:xfrm>
            <a:off x="5477169" y="3966057"/>
            <a:ext cx="362678" cy="33015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733" b="1" spc="0" baseline="0"/>
            </a:lvl1pPr>
            <a:lvl2pPr marL="495239" indent="0">
              <a:buNone/>
              <a:defRPr sz="1300"/>
            </a:lvl2pPr>
            <a:lvl3pPr marL="990478" indent="0">
              <a:buNone/>
              <a:defRPr sz="1083"/>
            </a:lvl3pPr>
            <a:lvl4pPr marL="1485717" indent="0">
              <a:buNone/>
              <a:defRPr sz="975"/>
            </a:lvl4pPr>
            <a:lvl5pPr marL="1980956" indent="0">
              <a:buNone/>
              <a:defRPr sz="975"/>
            </a:lvl5pPr>
            <a:lvl6pPr marL="2476195" indent="0">
              <a:buNone/>
              <a:defRPr sz="975"/>
            </a:lvl6pPr>
            <a:lvl7pPr marL="2971434" indent="0">
              <a:buNone/>
              <a:defRPr sz="975"/>
            </a:lvl7pPr>
            <a:lvl8pPr marL="3466673" indent="0">
              <a:buNone/>
              <a:defRPr sz="975"/>
            </a:lvl8pPr>
            <a:lvl9pPr marL="3961912" indent="0">
              <a:buNone/>
              <a:defRPr sz="975"/>
            </a:lvl9pPr>
          </a:lstStyle>
          <a:p>
            <a:pPr lvl="0"/>
            <a:r>
              <a:rPr lang="en-US" altLang="ko-KR" dirty="0" smtClean="0"/>
              <a:t>03</a:t>
            </a:r>
            <a:endParaRPr lang="ko-KR" altLang="en-US" dirty="0" smtClean="0"/>
          </a:p>
        </p:txBody>
      </p:sp>
      <p:sp>
        <p:nvSpPr>
          <p:cNvPr id="15" name="텍스트 개체 틀 3"/>
          <p:cNvSpPr>
            <a:spLocks noGrp="1"/>
          </p:cNvSpPr>
          <p:nvPr>
            <p:ph type="body" sz="half" idx="13" hasCustomPrompt="1"/>
          </p:nvPr>
        </p:nvSpPr>
        <p:spPr>
          <a:xfrm>
            <a:off x="6011836" y="1869001"/>
            <a:ext cx="2701999" cy="39751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33" spc="0" baseline="0"/>
            </a:lvl1pPr>
            <a:lvl2pPr marL="495239" indent="0">
              <a:buNone/>
              <a:defRPr sz="1300"/>
            </a:lvl2pPr>
            <a:lvl3pPr marL="990478" indent="0">
              <a:buNone/>
              <a:defRPr sz="1083"/>
            </a:lvl3pPr>
            <a:lvl4pPr marL="1485717" indent="0">
              <a:buNone/>
              <a:defRPr sz="975"/>
            </a:lvl4pPr>
            <a:lvl5pPr marL="1980956" indent="0">
              <a:buNone/>
              <a:defRPr sz="975"/>
            </a:lvl5pPr>
            <a:lvl6pPr marL="2476195" indent="0">
              <a:buNone/>
              <a:defRPr sz="975"/>
            </a:lvl6pPr>
            <a:lvl7pPr marL="2971434" indent="0">
              <a:buNone/>
              <a:defRPr sz="975"/>
            </a:lvl7pPr>
            <a:lvl8pPr marL="3466673" indent="0">
              <a:buNone/>
              <a:defRPr sz="975"/>
            </a:lvl8pPr>
            <a:lvl9pPr marL="3961912" indent="0">
              <a:buNone/>
              <a:defRPr sz="975"/>
            </a:lvl9pPr>
          </a:lstStyle>
          <a:p>
            <a:pPr lvl="0"/>
            <a:r>
              <a:rPr lang="en-US" altLang="ko-KR" dirty="0" smtClean="0"/>
              <a:t>Chapter 1 Title</a:t>
            </a:r>
            <a:endParaRPr lang="ko-KR" altLang="en-US" dirty="0" smtClean="0"/>
          </a:p>
        </p:txBody>
      </p:sp>
      <p:sp>
        <p:nvSpPr>
          <p:cNvPr id="16" name="텍스트 개체 틀 3"/>
          <p:cNvSpPr>
            <a:spLocks noGrp="1"/>
          </p:cNvSpPr>
          <p:nvPr>
            <p:ph type="body" sz="half" idx="14" hasCustomPrompt="1"/>
          </p:nvPr>
        </p:nvSpPr>
        <p:spPr>
          <a:xfrm>
            <a:off x="6006811" y="2898174"/>
            <a:ext cx="2701999" cy="39751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33" spc="0" baseline="0"/>
            </a:lvl1pPr>
            <a:lvl2pPr marL="495239" indent="0">
              <a:buNone/>
              <a:defRPr sz="1300"/>
            </a:lvl2pPr>
            <a:lvl3pPr marL="990478" indent="0">
              <a:buNone/>
              <a:defRPr sz="1083"/>
            </a:lvl3pPr>
            <a:lvl4pPr marL="1485717" indent="0">
              <a:buNone/>
              <a:defRPr sz="975"/>
            </a:lvl4pPr>
            <a:lvl5pPr marL="1980956" indent="0">
              <a:buNone/>
              <a:defRPr sz="975"/>
            </a:lvl5pPr>
            <a:lvl6pPr marL="2476195" indent="0">
              <a:buNone/>
              <a:defRPr sz="975"/>
            </a:lvl6pPr>
            <a:lvl7pPr marL="2971434" indent="0">
              <a:buNone/>
              <a:defRPr sz="975"/>
            </a:lvl7pPr>
            <a:lvl8pPr marL="3466673" indent="0">
              <a:buNone/>
              <a:defRPr sz="975"/>
            </a:lvl8pPr>
            <a:lvl9pPr marL="3961912" indent="0">
              <a:buNone/>
              <a:defRPr sz="975"/>
            </a:lvl9pPr>
          </a:lstStyle>
          <a:p>
            <a:pPr lvl="0"/>
            <a:r>
              <a:rPr lang="en-US" altLang="ko-KR" dirty="0" smtClean="0"/>
              <a:t>Chapter 1 Title</a:t>
            </a:r>
            <a:endParaRPr lang="ko-KR" altLang="en-US" dirty="0" smtClean="0"/>
          </a:p>
        </p:txBody>
      </p:sp>
      <p:sp>
        <p:nvSpPr>
          <p:cNvPr id="17" name="텍스트 개체 틀 3"/>
          <p:cNvSpPr>
            <a:spLocks noGrp="1"/>
          </p:cNvSpPr>
          <p:nvPr>
            <p:ph type="body" sz="half" idx="15" hasCustomPrompt="1"/>
          </p:nvPr>
        </p:nvSpPr>
        <p:spPr>
          <a:xfrm>
            <a:off x="6011836" y="3927348"/>
            <a:ext cx="2701999" cy="39751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33" spc="0" baseline="0"/>
            </a:lvl1pPr>
            <a:lvl2pPr marL="495239" indent="0">
              <a:buNone/>
              <a:defRPr sz="1300"/>
            </a:lvl2pPr>
            <a:lvl3pPr marL="990478" indent="0">
              <a:buNone/>
              <a:defRPr sz="1083"/>
            </a:lvl3pPr>
            <a:lvl4pPr marL="1485717" indent="0">
              <a:buNone/>
              <a:defRPr sz="975"/>
            </a:lvl4pPr>
            <a:lvl5pPr marL="1980956" indent="0">
              <a:buNone/>
              <a:defRPr sz="975"/>
            </a:lvl5pPr>
            <a:lvl6pPr marL="2476195" indent="0">
              <a:buNone/>
              <a:defRPr sz="975"/>
            </a:lvl6pPr>
            <a:lvl7pPr marL="2971434" indent="0">
              <a:buNone/>
              <a:defRPr sz="975"/>
            </a:lvl7pPr>
            <a:lvl8pPr marL="3466673" indent="0">
              <a:buNone/>
              <a:defRPr sz="975"/>
            </a:lvl8pPr>
            <a:lvl9pPr marL="3961912" indent="0">
              <a:buNone/>
              <a:defRPr sz="975"/>
            </a:lvl9pPr>
          </a:lstStyle>
          <a:p>
            <a:pPr lvl="0"/>
            <a:r>
              <a:rPr lang="en-US" altLang="ko-KR" dirty="0" smtClean="0"/>
              <a:t>Chapter 1 Title</a:t>
            </a:r>
            <a:endParaRPr lang="ko-KR" altLang="en-US" dirty="0" smtClean="0"/>
          </a:p>
        </p:txBody>
      </p:sp>
      <p:sp>
        <p:nvSpPr>
          <p:cNvPr id="20" name="텍스트 개체 틀 3"/>
          <p:cNvSpPr>
            <a:spLocks noGrp="1"/>
          </p:cNvSpPr>
          <p:nvPr>
            <p:ph type="body" sz="half" idx="18" hasCustomPrompt="1"/>
          </p:nvPr>
        </p:nvSpPr>
        <p:spPr>
          <a:xfrm>
            <a:off x="6025964" y="2362526"/>
            <a:ext cx="2189147" cy="397515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1192" b="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5239" indent="0">
              <a:buNone/>
              <a:defRPr sz="1300"/>
            </a:lvl2pPr>
            <a:lvl3pPr marL="990478" indent="0">
              <a:buNone/>
              <a:defRPr sz="1083"/>
            </a:lvl3pPr>
            <a:lvl4pPr marL="1485717" indent="0">
              <a:buNone/>
              <a:defRPr sz="975"/>
            </a:lvl4pPr>
            <a:lvl5pPr marL="1980956" indent="0">
              <a:buNone/>
              <a:defRPr sz="975"/>
            </a:lvl5pPr>
            <a:lvl6pPr marL="2476195" indent="0">
              <a:buNone/>
              <a:defRPr sz="975"/>
            </a:lvl6pPr>
            <a:lvl7pPr marL="2971434" indent="0">
              <a:buNone/>
              <a:defRPr sz="975"/>
            </a:lvl7pPr>
            <a:lvl8pPr marL="3466673" indent="0">
              <a:buNone/>
              <a:defRPr sz="975"/>
            </a:lvl8pPr>
            <a:lvl9pPr marL="3961912" indent="0">
              <a:buNone/>
              <a:defRPr sz="975"/>
            </a:lvl9pPr>
          </a:lstStyle>
          <a:p>
            <a:pPr lvl="0"/>
            <a:r>
              <a:rPr lang="en-US" altLang="ko-KR" dirty="0" smtClean="0"/>
              <a:t>- Chapter unique feature</a:t>
            </a:r>
            <a:endParaRPr lang="ko-KR" altLang="en-US" dirty="0" smtClean="0"/>
          </a:p>
        </p:txBody>
      </p:sp>
      <p:sp>
        <p:nvSpPr>
          <p:cNvPr id="21" name="텍스트 개체 틀 3"/>
          <p:cNvSpPr>
            <a:spLocks noGrp="1"/>
          </p:cNvSpPr>
          <p:nvPr>
            <p:ph type="body" sz="half" idx="19" hasCustomPrompt="1"/>
          </p:nvPr>
        </p:nvSpPr>
        <p:spPr>
          <a:xfrm>
            <a:off x="6025505" y="3375557"/>
            <a:ext cx="2189147" cy="397515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1192" b="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5239" indent="0">
              <a:buNone/>
              <a:defRPr sz="1300"/>
            </a:lvl2pPr>
            <a:lvl3pPr marL="990478" indent="0">
              <a:buNone/>
              <a:defRPr sz="1083"/>
            </a:lvl3pPr>
            <a:lvl4pPr marL="1485717" indent="0">
              <a:buNone/>
              <a:defRPr sz="975"/>
            </a:lvl4pPr>
            <a:lvl5pPr marL="1980956" indent="0">
              <a:buNone/>
              <a:defRPr sz="975"/>
            </a:lvl5pPr>
            <a:lvl6pPr marL="2476195" indent="0">
              <a:buNone/>
              <a:defRPr sz="975"/>
            </a:lvl6pPr>
            <a:lvl7pPr marL="2971434" indent="0">
              <a:buNone/>
              <a:defRPr sz="975"/>
            </a:lvl7pPr>
            <a:lvl8pPr marL="3466673" indent="0">
              <a:buNone/>
              <a:defRPr sz="975"/>
            </a:lvl8pPr>
            <a:lvl9pPr marL="3961912" indent="0">
              <a:buNone/>
              <a:defRPr sz="975"/>
            </a:lvl9pPr>
          </a:lstStyle>
          <a:p>
            <a:pPr lvl="0"/>
            <a:r>
              <a:rPr lang="en-US" altLang="ko-KR" dirty="0" smtClean="0"/>
              <a:t>- Chapter unique feature</a:t>
            </a:r>
            <a:endParaRPr lang="ko-KR" altLang="en-US" dirty="0" smtClean="0"/>
          </a:p>
        </p:txBody>
      </p:sp>
      <p:sp>
        <p:nvSpPr>
          <p:cNvPr id="22" name="텍스트 개체 틀 3"/>
          <p:cNvSpPr>
            <a:spLocks noGrp="1"/>
          </p:cNvSpPr>
          <p:nvPr>
            <p:ph type="body" sz="half" idx="20" hasCustomPrompt="1"/>
          </p:nvPr>
        </p:nvSpPr>
        <p:spPr>
          <a:xfrm>
            <a:off x="6025505" y="4431109"/>
            <a:ext cx="2189147" cy="397515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1192" b="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5239" indent="0">
              <a:buNone/>
              <a:defRPr sz="1300"/>
            </a:lvl2pPr>
            <a:lvl3pPr marL="990478" indent="0">
              <a:buNone/>
              <a:defRPr sz="1083"/>
            </a:lvl3pPr>
            <a:lvl4pPr marL="1485717" indent="0">
              <a:buNone/>
              <a:defRPr sz="975"/>
            </a:lvl4pPr>
            <a:lvl5pPr marL="1980956" indent="0">
              <a:buNone/>
              <a:defRPr sz="975"/>
            </a:lvl5pPr>
            <a:lvl6pPr marL="2476195" indent="0">
              <a:buNone/>
              <a:defRPr sz="975"/>
            </a:lvl6pPr>
            <a:lvl7pPr marL="2971434" indent="0">
              <a:buNone/>
              <a:defRPr sz="975"/>
            </a:lvl7pPr>
            <a:lvl8pPr marL="3466673" indent="0">
              <a:buNone/>
              <a:defRPr sz="975"/>
            </a:lvl8pPr>
            <a:lvl9pPr marL="3961912" indent="0">
              <a:buNone/>
              <a:defRPr sz="975"/>
            </a:lvl9pPr>
          </a:lstStyle>
          <a:p>
            <a:pPr lvl="0"/>
            <a:r>
              <a:rPr lang="en-US" altLang="ko-KR" dirty="0" smtClean="0"/>
              <a:t>- Chapter unique feature</a:t>
            </a:r>
            <a:endParaRPr lang="ko-KR" altLang="en-US" dirty="0" smtClean="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00" y="6549002"/>
            <a:ext cx="710353" cy="163327"/>
          </a:xfrm>
          <a:prstGeom prst="rect">
            <a:avLst/>
          </a:prstGeom>
        </p:spPr>
      </p:pic>
      <p:sp>
        <p:nvSpPr>
          <p:cNvPr id="26" name="TextBox 25"/>
          <p:cNvSpPr txBox="1"/>
          <p:nvPr userDrawn="1"/>
        </p:nvSpPr>
        <p:spPr>
          <a:xfrm>
            <a:off x="711750" y="156920"/>
            <a:ext cx="1300564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904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50" dirty="0" smtClean="0">
                <a:solidFill>
                  <a:schemeClr val="bg1"/>
                </a:solidFill>
              </a:rPr>
              <a:t>Samsung Display Confidential</a:t>
            </a:r>
            <a:endParaRPr lang="ko-KR" altLang="en-US" sz="650" dirty="0" smtClean="0">
              <a:solidFill>
                <a:schemeClr val="bg1"/>
              </a:solidFill>
            </a:endParaRPr>
          </a:p>
        </p:txBody>
      </p:sp>
      <p:grpSp>
        <p:nvGrpSpPr>
          <p:cNvPr id="27" name="그룹 26"/>
          <p:cNvGrpSpPr/>
          <p:nvPr userDrawn="1"/>
        </p:nvGrpSpPr>
        <p:grpSpPr>
          <a:xfrm>
            <a:off x="273000" y="219080"/>
            <a:ext cx="390000" cy="120000"/>
            <a:chOff x="252000" y="771750"/>
            <a:chExt cx="360000" cy="90000"/>
          </a:xfrm>
        </p:grpSpPr>
        <p:sp>
          <p:nvSpPr>
            <p:cNvPr id="28" name="직사각형 27"/>
            <p:cNvSpPr/>
            <p:nvPr userDrawn="1"/>
          </p:nvSpPr>
          <p:spPr>
            <a:xfrm>
              <a:off x="252000" y="771750"/>
              <a:ext cx="90000" cy="90000"/>
            </a:xfrm>
            <a:prstGeom prst="rect">
              <a:avLst/>
            </a:prstGeom>
            <a:solidFill>
              <a:srgbClr val="E48D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387000" y="771750"/>
              <a:ext cx="90000" cy="90000"/>
            </a:xfrm>
            <a:prstGeom prst="rect">
              <a:avLst/>
            </a:prstGeom>
            <a:solidFill>
              <a:srgbClr val="A5DB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522000" y="771750"/>
              <a:ext cx="90000" cy="90000"/>
            </a:xfrm>
            <a:prstGeom prst="rect">
              <a:avLst/>
            </a:prstGeom>
            <a:solidFill>
              <a:srgbClr val="89D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</p:grpSp>
      <p:pic>
        <p:nvPicPr>
          <p:cNvPr id="24" name="Picture 7" descr="D:\Dropbox\바이너스 제작\20200302_삼성디스플레이_PPT템플릿 제작\03. DESIGN\Contents_Sample\보고용시안\Type A\Slice\00_cover_A\Samsung_Display_CI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751" y="6582936"/>
            <a:ext cx="946230" cy="10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직사각형 24"/>
          <p:cNvSpPr/>
          <p:nvPr userDrawn="1"/>
        </p:nvSpPr>
        <p:spPr>
          <a:xfrm>
            <a:off x="1" y="0"/>
            <a:ext cx="9906000" cy="6858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</p:spTree>
    <p:extLst>
      <p:ext uri="{BB962C8B-B14F-4D97-AF65-F5344CB8AC3E}">
        <p14:creationId xmlns:p14="http://schemas.microsoft.com/office/powerpoint/2010/main" val="17553350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1" y="0"/>
            <a:ext cx="9906000" cy="6858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13" name="제목 1"/>
          <p:cNvSpPr>
            <a:spLocks noGrp="1"/>
          </p:cNvSpPr>
          <p:nvPr>
            <p:ph type="title" hasCustomPrompt="1"/>
          </p:nvPr>
        </p:nvSpPr>
        <p:spPr>
          <a:xfrm>
            <a:off x="574333" y="318956"/>
            <a:ext cx="8757412" cy="576064"/>
          </a:xfrm>
        </p:spPr>
        <p:txBody>
          <a:bodyPr lIns="0" tIns="0" rIns="0" bIns="0">
            <a:noAutofit/>
          </a:bodyPr>
          <a:lstStyle>
            <a:lvl1pPr algn="ctr">
              <a:defRPr sz="2600" spc="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1" y="-9305"/>
            <a:ext cx="9906076" cy="9098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9180065" y="-9304"/>
            <a:ext cx="726932" cy="93285"/>
            <a:chOff x="252000" y="771750"/>
            <a:chExt cx="360000" cy="90000"/>
          </a:xfrm>
        </p:grpSpPr>
        <p:sp>
          <p:nvSpPr>
            <p:cNvPr id="16" name="직사각형 15"/>
            <p:cNvSpPr/>
            <p:nvPr userDrawn="1"/>
          </p:nvSpPr>
          <p:spPr>
            <a:xfrm>
              <a:off x="252000" y="771750"/>
              <a:ext cx="90000" cy="90000"/>
            </a:xfrm>
            <a:prstGeom prst="rect">
              <a:avLst/>
            </a:prstGeom>
            <a:solidFill>
              <a:srgbClr val="E48D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sp>
          <p:nvSpPr>
            <p:cNvPr id="17" name="직사각형 16"/>
            <p:cNvSpPr/>
            <p:nvPr userDrawn="1"/>
          </p:nvSpPr>
          <p:spPr>
            <a:xfrm>
              <a:off x="387000" y="771750"/>
              <a:ext cx="90000" cy="90000"/>
            </a:xfrm>
            <a:prstGeom prst="rect">
              <a:avLst/>
            </a:prstGeom>
            <a:solidFill>
              <a:srgbClr val="A5DB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sp>
          <p:nvSpPr>
            <p:cNvPr id="18" name="직사각형 17"/>
            <p:cNvSpPr/>
            <p:nvPr userDrawn="1"/>
          </p:nvSpPr>
          <p:spPr>
            <a:xfrm>
              <a:off x="522000" y="771750"/>
              <a:ext cx="90000" cy="90000"/>
            </a:xfrm>
            <a:prstGeom prst="rect">
              <a:avLst/>
            </a:prstGeom>
            <a:solidFill>
              <a:srgbClr val="89D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</p:grpSp>
      <p:sp>
        <p:nvSpPr>
          <p:cNvPr id="20" name="TextBox 19"/>
          <p:cNvSpPr txBox="1"/>
          <p:nvPr userDrawn="1"/>
        </p:nvSpPr>
        <p:spPr>
          <a:xfrm>
            <a:off x="8268001" y="87571"/>
            <a:ext cx="1637998" cy="2028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r" defTabSz="9904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58" dirty="0" smtClean="0">
                <a:solidFill>
                  <a:schemeClr val="tx1"/>
                </a:solidFill>
              </a:rPr>
              <a:t>Samsung</a:t>
            </a:r>
            <a:r>
              <a:rPr lang="en-US" altLang="ko-KR" sz="758" baseline="0" dirty="0" smtClean="0">
                <a:solidFill>
                  <a:schemeClr val="tx1"/>
                </a:solidFill>
              </a:rPr>
              <a:t> </a:t>
            </a:r>
            <a:r>
              <a:rPr lang="en-US" altLang="ko-KR" sz="758" dirty="0" smtClean="0">
                <a:solidFill>
                  <a:schemeClr val="tx1"/>
                </a:solidFill>
              </a:rPr>
              <a:t>Display</a:t>
            </a:r>
            <a:r>
              <a:rPr lang="en-US" altLang="ko-KR" sz="758" baseline="0" dirty="0" smtClean="0">
                <a:solidFill>
                  <a:schemeClr val="tx1"/>
                </a:solidFill>
              </a:rPr>
              <a:t> </a:t>
            </a:r>
            <a:r>
              <a:rPr lang="en-US" altLang="ko-KR" sz="758" dirty="0" smtClean="0">
                <a:solidFill>
                  <a:schemeClr val="tx1"/>
                </a:solidFill>
              </a:rPr>
              <a:t>Confidential</a:t>
            </a:r>
            <a:endParaRPr lang="ko-KR" altLang="en-US" sz="758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29368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0. 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6373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275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12827" y="274638"/>
            <a:ext cx="9176683" cy="562074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344497" y="980728"/>
            <a:ext cx="9145588" cy="4897437"/>
          </a:xfrm>
          <a:prstGeom prst="rect">
            <a:avLst/>
          </a:prstGeom>
        </p:spPr>
        <p:txBody>
          <a:bodyPr>
            <a:noAutofit/>
          </a:bodyPr>
          <a:lstStyle>
            <a:lvl1pPr marL="216000" indent="-216000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b="1">
                <a:solidFill>
                  <a:schemeClr val="tx1"/>
                </a:solidFill>
              </a:defRPr>
            </a:lvl1pPr>
            <a:lvl2pPr marL="363538" indent="-188913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Font typeface="Arial" pitchFamily="34" charset="0"/>
              <a:buChar char="-"/>
              <a:defRPr b="1">
                <a:solidFill>
                  <a:schemeClr val="tx1"/>
                </a:solidFill>
              </a:defRPr>
            </a:lvl2pPr>
            <a:lvl3pPr marL="538163" indent="-174625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b="1">
                <a:solidFill>
                  <a:schemeClr val="tx1"/>
                </a:solidFill>
              </a:defRPr>
            </a:lvl3pPr>
            <a:lvl4pPr marL="631825" indent="-187325">
              <a:spcBef>
                <a:spcPts val="1200"/>
              </a:spcBef>
              <a:defRPr/>
            </a:lvl4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31701924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. 표 그림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344488" y="6448434"/>
            <a:ext cx="2311400" cy="365125"/>
          </a:xfrm>
          <a:prstGeom prst="rect">
            <a:avLst/>
          </a:prstGeom>
        </p:spPr>
        <p:txBody>
          <a:bodyPr/>
          <a:lstStyle/>
          <a:p>
            <a:fld id="{6C6BC910-75EB-46C7-BF66-4DFB55062936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2021-11-17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448434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41431" y="6448434"/>
            <a:ext cx="1008115" cy="365125"/>
          </a:xfrm>
          <a:prstGeom prst="rect">
            <a:avLst/>
          </a:prstGeom>
        </p:spPr>
        <p:txBody>
          <a:bodyPr lIns="91429" tIns="45715" rIns="91429" bIns="45715"/>
          <a:lstStyle/>
          <a:p>
            <a:pPr defTabSz="914296"/>
            <a:r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smtClean="0">
                <a:solidFill>
                  <a:prstClr val="black">
                    <a:tint val="75000"/>
                  </a:prstClr>
                </a:solidFill>
              </a:rPr>
              <a:t>- </a:t>
            </a:r>
            <a:fld id="{441822C5-33CB-4DCE-9ED7-F49AA824C65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914296"/>
              <a:t>‹#›</a:t>
            </a:fld>
            <a:r>
              <a:rPr lang="en-US" altLang="ko-KR" smtClean="0">
                <a:solidFill>
                  <a:prstClr val="black">
                    <a:tint val="75000"/>
                  </a:prstClr>
                </a:solidFill>
              </a:rPr>
              <a:t>/20 -</a:t>
            </a: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516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3" name="제목 1"/>
          <p:cNvSpPr>
            <a:spLocks noGrp="1"/>
          </p:cNvSpPr>
          <p:nvPr>
            <p:ph type="title" hasCustomPrompt="1"/>
          </p:nvPr>
        </p:nvSpPr>
        <p:spPr>
          <a:xfrm>
            <a:off x="1366221" y="1916832"/>
            <a:ext cx="7173558" cy="991562"/>
          </a:xfrm>
        </p:spPr>
        <p:txBody>
          <a:bodyPr wrap="none">
            <a:noAutofit/>
          </a:bodyPr>
          <a:lstStyle>
            <a:lvl1pPr algn="ctr">
              <a:defRPr sz="4400" spc="-138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 smtClean="0"/>
              <a:t>개발실 보고자료 양식</a:t>
            </a:r>
            <a:endParaRPr lang="ko-KR" altLang="en-US" dirty="0"/>
          </a:p>
        </p:txBody>
      </p:sp>
      <p:sp>
        <p:nvSpPr>
          <p:cNvPr id="3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2690750" y="4689005"/>
            <a:ext cx="4524503" cy="1044255"/>
          </a:xfrm>
        </p:spPr>
        <p:txBody>
          <a:bodyPr wrap="none">
            <a:noAutofit/>
          </a:bodyPr>
          <a:lstStyle>
            <a:lvl1pPr marL="0" indent="0" algn="ctr">
              <a:buNone/>
              <a:defRPr sz="2400" b="1" spc="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22039" indent="0">
              <a:buNone/>
              <a:defRPr sz="1108"/>
            </a:lvl2pPr>
            <a:lvl3pPr marL="844079" indent="0">
              <a:buNone/>
              <a:defRPr sz="923"/>
            </a:lvl3pPr>
            <a:lvl4pPr marL="1266117" indent="0">
              <a:buNone/>
              <a:defRPr sz="831"/>
            </a:lvl4pPr>
            <a:lvl5pPr marL="1688156" indent="0">
              <a:buNone/>
              <a:defRPr sz="831"/>
            </a:lvl5pPr>
            <a:lvl6pPr marL="2110195" indent="0">
              <a:buNone/>
              <a:defRPr sz="831"/>
            </a:lvl6pPr>
            <a:lvl7pPr marL="2532233" indent="0">
              <a:buNone/>
              <a:defRPr sz="831"/>
            </a:lvl7pPr>
            <a:lvl8pPr marL="2954272" indent="0">
              <a:buNone/>
              <a:defRPr sz="831"/>
            </a:lvl8pPr>
            <a:lvl9pPr marL="3376311" indent="0">
              <a:buNone/>
              <a:defRPr sz="831"/>
            </a:lvl9pPr>
          </a:lstStyle>
          <a:p>
            <a:pPr lvl="0"/>
            <a:r>
              <a:rPr lang="en-US" altLang="ko-KR" dirty="0" smtClean="0"/>
              <a:t>2020. 10. 19(</a:t>
            </a:r>
            <a:r>
              <a:rPr lang="ko-KR" altLang="en-US" dirty="0" smtClean="0"/>
              <a:t>月</a:t>
            </a:r>
            <a:r>
              <a:rPr lang="en-US" altLang="ko-KR" dirty="0" smtClean="0"/>
              <a:t>) </a:t>
            </a:r>
          </a:p>
          <a:p>
            <a:pPr lvl="0"/>
            <a:r>
              <a:rPr lang="en-US" altLang="ko-KR" dirty="0" smtClean="0"/>
              <a:t>OOOO</a:t>
            </a:r>
            <a:r>
              <a:rPr lang="ko-KR" altLang="en-US" dirty="0" smtClean="0"/>
              <a:t>팀</a:t>
            </a:r>
            <a:r>
              <a:rPr lang="en-US" altLang="ko-KR" dirty="0" smtClean="0"/>
              <a:t> (</a:t>
            </a:r>
            <a:r>
              <a:rPr lang="ko-KR" altLang="en-US" dirty="0" smtClean="0"/>
              <a:t>중소형</a:t>
            </a:r>
            <a:r>
              <a:rPr lang="en-US" altLang="ko-KR" dirty="0" smtClean="0"/>
              <a:t>)</a:t>
            </a:r>
            <a:endParaRPr lang="ko-KR" altLang="en-US" dirty="0" smtClean="0"/>
          </a:p>
        </p:txBody>
      </p:sp>
      <p:sp>
        <p:nvSpPr>
          <p:cNvPr id="3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782422" y="2898991"/>
            <a:ext cx="4341158" cy="645820"/>
          </a:xfrm>
        </p:spPr>
        <p:txBody>
          <a:bodyPr wrap="none">
            <a:noAutofit/>
          </a:bodyPr>
          <a:lstStyle>
            <a:lvl1pPr marL="0" indent="0" algn="ctr">
              <a:buNone/>
              <a:defRPr sz="2400" b="1" i="0" spc="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22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- </a:t>
            </a:r>
            <a:r>
              <a:rPr lang="ko-KR" altLang="en-US" dirty="0" smtClean="0"/>
              <a:t>부제목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8" y="6525344"/>
            <a:ext cx="1156235" cy="21600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639223" y="116633"/>
            <a:ext cx="1471878" cy="205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440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38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Samsung Display Confidential</a:t>
            </a:r>
            <a:endParaRPr lang="ko-KR" altLang="en-US" sz="738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200472" y="169515"/>
            <a:ext cx="390000" cy="120000"/>
            <a:chOff x="252000" y="771750"/>
            <a:chExt cx="360000" cy="90000"/>
          </a:xfrm>
        </p:grpSpPr>
        <p:sp>
          <p:nvSpPr>
            <p:cNvPr id="5" name="직사각형 4"/>
            <p:cNvSpPr/>
            <p:nvPr userDrawn="1"/>
          </p:nvSpPr>
          <p:spPr>
            <a:xfrm>
              <a:off x="252000" y="771750"/>
              <a:ext cx="90000" cy="90000"/>
            </a:xfrm>
            <a:prstGeom prst="rect">
              <a:avLst/>
            </a:prstGeom>
            <a:solidFill>
              <a:srgbClr val="E48D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39"/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387000" y="771750"/>
              <a:ext cx="90000" cy="90000"/>
            </a:xfrm>
            <a:prstGeom prst="rect">
              <a:avLst/>
            </a:prstGeom>
            <a:solidFill>
              <a:srgbClr val="A5DB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39"/>
            </a:p>
          </p:txBody>
        </p:sp>
        <p:sp>
          <p:nvSpPr>
            <p:cNvPr id="13" name="직사각형 12"/>
            <p:cNvSpPr/>
            <p:nvPr userDrawn="1"/>
          </p:nvSpPr>
          <p:spPr>
            <a:xfrm>
              <a:off x="522000" y="771750"/>
              <a:ext cx="90000" cy="90000"/>
            </a:xfrm>
            <a:prstGeom prst="rect">
              <a:avLst/>
            </a:prstGeom>
            <a:solidFill>
              <a:srgbClr val="89D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39"/>
            </a:p>
          </p:txBody>
        </p:sp>
      </p:grp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200" y="6597344"/>
            <a:ext cx="1541336" cy="144000"/>
          </a:xfrm>
          <a:prstGeom prst="rect">
            <a:avLst/>
          </a:prstGeom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39"/>
          </a:p>
        </p:txBody>
      </p:sp>
    </p:spTree>
    <p:extLst>
      <p:ext uri="{BB962C8B-B14F-4D97-AF65-F5344CB8AC3E}">
        <p14:creationId xmlns:p14="http://schemas.microsoft.com/office/powerpoint/2010/main" val="389642865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orient="horz" pos="1620">
          <p15:clr>
            <a:srgbClr val="FBAE40"/>
          </p15:clr>
        </p15:guide>
        <p15:guide id="2" pos="3121">
          <p15:clr>
            <a:srgbClr val="FBAE40"/>
          </p15:clr>
        </p15:guide>
        <p15:guide id="3" orient="horz" pos="3151">
          <p15:clr>
            <a:srgbClr val="FBAE40"/>
          </p15:clr>
        </p15:guide>
        <p15:guide id="4" orient="horz" pos="89">
          <p15:clr>
            <a:srgbClr val="FBAE40"/>
          </p15:clr>
        </p15:guide>
        <p15:guide id="5" pos="80">
          <p15:clr>
            <a:srgbClr val="FBAE40"/>
          </p15:clr>
        </p15:guide>
        <p15:guide id="6" pos="6160">
          <p15:clr>
            <a:srgbClr val="FBAE40"/>
          </p15:clr>
        </p15:guide>
        <p15:guide id="7" pos="172">
          <p15:clr>
            <a:srgbClr val="FBAE40"/>
          </p15:clr>
        </p15:guide>
        <p15:guide id="8" pos="606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6D0C1-BFA3-46D4-92EE-D21ED70DEFD9}" type="datetimeFigureOut">
              <a:rPr lang="ko-KR" altLang="en-US" smtClean="0"/>
              <a:t>2021-11-17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EEA73-4478-4E08-959F-DC1816467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233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7" r:id="rId12"/>
    <p:sldLayoutId id="2147483678" r:id="rId13"/>
    <p:sldLayoutId id="2147483679" r:id="rId14"/>
    <p:sldLayoutId id="2147483729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940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6" r:id="rId3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5pPr>
      <a:lvl6pPr marL="389410" algn="l" rtl="0" fontAlgn="base" latinLnBrk="1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6pPr>
      <a:lvl7pPr marL="778819" algn="l" rtl="0" fontAlgn="base" latinLnBrk="1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7pPr>
      <a:lvl8pPr marL="1168227" algn="l" rtl="0" fontAlgn="base" latinLnBrk="1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8pPr>
      <a:lvl9pPr marL="1557637" algn="l" rtl="0" fontAlgn="base" latinLnBrk="1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9pPr>
    </p:titleStyle>
    <p:bodyStyle>
      <a:lvl1pPr marL="290837" indent="-290837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727">
          <a:solidFill>
            <a:schemeClr val="tx1"/>
          </a:solidFill>
          <a:latin typeface="+mn-lt"/>
          <a:ea typeface="+mn-ea"/>
          <a:cs typeface="+mn-cs"/>
        </a:defRPr>
      </a:lvl1pPr>
      <a:lvl2pPr marL="630372" indent="-24213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386">
          <a:solidFill>
            <a:schemeClr val="tx1"/>
          </a:solidFill>
          <a:latin typeface="+mn-lt"/>
          <a:ea typeface="+mn-ea"/>
        </a:defRPr>
      </a:lvl2pPr>
      <a:lvl3pPr marL="972613" indent="-193441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960">
          <a:solidFill>
            <a:schemeClr val="tx1"/>
          </a:solidFill>
          <a:latin typeface="+mn-lt"/>
          <a:ea typeface="+mn-ea"/>
        </a:defRPr>
      </a:lvl3pPr>
      <a:lvl4pPr marL="1360847" indent="-193441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705">
          <a:solidFill>
            <a:schemeClr val="tx1"/>
          </a:solidFill>
          <a:latin typeface="+mn-lt"/>
          <a:ea typeface="+mn-ea"/>
        </a:defRPr>
      </a:lvl4pPr>
      <a:lvl5pPr marL="1751786" indent="-193441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5pPr>
      <a:lvl6pPr marL="2141751" indent="-194704" algn="l" rtl="0" fontAlgn="base" latinLnBrk="1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6pPr>
      <a:lvl7pPr marL="2531159" indent="-194704" algn="l" rtl="0" fontAlgn="base" latinLnBrk="1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7pPr>
      <a:lvl8pPr marL="2920568" indent="-194704" algn="l" rtl="0" fontAlgn="base" latinLnBrk="1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8pPr>
      <a:lvl9pPr marL="3309978" indent="-194704" algn="l" rtl="0" fontAlgn="base" latinLnBrk="1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1pPr>
      <a:lvl2pPr marL="389410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2pPr>
      <a:lvl3pPr marL="778819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3pPr>
      <a:lvl4pPr marL="1168227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4pPr>
      <a:lvl5pPr marL="1557637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5pPr>
      <a:lvl6pPr marL="1947046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6pPr>
      <a:lvl7pPr marL="2336455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7pPr>
      <a:lvl8pPr marL="2725864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8pPr>
      <a:lvl9pPr marL="3115273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971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5pPr>
      <a:lvl6pPr marL="389410" algn="l" rtl="0" fontAlgn="base" latinLnBrk="1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6pPr>
      <a:lvl7pPr marL="778819" algn="l" rtl="0" fontAlgn="base" latinLnBrk="1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7pPr>
      <a:lvl8pPr marL="1168227" algn="l" rtl="0" fontAlgn="base" latinLnBrk="1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8pPr>
      <a:lvl9pPr marL="1557637" algn="l" rtl="0" fontAlgn="base" latinLnBrk="1">
        <a:spcBef>
          <a:spcPct val="0"/>
        </a:spcBef>
        <a:spcAft>
          <a:spcPct val="0"/>
        </a:spcAft>
        <a:defRPr kumimoji="1" sz="2727" b="1">
          <a:solidFill>
            <a:srgbClr val="000066"/>
          </a:solidFill>
          <a:latin typeface="굴림" charset="-127"/>
          <a:ea typeface="굴림" charset="-127"/>
        </a:defRPr>
      </a:lvl9pPr>
    </p:titleStyle>
    <p:bodyStyle>
      <a:lvl1pPr marL="290837" indent="-290837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727">
          <a:solidFill>
            <a:schemeClr val="tx1"/>
          </a:solidFill>
          <a:latin typeface="+mn-lt"/>
          <a:ea typeface="+mn-ea"/>
          <a:cs typeface="+mn-cs"/>
        </a:defRPr>
      </a:lvl1pPr>
      <a:lvl2pPr marL="630372" indent="-24213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386">
          <a:solidFill>
            <a:schemeClr val="tx1"/>
          </a:solidFill>
          <a:latin typeface="+mn-lt"/>
          <a:ea typeface="+mn-ea"/>
        </a:defRPr>
      </a:lvl2pPr>
      <a:lvl3pPr marL="972613" indent="-193441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960">
          <a:solidFill>
            <a:schemeClr val="tx1"/>
          </a:solidFill>
          <a:latin typeface="+mn-lt"/>
          <a:ea typeface="+mn-ea"/>
        </a:defRPr>
      </a:lvl3pPr>
      <a:lvl4pPr marL="1360847" indent="-193441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705">
          <a:solidFill>
            <a:schemeClr val="tx1"/>
          </a:solidFill>
          <a:latin typeface="+mn-lt"/>
          <a:ea typeface="+mn-ea"/>
        </a:defRPr>
      </a:lvl4pPr>
      <a:lvl5pPr marL="1751786" indent="-193441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5pPr>
      <a:lvl6pPr marL="2141751" indent="-194704" algn="l" rtl="0" fontAlgn="base" latinLnBrk="1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6pPr>
      <a:lvl7pPr marL="2531159" indent="-194704" algn="l" rtl="0" fontAlgn="base" latinLnBrk="1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7pPr>
      <a:lvl8pPr marL="2920568" indent="-194704" algn="l" rtl="0" fontAlgn="base" latinLnBrk="1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8pPr>
      <a:lvl9pPr marL="3309978" indent="-194704" algn="l" rtl="0" fontAlgn="base" latinLnBrk="1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1pPr>
      <a:lvl2pPr marL="389410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2pPr>
      <a:lvl3pPr marL="778819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3pPr>
      <a:lvl4pPr marL="1168227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4pPr>
      <a:lvl5pPr marL="1557637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5pPr>
      <a:lvl6pPr marL="1947046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6pPr>
      <a:lvl7pPr marL="2336455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7pPr>
      <a:lvl8pPr marL="2725864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8pPr>
      <a:lvl9pPr marL="3115273" algn="l" defTabSz="778819" rtl="0" eaLnBrk="1" latinLnBrk="1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4"/>
          <p:cNvSpPr>
            <a:spLocks noChangeShapeType="1"/>
          </p:cNvSpPr>
          <p:nvPr userDrawn="1"/>
        </p:nvSpPr>
        <p:spPr bwMode="auto">
          <a:xfrm>
            <a:off x="4" y="763588"/>
            <a:ext cx="9906000" cy="0"/>
          </a:xfrm>
          <a:prstGeom prst="line">
            <a:avLst/>
          </a:prstGeom>
          <a:noFill/>
          <a:ln w="50800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 lIns="68549" tIns="34274" rIns="68549" bIns="34274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3375">
              <a:solidFill>
                <a:srgbClr val="0000FF"/>
              </a:solidFill>
              <a:latin typeface="HY견고딕" pitchFamily="18" charset="-127"/>
            </a:endParaRPr>
          </a:p>
        </p:txBody>
      </p:sp>
      <p:sp>
        <p:nvSpPr>
          <p:cNvPr id="7" name="직사각형 5"/>
          <p:cNvSpPr>
            <a:spLocks noChangeArrowheads="1"/>
          </p:cNvSpPr>
          <p:nvPr userDrawn="1"/>
        </p:nvSpPr>
        <p:spPr bwMode="auto">
          <a:xfrm>
            <a:off x="8418392" y="93986"/>
            <a:ext cx="103073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b="1" kern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SAMSUNG SECRET</a:t>
            </a:r>
            <a:endParaRPr lang="ko-KR" altLang="en-US" sz="900" b="1" kern="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" name="Picture 2" descr="D:\Non_Documents\SDC\시그니처-웹용6.pn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163" y="6581092"/>
            <a:ext cx="2029354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그룹 21"/>
          <p:cNvGrpSpPr>
            <a:grpSpLocks/>
          </p:cNvGrpSpPr>
          <p:nvPr userDrawn="1"/>
        </p:nvGrpSpPr>
        <p:grpSpPr bwMode="auto">
          <a:xfrm>
            <a:off x="7942295" y="6523562"/>
            <a:ext cx="1907251" cy="322262"/>
            <a:chOff x="6156173" y="5085214"/>
            <a:chExt cx="1759497" cy="321752"/>
          </a:xfrm>
        </p:grpSpPr>
        <p:pic>
          <p:nvPicPr>
            <p:cNvPr id="13" name="Picture 7"/>
            <p:cNvPicPr>
              <a:picLocks noChangeAspect="1" noChangeArrowheads="1"/>
            </p:cNvPicPr>
            <p:nvPr userDrawn="1"/>
          </p:nvPicPr>
          <p:blipFill>
            <a:blip r:embed="rId6" cstate="print"/>
            <a:srcRect b="12959"/>
            <a:stretch>
              <a:fillRect/>
            </a:stretch>
          </p:blipFill>
          <p:spPr bwMode="auto">
            <a:xfrm>
              <a:off x="6156173" y="5085214"/>
              <a:ext cx="1759497" cy="288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직사각형 13"/>
            <p:cNvSpPr/>
            <p:nvPr userDrawn="1"/>
          </p:nvSpPr>
          <p:spPr>
            <a:xfrm>
              <a:off x="6579785" y="5327717"/>
              <a:ext cx="788520" cy="79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75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11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rgbClr val="000066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rgbClr val="000066"/>
          </a:solidFill>
          <a:latin typeface="굴림" charset="-127"/>
          <a:ea typeface="굴림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rgbClr val="000066"/>
          </a:solidFill>
          <a:latin typeface="굴림" charset="-127"/>
          <a:ea typeface="굴림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rgbClr val="000066"/>
          </a:solidFill>
          <a:latin typeface="굴림" charset="-127"/>
          <a:ea typeface="굴림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rgbClr val="000066"/>
          </a:solidFill>
          <a:latin typeface="굴림" charset="-127"/>
          <a:ea typeface="굴림" charset="-127"/>
        </a:defRPr>
      </a:lvl5pPr>
      <a:lvl6pPr marL="342745" algn="l" rtl="0" fontAlgn="base" latinLnBrk="1">
        <a:spcBef>
          <a:spcPct val="0"/>
        </a:spcBef>
        <a:spcAft>
          <a:spcPct val="0"/>
        </a:spcAft>
        <a:defRPr kumimoji="1" sz="2400" b="1">
          <a:solidFill>
            <a:srgbClr val="000066"/>
          </a:solidFill>
          <a:latin typeface="굴림" charset="-127"/>
          <a:ea typeface="굴림" charset="-127"/>
        </a:defRPr>
      </a:lvl6pPr>
      <a:lvl7pPr marL="685488" algn="l" rtl="0" fontAlgn="base" latinLnBrk="1">
        <a:spcBef>
          <a:spcPct val="0"/>
        </a:spcBef>
        <a:spcAft>
          <a:spcPct val="0"/>
        </a:spcAft>
        <a:defRPr kumimoji="1" sz="2400" b="1">
          <a:solidFill>
            <a:srgbClr val="000066"/>
          </a:solidFill>
          <a:latin typeface="굴림" charset="-127"/>
          <a:ea typeface="굴림" charset="-127"/>
        </a:defRPr>
      </a:lvl7pPr>
      <a:lvl8pPr marL="1028232" algn="l" rtl="0" fontAlgn="base" latinLnBrk="1">
        <a:spcBef>
          <a:spcPct val="0"/>
        </a:spcBef>
        <a:spcAft>
          <a:spcPct val="0"/>
        </a:spcAft>
        <a:defRPr kumimoji="1" sz="2400" b="1">
          <a:solidFill>
            <a:srgbClr val="000066"/>
          </a:solidFill>
          <a:latin typeface="굴림" charset="-127"/>
          <a:ea typeface="굴림" charset="-127"/>
        </a:defRPr>
      </a:lvl8pPr>
      <a:lvl9pPr marL="1370977" algn="l" rtl="0" fontAlgn="base" latinLnBrk="1">
        <a:spcBef>
          <a:spcPct val="0"/>
        </a:spcBef>
        <a:spcAft>
          <a:spcPct val="0"/>
        </a:spcAft>
        <a:defRPr kumimoji="1" sz="2400" b="1">
          <a:solidFill>
            <a:srgbClr val="000066"/>
          </a:solidFill>
          <a:latin typeface="굴림" charset="-127"/>
          <a:ea typeface="굴림" charset="-127"/>
        </a:defRPr>
      </a:lvl9pPr>
    </p:titleStyle>
    <p:bodyStyle>
      <a:lvl1pPr marL="255985" indent="-25598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4831" indent="-213122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6060" indent="-17026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725">
          <a:solidFill>
            <a:schemeClr val="tx1"/>
          </a:solidFill>
          <a:latin typeface="+mn-lt"/>
          <a:ea typeface="+mn-ea"/>
        </a:defRPr>
      </a:lvl3pPr>
      <a:lvl4pPr marL="1197769" indent="-17026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1860" indent="-17026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092" indent="-171371" algn="l" rtl="0" fontAlgn="base" latinLnBrk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7836" indent="-171371" algn="l" rtl="0" fontAlgn="base" latinLnBrk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0580" indent="-171371" algn="l" rtl="0" fontAlgn="base" latinLnBrk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3325" indent="-171371" algn="l" rtl="0" fontAlgn="base" latinLnBrk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685488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745" algn="l" defTabSz="685488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488" algn="l" defTabSz="685488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232" algn="l" defTabSz="685488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0977" algn="l" defTabSz="685488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3720" algn="l" defTabSz="685488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464" algn="l" defTabSz="685488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208" algn="l" defTabSz="685488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1952" algn="l" defTabSz="685488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1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제목을 입력합니다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1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1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B74F3-54B2-4D6E-AF7E-A0440720090A}" type="datetime1">
              <a:rPr lang="ko-KR" altLang="en-US" smtClean="0"/>
              <a:t>2021-11-17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1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5D479-E8B5-4F1D-8D4E-941AB12399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579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90478" rtl="0" eaLnBrk="1" latinLnBrk="1" hangingPunct="1">
        <a:spcBef>
          <a:spcPct val="0"/>
        </a:spcBef>
        <a:buNone/>
        <a:defRPr sz="4874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429" indent="-371429" algn="l" defTabSz="990478" rtl="0" eaLnBrk="1" latinLnBrk="1" hangingPunct="1">
        <a:spcBef>
          <a:spcPct val="20000"/>
        </a:spcBef>
        <a:buFont typeface="Arial" panose="020B0604020202020204" pitchFamily="34" charset="0"/>
        <a:buChar char="•"/>
        <a:defRPr sz="3466" kern="1200">
          <a:solidFill>
            <a:schemeClr val="tx1"/>
          </a:solidFill>
          <a:latin typeface="+mn-lt"/>
          <a:ea typeface="+mn-ea"/>
          <a:cs typeface="+mn-cs"/>
        </a:defRPr>
      </a:lvl1pPr>
      <a:lvl2pPr marL="804763" indent="-309524" algn="l" defTabSz="990478" rtl="0" eaLnBrk="1" latinLnBrk="1" hangingPunct="1">
        <a:spcBef>
          <a:spcPct val="20000"/>
        </a:spcBef>
        <a:buFont typeface="Arial" panose="020B0604020202020204" pitchFamily="34" charset="0"/>
        <a:buChar char="–"/>
        <a:defRPr sz="3033" kern="1200">
          <a:solidFill>
            <a:schemeClr val="tx1"/>
          </a:solidFill>
          <a:latin typeface="+mn-lt"/>
          <a:ea typeface="+mn-ea"/>
          <a:cs typeface="+mn-cs"/>
        </a:defRPr>
      </a:lvl2pPr>
      <a:lvl3pPr marL="1238098" indent="-247620" algn="l" defTabSz="990478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3337" indent="-247620" algn="l" defTabSz="990478" rtl="0" eaLnBrk="1" latinLnBrk="1" hangingPunct="1">
        <a:spcBef>
          <a:spcPct val="20000"/>
        </a:spcBef>
        <a:buFont typeface="Arial" panose="020B0604020202020204" pitchFamily="34" charset="0"/>
        <a:buChar char="–"/>
        <a:defRPr sz="2166" kern="1200">
          <a:solidFill>
            <a:schemeClr val="tx1"/>
          </a:solidFill>
          <a:latin typeface="+mn-lt"/>
          <a:ea typeface="+mn-ea"/>
          <a:cs typeface="+mn-cs"/>
        </a:defRPr>
      </a:lvl4pPr>
      <a:lvl5pPr marL="2228576" indent="-247620" algn="l" defTabSz="990478" rtl="0" eaLnBrk="1" latinLnBrk="1" hangingPunct="1">
        <a:spcBef>
          <a:spcPct val="20000"/>
        </a:spcBef>
        <a:buFont typeface="Arial" panose="020B0604020202020204" pitchFamily="34" charset="0"/>
        <a:buChar char="»"/>
        <a:defRPr sz="2166" kern="1200">
          <a:solidFill>
            <a:schemeClr val="tx1"/>
          </a:solidFill>
          <a:latin typeface="+mn-lt"/>
          <a:ea typeface="+mn-ea"/>
          <a:cs typeface="+mn-cs"/>
        </a:defRPr>
      </a:lvl5pPr>
      <a:lvl6pPr marL="2723815" indent="-247620" algn="l" defTabSz="990478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6" kern="1200">
          <a:solidFill>
            <a:schemeClr val="tx1"/>
          </a:solidFill>
          <a:latin typeface="+mn-lt"/>
          <a:ea typeface="+mn-ea"/>
          <a:cs typeface="+mn-cs"/>
        </a:defRPr>
      </a:lvl6pPr>
      <a:lvl7pPr marL="3219054" indent="-247620" algn="l" defTabSz="990478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6" kern="1200">
          <a:solidFill>
            <a:schemeClr val="tx1"/>
          </a:solidFill>
          <a:latin typeface="+mn-lt"/>
          <a:ea typeface="+mn-ea"/>
          <a:cs typeface="+mn-cs"/>
        </a:defRPr>
      </a:lvl7pPr>
      <a:lvl8pPr marL="3714293" indent="-247620" algn="l" defTabSz="990478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6" kern="1200">
          <a:solidFill>
            <a:schemeClr val="tx1"/>
          </a:solidFill>
          <a:latin typeface="+mn-lt"/>
          <a:ea typeface="+mn-ea"/>
          <a:cs typeface="+mn-cs"/>
        </a:defRPr>
      </a:lvl8pPr>
      <a:lvl9pPr marL="4209532" indent="-247620" algn="l" defTabSz="990478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47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39" algn="l" defTabSz="99047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478" algn="l" defTabSz="99047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717" algn="l" defTabSz="99047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0956" algn="l" defTabSz="99047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195" algn="l" defTabSz="99047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34" algn="l" defTabSz="99047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673" algn="l" defTabSz="99047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1912" algn="l" defTabSz="99047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645334"/>
            <a:ext cx="8420100" cy="1201737"/>
          </a:xfrm>
        </p:spPr>
        <p:txBody>
          <a:bodyPr>
            <a:normAutofit fontScale="90000"/>
          </a:bodyPr>
          <a:lstStyle/>
          <a:p>
            <a:r>
              <a:rPr lang="en-US" altLang="ko-KR" sz="6600" dirty="0" err="1" smtClean="0">
                <a:latin typeface="+mn-ea"/>
                <a:ea typeface="+mn-ea"/>
              </a:rPr>
              <a:t>Vicon</a:t>
            </a:r>
            <a:r>
              <a:rPr lang="en-US" altLang="ko-KR" sz="6600" dirty="0" smtClean="0">
                <a:latin typeface="+mn-ea"/>
                <a:ea typeface="+mn-ea"/>
              </a:rPr>
              <a:t> </a:t>
            </a:r>
            <a:r>
              <a:rPr lang="ko-KR" altLang="en-US" sz="6600" dirty="0" smtClean="0">
                <a:latin typeface="+mn-ea"/>
                <a:ea typeface="+mn-ea"/>
              </a:rPr>
              <a:t>통신 검증</a:t>
            </a:r>
            <a:r>
              <a:rPr lang="en-US" altLang="ko-KR" sz="6600" dirty="0" smtClean="0">
                <a:latin typeface="+mn-ea"/>
                <a:ea typeface="+mn-ea"/>
              </a:rPr>
              <a:t/>
            </a:r>
            <a:br>
              <a:rPr lang="en-US" altLang="ko-KR" sz="6600" dirty="0" smtClean="0">
                <a:latin typeface="+mn-ea"/>
                <a:ea typeface="+mn-ea"/>
              </a:rPr>
            </a:br>
            <a:r>
              <a:rPr lang="ko-KR" altLang="en-US" sz="6600" dirty="0" smtClean="0">
                <a:latin typeface="+mn-ea"/>
                <a:ea typeface="+mn-ea"/>
              </a:rPr>
              <a:t> 프로그램 </a:t>
            </a:r>
            <a:r>
              <a:rPr lang="en-US" altLang="ko-KR" sz="6600" dirty="0" smtClean="0">
                <a:latin typeface="+mn-ea"/>
                <a:ea typeface="+mn-ea"/>
              </a:rPr>
              <a:t>SOP</a:t>
            </a:r>
            <a:endParaRPr lang="ko-KR" altLang="en-US" sz="6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516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서버 임시 </a:t>
            </a: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UI (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업체 프로그램 대응용</a:t>
            </a: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0" y="1346997"/>
            <a:ext cx="6757323" cy="468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5037530" y="1579418"/>
            <a:ext cx="985945" cy="2826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542067" y="1131658"/>
            <a:ext cx="280970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Clieck</a:t>
            </a:r>
            <a:r>
              <a:rPr lang="en-US" altLang="ko-KR" dirty="0" smtClean="0"/>
              <a:t> (IP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Port </a:t>
            </a:r>
            <a:r>
              <a:rPr lang="ko-KR" altLang="en-US" dirty="0" smtClean="0"/>
              <a:t>확인 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338549" y="3319548"/>
            <a:ext cx="6103815" cy="2549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6171545" y="4800342"/>
            <a:ext cx="2809702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변경 가능하나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초기 상태로 평가 가능</a:t>
            </a:r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668" y="1666701"/>
            <a:ext cx="13811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화살표 연결선 4"/>
          <p:cNvCxnSpPr>
            <a:stCxn id="2" idx="3"/>
            <a:endCxn id="1027" idx="1"/>
          </p:cNvCxnSpPr>
          <p:nvPr/>
        </p:nvCxnSpPr>
        <p:spPr>
          <a:xfrm>
            <a:off x="6023475" y="1720735"/>
            <a:ext cx="2046193" cy="16504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92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01160" y="692696"/>
            <a:ext cx="96958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Vicon2.0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통신 검증 </a:t>
            </a: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UI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-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자동 접속 됨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537854"/>
            <a:ext cx="8959797" cy="413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6675137" y="2094808"/>
            <a:ext cx="2477176" cy="10806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6508873" y="1353188"/>
            <a:ext cx="349133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IP 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Port </a:t>
            </a:r>
            <a:r>
              <a:rPr lang="ko-KR" altLang="en-US" dirty="0" smtClean="0"/>
              <a:t>확인 </a:t>
            </a:r>
            <a:r>
              <a:rPr lang="en-US" altLang="ko-KR" dirty="0" smtClean="0"/>
              <a:t>(</a:t>
            </a:r>
            <a:r>
              <a:rPr lang="ko-KR" altLang="en-US" dirty="0" smtClean="0"/>
              <a:t>자동 접속 됨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062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</a:t>
            </a: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71" y="2085715"/>
            <a:ext cx="4560396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609" y="2042853"/>
            <a:ext cx="43243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847898" y="1363287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 (</a:t>
            </a:r>
            <a:r>
              <a:rPr lang="en-US" altLang="ko-KR" dirty="0" err="1" smtClean="0"/>
              <a:t>Vicon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237316" y="1432559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Sever (</a:t>
            </a:r>
            <a:r>
              <a:rPr lang="ko-KR" altLang="en-US" dirty="0" smtClean="0"/>
              <a:t>운영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95747" y="3076852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접속과 동시에 채널 정보 전송</a:t>
            </a:r>
            <a:endParaRPr lang="ko-KR" alt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42" y="3627828"/>
            <a:ext cx="916093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13" y="4354413"/>
            <a:ext cx="4554054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492815" y="5551249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접속 </a:t>
            </a:r>
            <a:r>
              <a:rPr lang="en-US" altLang="ko-KR" dirty="0" smtClean="0"/>
              <a:t>ACK </a:t>
            </a:r>
            <a:r>
              <a:rPr lang="ko-KR" altLang="en-US" dirty="0" smtClean="0"/>
              <a:t>받으면 바로 프로그램 버전 전달 </a:t>
            </a:r>
            <a:r>
              <a:rPr lang="en-US" altLang="ko-KR" dirty="0" smtClean="0"/>
              <a:t>--- CELL LOG </a:t>
            </a:r>
            <a:r>
              <a:rPr lang="ko-KR" altLang="en-US" dirty="0" smtClean="0"/>
              <a:t>추가 필요</a:t>
            </a:r>
            <a:endParaRPr lang="ko-KR" altLang="en-US" dirty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609" y="2532981"/>
            <a:ext cx="3829013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직사각형 15"/>
          <p:cNvSpPr/>
          <p:nvPr/>
        </p:nvSpPr>
        <p:spPr>
          <a:xfrm>
            <a:off x="8345995" y="2615501"/>
            <a:ext cx="681627" cy="2826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608" y="4325877"/>
            <a:ext cx="4580467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021" y="5030688"/>
            <a:ext cx="4581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/>
          <p:cNvSpPr/>
          <p:nvPr/>
        </p:nvSpPr>
        <p:spPr>
          <a:xfrm>
            <a:off x="8969919" y="5089396"/>
            <a:ext cx="681627" cy="2826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50" y="6104053"/>
            <a:ext cx="92678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864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47898" y="1363287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 (</a:t>
            </a:r>
            <a:r>
              <a:rPr lang="en-US" altLang="ko-KR" dirty="0" err="1" smtClean="0"/>
              <a:t>Vicon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237316" y="1432559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Sever (</a:t>
            </a:r>
            <a:r>
              <a:rPr lang="ko-KR" altLang="en-US" dirty="0" smtClean="0"/>
              <a:t>운영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82" y="1865602"/>
            <a:ext cx="10953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48" y="2332327"/>
            <a:ext cx="4253483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525" y="3633788"/>
            <a:ext cx="45624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465166" y="4124255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카메라가 연결 되었다고 가정 하에 </a:t>
            </a:r>
            <a:r>
              <a:rPr lang="en-US" altLang="ko-KR" dirty="0" smtClean="0"/>
              <a:t>ALL CAM </a:t>
            </a:r>
            <a:r>
              <a:rPr lang="ko-KR" altLang="en-US" dirty="0" smtClean="0"/>
              <a:t>누른 다음 </a:t>
            </a:r>
            <a:r>
              <a:rPr lang="en-US" altLang="ko-KR" dirty="0" smtClean="0"/>
              <a:t>ACK </a:t>
            </a:r>
            <a:r>
              <a:rPr lang="ko-KR" altLang="en-US" dirty="0" smtClean="0"/>
              <a:t>테스트 필요</a:t>
            </a:r>
            <a:endParaRPr lang="ko-KR" altLang="en-US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2541877"/>
            <a:ext cx="4953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06" y="4611311"/>
            <a:ext cx="9587914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5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</a:t>
            </a: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768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47898" y="1363287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 (</a:t>
            </a:r>
            <a:r>
              <a:rPr lang="en-US" altLang="ko-KR" dirty="0" err="1" smtClean="0"/>
              <a:t>Vicon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237316" y="1432559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Sever (</a:t>
            </a:r>
            <a:r>
              <a:rPr lang="ko-KR" altLang="en-US" dirty="0" smtClean="0"/>
              <a:t>운영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398" y="1905952"/>
            <a:ext cx="45624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306" y="2512868"/>
            <a:ext cx="732472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73" y="3048087"/>
            <a:ext cx="941070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672985" y="5861615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ACK </a:t>
            </a:r>
            <a:r>
              <a:rPr lang="ko-KR" altLang="en-US" dirty="0" smtClean="0"/>
              <a:t>정상으로 받는지 검증 필요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</a:t>
            </a: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</a:t>
            </a:r>
            <a:r>
              <a:rPr lang="ko-KR" altLang="en-US" sz="2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668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47898" y="1363287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 (</a:t>
            </a:r>
            <a:r>
              <a:rPr lang="en-US" altLang="ko-KR" dirty="0" err="1" smtClean="0"/>
              <a:t>Vicon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237316" y="1432559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Sever (</a:t>
            </a:r>
            <a:r>
              <a:rPr lang="ko-KR" altLang="en-US" dirty="0" smtClean="0"/>
              <a:t>운영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34023" y="4049440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ACK </a:t>
            </a:r>
            <a:r>
              <a:rPr lang="ko-KR" altLang="en-US" dirty="0" smtClean="0"/>
              <a:t>정상으로 받는지 검증 필요 </a:t>
            </a:r>
            <a:r>
              <a:rPr lang="en-US" altLang="ko-KR" dirty="0" smtClean="0"/>
              <a:t>--- GOOD/NG </a:t>
            </a:r>
            <a:r>
              <a:rPr lang="ko-KR" altLang="en-US" dirty="0" smtClean="0"/>
              <a:t>처리 테스트 진행 필요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</a:t>
            </a: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</a:t>
            </a:r>
            <a:r>
              <a:rPr lang="ko-KR" altLang="en-US" sz="2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095" y="1884652"/>
            <a:ext cx="45624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057" y="2452428"/>
            <a:ext cx="41052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2986347"/>
            <a:ext cx="93059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432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47898" y="1363287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 (</a:t>
            </a:r>
            <a:r>
              <a:rPr lang="en-US" altLang="ko-KR" dirty="0" err="1" smtClean="0"/>
              <a:t>Vicon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237316" y="1432559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Sever (</a:t>
            </a:r>
            <a:r>
              <a:rPr lang="ko-KR" altLang="en-US" dirty="0" smtClean="0"/>
              <a:t>운영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37928" y="3966313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Vicon</a:t>
            </a:r>
            <a:r>
              <a:rPr lang="ko-KR" altLang="en-US" dirty="0" smtClean="0"/>
              <a:t>에서 패턴 정보 전달 </a:t>
            </a:r>
            <a:r>
              <a:rPr lang="en-US" altLang="ko-KR" dirty="0" smtClean="0"/>
              <a:t>--- </a:t>
            </a:r>
            <a:r>
              <a:rPr lang="en-US" altLang="ko-KR" dirty="0" err="1" smtClean="0"/>
              <a:t>TXHost</a:t>
            </a:r>
            <a:r>
              <a:rPr lang="ko-KR" altLang="en-US" dirty="0" smtClean="0"/>
              <a:t>연결 확인 필요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</a:t>
            </a: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</a:t>
            </a:r>
            <a:r>
              <a:rPr lang="ko-KR" altLang="en-US" sz="2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85" y="1694410"/>
            <a:ext cx="96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274" y="2365836"/>
            <a:ext cx="20764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095" y="2757488"/>
            <a:ext cx="45243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3257550"/>
            <a:ext cx="92106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184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47898" y="1363287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 (</a:t>
            </a:r>
            <a:r>
              <a:rPr lang="en-US" altLang="ko-KR" dirty="0" err="1" smtClean="0"/>
              <a:t>Vicon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237316" y="1432559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Sever (</a:t>
            </a:r>
            <a:r>
              <a:rPr lang="ko-KR" altLang="en-US" dirty="0" smtClean="0"/>
              <a:t>운영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29615" y="4697833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패턴 구동 후 </a:t>
            </a:r>
            <a:r>
              <a:rPr lang="en-US" altLang="ko-KR" dirty="0" err="1" smtClean="0"/>
              <a:t>Vicon</a:t>
            </a:r>
            <a:r>
              <a:rPr lang="ko-KR" altLang="en-US" dirty="0" smtClean="0"/>
              <a:t>에 전달 평가 </a:t>
            </a:r>
            <a:r>
              <a:rPr lang="en-US" altLang="ko-KR" dirty="0" smtClean="0"/>
              <a:t>--- ACK </a:t>
            </a:r>
            <a:r>
              <a:rPr lang="ko-KR" altLang="en-US" dirty="0" smtClean="0"/>
              <a:t>확인 요청</a:t>
            </a:r>
            <a:endParaRPr lang="en-US" altLang="ko-KR" dirty="0" smtClean="0"/>
          </a:p>
        </p:txBody>
      </p:sp>
      <p:sp>
        <p:nvSpPr>
          <p:cNvPr id="17" name="TextBox 1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</a:t>
            </a: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</a:t>
            </a:r>
            <a:r>
              <a:rPr lang="ko-KR" altLang="en-US" sz="2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095" y="1934441"/>
            <a:ext cx="4572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095" y="2677910"/>
            <a:ext cx="47625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633556" y="2429741"/>
            <a:ext cx="922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또는</a:t>
            </a:r>
            <a:endParaRPr lang="ko-KR" altLang="en-US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095" y="3150523"/>
            <a:ext cx="261524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32" y="3902306"/>
            <a:ext cx="9382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110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47898" y="1363287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 (</a:t>
            </a:r>
            <a:r>
              <a:rPr lang="en-US" altLang="ko-KR" dirty="0" err="1" smtClean="0"/>
              <a:t>Vicon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237316" y="1432559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Sever (</a:t>
            </a:r>
            <a:r>
              <a:rPr lang="ko-KR" altLang="en-US" dirty="0" smtClean="0"/>
              <a:t>운영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29615" y="4223992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패턴 구동 후 </a:t>
            </a:r>
            <a:r>
              <a:rPr lang="en-US" altLang="ko-KR" dirty="0" err="1" smtClean="0"/>
              <a:t>Vicon</a:t>
            </a:r>
            <a:r>
              <a:rPr lang="ko-KR" altLang="en-US" dirty="0" smtClean="0"/>
              <a:t>에 전달 평가 </a:t>
            </a:r>
            <a:r>
              <a:rPr lang="en-US" altLang="ko-KR" dirty="0" smtClean="0"/>
              <a:t>--- ACK </a:t>
            </a:r>
            <a:r>
              <a:rPr lang="ko-KR" altLang="en-US" dirty="0" smtClean="0"/>
              <a:t>확인 요청</a:t>
            </a:r>
            <a:endParaRPr lang="en-US" altLang="ko-KR" dirty="0" smtClean="0"/>
          </a:p>
        </p:txBody>
      </p:sp>
      <p:sp>
        <p:nvSpPr>
          <p:cNvPr id="17" name="TextBox 1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</a:t>
            </a: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</a:t>
            </a:r>
            <a:r>
              <a:rPr lang="ko-KR" altLang="en-US" sz="2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095" y="1934441"/>
            <a:ext cx="4572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094" y="2493818"/>
            <a:ext cx="261524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32" y="3428465"/>
            <a:ext cx="9382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572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47898" y="1363287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 (</a:t>
            </a:r>
            <a:r>
              <a:rPr lang="en-US" altLang="ko-KR" dirty="0" err="1" smtClean="0"/>
              <a:t>Vicon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237316" y="1432559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Sever (</a:t>
            </a:r>
            <a:r>
              <a:rPr lang="ko-KR" altLang="en-US" dirty="0" smtClean="0"/>
              <a:t>운영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34023" y="4911985"/>
            <a:ext cx="9030144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검사 결과 </a:t>
            </a:r>
            <a:r>
              <a:rPr lang="en-US" altLang="ko-KR" dirty="0" smtClean="0"/>
              <a:t>GOOD/NG </a:t>
            </a:r>
            <a:r>
              <a:rPr lang="ko-KR" altLang="en-US" dirty="0" smtClean="0"/>
              <a:t>평가 </a:t>
            </a:r>
            <a:r>
              <a:rPr lang="en-US" altLang="ko-KR" dirty="0" smtClean="0"/>
              <a:t>--- </a:t>
            </a:r>
            <a:r>
              <a:rPr lang="ko-KR" altLang="en-US" dirty="0" smtClean="0"/>
              <a:t>운영 처리 부분</a:t>
            </a:r>
            <a:endParaRPr lang="en-US" altLang="ko-KR" dirty="0" smtClean="0"/>
          </a:p>
          <a:p>
            <a:r>
              <a:rPr lang="en-US" altLang="ko-KR" dirty="0" smtClean="0"/>
              <a:t>ACK</a:t>
            </a:r>
            <a:r>
              <a:rPr lang="ko-KR" altLang="en-US" dirty="0" smtClean="0"/>
              <a:t>가 </a:t>
            </a:r>
            <a:r>
              <a:rPr lang="ko-KR" altLang="en-US" dirty="0" err="1" smtClean="0"/>
              <a:t>안오면</a:t>
            </a:r>
            <a:r>
              <a:rPr lang="ko-KR" altLang="en-US" dirty="0" smtClean="0"/>
              <a:t> </a:t>
            </a:r>
            <a:r>
              <a:rPr lang="en-US" altLang="ko-KR" dirty="0" smtClean="0"/>
              <a:t>3</a:t>
            </a:r>
            <a:r>
              <a:rPr lang="ko-KR" altLang="en-US" dirty="0" smtClean="0"/>
              <a:t>초에 한번씩 재 전송 함</a:t>
            </a:r>
            <a:r>
              <a:rPr lang="en-US" altLang="ko-KR" dirty="0" smtClean="0"/>
              <a:t>.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</a:t>
            </a: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</a:t>
            </a:r>
            <a:r>
              <a:rPr lang="ko-KR" altLang="en-US" sz="2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97" y="1901278"/>
            <a:ext cx="30670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095" y="1986742"/>
            <a:ext cx="4619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970" y="2571750"/>
            <a:ext cx="52387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45" y="3736839"/>
            <a:ext cx="94869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660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47898" y="1363287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 (</a:t>
            </a:r>
            <a:r>
              <a:rPr lang="en-US" altLang="ko-KR" dirty="0" err="1" smtClean="0"/>
              <a:t>Vicon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237316" y="1432559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Sever (</a:t>
            </a:r>
            <a:r>
              <a:rPr lang="ko-KR" altLang="en-US" dirty="0" smtClean="0"/>
              <a:t>운영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37928" y="5892887"/>
            <a:ext cx="9030144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VEC</a:t>
            </a:r>
            <a:r>
              <a:rPr lang="ko-KR" altLang="en-US" dirty="0" smtClean="0"/>
              <a:t>파일은 </a:t>
            </a:r>
            <a:r>
              <a:rPr lang="ko-KR" altLang="en-US" dirty="0" err="1" smtClean="0"/>
              <a:t>미생성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통신 검증용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GOOD/NG </a:t>
            </a:r>
            <a:r>
              <a:rPr lang="ko-KR" altLang="en-US" dirty="0" smtClean="0"/>
              <a:t>처리 시퀀스 확인</a:t>
            </a:r>
            <a:endParaRPr lang="en-US" altLang="ko-KR" dirty="0" smtClean="0"/>
          </a:p>
        </p:txBody>
      </p:sp>
      <p:sp>
        <p:nvSpPr>
          <p:cNvPr id="17" name="TextBox 1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</a:t>
            </a: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보상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256" y="1870451"/>
            <a:ext cx="46767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256" y="2438141"/>
            <a:ext cx="34766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2965392"/>
            <a:ext cx="94964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71" y="3429000"/>
            <a:ext cx="294322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793" y="4050722"/>
            <a:ext cx="478155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53" y="4543425"/>
            <a:ext cx="35909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5150995"/>
            <a:ext cx="93726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5228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47898" y="1363287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 (</a:t>
            </a:r>
            <a:r>
              <a:rPr lang="en-US" altLang="ko-KR" dirty="0" err="1" smtClean="0"/>
              <a:t>Vicon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237316" y="1432559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Sever (</a:t>
            </a:r>
            <a:r>
              <a:rPr lang="ko-KR" altLang="en-US" dirty="0" smtClean="0"/>
              <a:t>운영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</a:t>
            </a: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CAL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검사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896" y="1878763"/>
            <a:ext cx="46482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896" y="2390602"/>
            <a:ext cx="43243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82" y="3204549"/>
            <a:ext cx="1190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296" y="3634213"/>
            <a:ext cx="48768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071" y="4057116"/>
            <a:ext cx="23050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9" name="Picture 1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0" y="2859737"/>
            <a:ext cx="948828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879166"/>
            <a:ext cx="98044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1" y="4409541"/>
            <a:ext cx="4781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369472" y="6348168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검사 시퀀스랑 동일 단지 버튼만 다름 </a:t>
            </a:r>
            <a:r>
              <a:rPr lang="en-US" altLang="ko-KR" dirty="0" smtClean="0"/>
              <a:t>(</a:t>
            </a:r>
            <a:r>
              <a:rPr lang="ko-KR" altLang="en-US" dirty="0" smtClean="0"/>
              <a:t>헤더 정보 다름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866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47898" y="1363287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 (</a:t>
            </a:r>
            <a:r>
              <a:rPr lang="en-US" altLang="ko-KR" dirty="0" err="1" smtClean="0"/>
              <a:t>Vicon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237316" y="1432559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Sever (</a:t>
            </a:r>
            <a:r>
              <a:rPr lang="ko-KR" altLang="en-US" dirty="0" smtClean="0"/>
              <a:t>운영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472" y="6348168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검사 시퀀스랑 동일 단지 버튼만 다름 </a:t>
            </a:r>
            <a:r>
              <a:rPr lang="en-US" altLang="ko-KR" dirty="0" smtClean="0"/>
              <a:t>(</a:t>
            </a:r>
            <a:r>
              <a:rPr lang="ko-KR" altLang="en-US" dirty="0" smtClean="0"/>
              <a:t>헤더 정보 다름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</a:t>
            </a: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CAL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검사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976" y="2050889"/>
            <a:ext cx="46767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384" y="2657283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6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94" y="4029241"/>
            <a:ext cx="30194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7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791" y="4410241"/>
            <a:ext cx="46958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8" name="Picture 1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151" y="5020793"/>
            <a:ext cx="4514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0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271838"/>
            <a:ext cx="9906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1" name="Picture 1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16745"/>
            <a:ext cx="983395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616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47898" y="1363287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 (</a:t>
            </a:r>
            <a:r>
              <a:rPr lang="en-US" altLang="ko-KR" dirty="0" err="1" smtClean="0"/>
              <a:t>Vicon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237316" y="1432559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Sever (</a:t>
            </a:r>
            <a:r>
              <a:rPr lang="ko-KR" altLang="en-US" dirty="0" smtClean="0"/>
              <a:t>운영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472" y="6348168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보상 시퀀스랑 동일 단지 버튼만 다름 </a:t>
            </a:r>
            <a:r>
              <a:rPr lang="en-US" altLang="ko-KR" dirty="0" smtClean="0"/>
              <a:t>(</a:t>
            </a:r>
            <a:r>
              <a:rPr lang="ko-KR" altLang="en-US" dirty="0" smtClean="0"/>
              <a:t>헤더 정보 다름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</a:t>
            </a: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CAL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생성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095" y="1940502"/>
            <a:ext cx="4752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862" y="2444115"/>
            <a:ext cx="45815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06" y="3011719"/>
            <a:ext cx="9227647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92" y="3536460"/>
            <a:ext cx="29527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562" y="4066136"/>
            <a:ext cx="48101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174" y="4807008"/>
            <a:ext cx="26289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876" y="5616123"/>
            <a:ext cx="9563409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052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47898" y="1363287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 (</a:t>
            </a:r>
            <a:r>
              <a:rPr lang="en-US" altLang="ko-KR" dirty="0" err="1" smtClean="0"/>
              <a:t>Vicon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237316" y="1432559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Sever (</a:t>
            </a:r>
            <a:r>
              <a:rPr lang="ko-KR" altLang="en-US" dirty="0" smtClean="0"/>
              <a:t>운영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</a:t>
            </a: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5809" y="1819275"/>
            <a:ext cx="4581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762" y="2423939"/>
            <a:ext cx="24955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2892829"/>
            <a:ext cx="9344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369472" y="3463651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통신이 없을 경우 </a:t>
            </a:r>
            <a:r>
              <a:rPr lang="en-US" altLang="ko-KR" dirty="0" smtClean="0"/>
              <a:t>5</a:t>
            </a:r>
            <a:r>
              <a:rPr lang="ko-KR" altLang="en-US" dirty="0" smtClean="0"/>
              <a:t>분에 한번씩 주기적으로 전송 요청 </a:t>
            </a:r>
            <a:r>
              <a:rPr lang="en-US" altLang="ko-KR" dirty="0" smtClean="0"/>
              <a:t>(</a:t>
            </a:r>
            <a:r>
              <a:rPr lang="ko-KR" altLang="en-US" dirty="0" smtClean="0"/>
              <a:t>통신이 </a:t>
            </a:r>
            <a:r>
              <a:rPr lang="ko-KR" altLang="en-US" dirty="0" err="1" smtClean="0"/>
              <a:t>잇으면</a:t>
            </a:r>
            <a:r>
              <a:rPr lang="ko-KR" altLang="en-US" dirty="0" smtClean="0"/>
              <a:t> 카운트 초기화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544" y="4001972"/>
            <a:ext cx="48006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586461"/>
            <a:ext cx="30575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4969713"/>
            <a:ext cx="93249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369472" y="5577855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상위에서 시간을 받으면 </a:t>
            </a:r>
            <a:r>
              <a:rPr lang="en-US" altLang="ko-KR" dirty="0" err="1" smtClean="0"/>
              <a:t>Vicon</a:t>
            </a:r>
            <a:r>
              <a:rPr lang="ko-KR" altLang="en-US" dirty="0" smtClean="0"/>
              <a:t>에 전달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시간 변경 됨</a:t>
            </a:r>
            <a:r>
              <a:rPr lang="en-US" altLang="ko-KR" dirty="0" smtClean="0"/>
              <a:t>, </a:t>
            </a:r>
            <a:r>
              <a:rPr lang="ko-KR" altLang="en-US" dirty="0" smtClean="0"/>
              <a:t>테스트 조심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123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01160" y="692696"/>
            <a:ext cx="9695871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□ </a:t>
            </a:r>
            <a:r>
              <a:rPr lang="ko-KR" altLang="en-US" sz="1600" kern="1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endParaRPr lang="en-US" altLang="ko-KR" sz="1600" kern="100" dirty="0" smtClean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47897" y="1363287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Client (</a:t>
            </a:r>
            <a:r>
              <a:rPr lang="en-US" altLang="ko-KR" dirty="0" err="1" smtClean="0"/>
              <a:t>Vicon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237315" y="1432559"/>
            <a:ext cx="2036618" cy="290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Sever (</a:t>
            </a:r>
            <a:r>
              <a:rPr lang="ko-KR" altLang="en-US" dirty="0" smtClean="0"/>
              <a:t>운영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 bwMode="auto">
          <a:xfrm>
            <a:off x="133006" y="178663"/>
            <a:ext cx="7689306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pPr defTabSz="1072743">
              <a:defRPr/>
            </a:pP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</a:t>
            </a:r>
            <a:r>
              <a:rPr lang="en-US" altLang="ko-KR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2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</a:t>
            </a:r>
            <a:endParaRPr lang="en-US" altLang="ko-KR" sz="2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897" y="1797973"/>
            <a:ext cx="100012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675" y="2217073"/>
            <a:ext cx="24193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0" y="2701810"/>
            <a:ext cx="92773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369472" y="3463651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System Error </a:t>
            </a:r>
            <a:r>
              <a:rPr lang="ko-KR" altLang="en-US" dirty="0" smtClean="0"/>
              <a:t>평가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Vicon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15xxx </a:t>
            </a:r>
            <a:r>
              <a:rPr lang="ko-KR" altLang="en-US" dirty="0" smtClean="0"/>
              <a:t>단위로 에러 전송 </a:t>
            </a:r>
            <a:r>
              <a:rPr lang="en-US" altLang="ko-KR" dirty="0" smtClean="0"/>
              <a:t>(Error list </a:t>
            </a:r>
            <a:r>
              <a:rPr lang="ko-KR" altLang="en-US" dirty="0" smtClean="0"/>
              <a:t>별도 전송 예정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348" y="4203037"/>
            <a:ext cx="15811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4549574"/>
            <a:ext cx="92297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437928" y="5245346"/>
            <a:ext cx="90301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수동 프로그램 </a:t>
            </a:r>
            <a:r>
              <a:rPr lang="ko-KR" altLang="en-US" dirty="0" err="1" smtClean="0"/>
              <a:t>종료시</a:t>
            </a:r>
            <a:r>
              <a:rPr lang="ko-KR" altLang="en-US" dirty="0" smtClean="0"/>
              <a:t> 전송 </a:t>
            </a:r>
            <a:r>
              <a:rPr lang="en-US" altLang="ko-KR" dirty="0" smtClean="0"/>
              <a:t>– LOG </a:t>
            </a:r>
            <a:r>
              <a:rPr lang="ko-KR" altLang="en-US" dirty="0" smtClean="0"/>
              <a:t>추가 요청 </a:t>
            </a:r>
            <a:r>
              <a:rPr lang="en-US" altLang="ko-KR" dirty="0" smtClean="0"/>
              <a:t>(down </a:t>
            </a:r>
            <a:r>
              <a:rPr lang="ko-KR" altLang="en-US" dirty="0" smtClean="0"/>
              <a:t>또는 작업자 종료 확인용</a:t>
            </a:r>
            <a:r>
              <a:rPr lang="en-US" altLang="ko-KR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523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6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none">
        <a:spAutoFit/>
      </a:bodyPr>
      <a:lstStyle>
        <a:defPPr>
          <a:defRPr sz="1400" b="1">
            <a:solidFill>
              <a:prstClr val="black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lnDef>
      <a:spPr bwMode="auto">
        <a:gradFill rotWithShape="1">
          <a:gsLst>
            <a:gs pos="0">
              <a:srgbClr val="FF00FF">
                <a:gamma/>
                <a:tint val="0"/>
                <a:invGamma/>
              </a:srgbClr>
            </a:gs>
            <a:gs pos="100000">
              <a:srgbClr val="FF00FF"/>
            </a:gs>
          </a:gsLst>
          <a:path path="rect">
            <a:fillToRect l="50000" t="50000" r="50000" b="50000"/>
          </a:path>
        </a:gradFill>
        <a:ln w="3175" cap="flat" cmpd="sng" algn="ctr">
          <a:solidFill>
            <a:schemeClr val="bg1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lIns="36000" tIns="36000" rIns="36000" bIns="36000">
        <a:spAutoFit/>
      </a:bodyPr>
      <a:lstStyle>
        <a:defPPr indent="108000" algn="l">
          <a:buFont typeface="Arial" panose="020B0604020202020204" pitchFamily="34" charset="0"/>
          <a:buChar char="•"/>
          <a:defRPr dirty="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none">
        <a:spAutoFit/>
      </a:bodyPr>
      <a:lstStyle>
        <a:defPPr>
          <a:defRPr sz="1400" b="1">
            <a:solidFill>
              <a:prstClr val="black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lnDef>
      <a:spPr bwMode="auto">
        <a:gradFill rotWithShape="1">
          <a:gsLst>
            <a:gs pos="0">
              <a:srgbClr val="FF00FF">
                <a:gamma/>
                <a:tint val="0"/>
                <a:invGamma/>
              </a:srgbClr>
            </a:gs>
            <a:gs pos="100000">
              <a:srgbClr val="FF00FF"/>
            </a:gs>
          </a:gsLst>
          <a:path path="rect">
            <a:fillToRect l="50000" t="50000" r="50000" b="50000"/>
          </a:path>
        </a:gradFill>
        <a:ln w="3175" cap="flat" cmpd="sng" algn="ctr">
          <a:solidFill>
            <a:schemeClr val="bg1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lIns="36000" tIns="36000" rIns="36000" bIns="36000">
        <a:spAutoFit/>
      </a:bodyPr>
      <a:lstStyle>
        <a:defPPr indent="108000" algn="l">
          <a:buFont typeface="Arial" panose="020B0604020202020204" pitchFamily="34" charset="0"/>
          <a:buChar char="•"/>
          <a:defRPr dirty="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3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>
          <a:solidFill>
            <a:schemeClr val="bg2">
              <a:lumMod val="60000"/>
              <a:lumOff val="40000"/>
            </a:schemeClr>
          </a:solidFill>
          <a:prstDash val="solid"/>
          <a:round/>
          <a:headEnd/>
          <a:tailEnd/>
        </a:ln>
        <a:effectLst/>
      </a:spPr>
      <a:bodyPr wrap="none" rtlCol="0" anchor="ctr"/>
      <a:lstStyle>
        <a:defPPr algn="ctr">
          <a:defRPr/>
        </a:defPPr>
      </a:lstStyle>
    </a:spDef>
    <a:lnDef>
      <a:spPr bwMode="auto">
        <a:gradFill rotWithShape="1">
          <a:gsLst>
            <a:gs pos="0">
              <a:srgbClr val="FF00FF">
                <a:gamma/>
                <a:tint val="0"/>
                <a:invGamma/>
              </a:srgbClr>
            </a:gs>
            <a:gs pos="100000">
              <a:srgbClr val="FF00FF"/>
            </a:gs>
          </a:gsLst>
          <a:path path="rect">
            <a:fillToRect l="50000" t="50000" r="50000" b="50000"/>
          </a:path>
        </a:gradFill>
        <a:ln w="3175" cap="flat" cmpd="sng" algn="ctr">
          <a:solidFill>
            <a:schemeClr val="bg1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auto">
        <a:noFill/>
        <a:ln w="9525" algn="ctr">
          <a:noFill/>
          <a:miter lim="800000"/>
          <a:headEnd/>
          <a:tailEnd/>
        </a:ln>
      </a:spPr>
      <a:bodyPr wrap="square" lIns="91410" tIns="45703" rIns="91410" bIns="45703" anchor="ctr">
        <a:spAutoFit/>
      </a:bodyPr>
      <a:lstStyle>
        <a:defPPr marL="177800" indent="-177800" fontAlgn="ctr">
          <a:lnSpc>
            <a:spcPct val="150000"/>
          </a:lnSpc>
          <a:buClr>
            <a:srgbClr val="0070C0"/>
          </a:buClr>
          <a:buFont typeface="Wingdings" pitchFamily="2" charset="2"/>
          <a:buChar char="§"/>
          <a:defRPr sz="2000" dirty="0" smtClean="0">
            <a:solidFill>
              <a:srgbClr val="000000"/>
            </a:solidFill>
            <a:ea typeface="HY견고딕" pitchFamily="18" charset="-127"/>
            <a:cs typeface="Arial" charset="0"/>
          </a:defRPr>
        </a:defPPr>
      </a:lstStyle>
    </a:tx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Office 테마">
  <a:themeElements>
    <a:clrScheme name="Samsung Display A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CE2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amsung Display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10754</TotalTime>
  <Words>454</Words>
  <Application>Microsoft Office PowerPoint</Application>
  <PresentationFormat>A4 용지(210x297mm)</PresentationFormat>
  <Paragraphs>102</Paragraphs>
  <Slides>17</Slides>
  <Notes>17</Notes>
  <HiddenSlides>0</HiddenSlides>
  <MMClips>0</MMClips>
  <ScaleCrop>false</ScaleCrop>
  <HeadingPairs>
    <vt:vector size="4" baseType="variant">
      <vt:variant>
        <vt:lpstr>테마</vt:lpstr>
      </vt:variant>
      <vt:variant>
        <vt:i4>5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Office 테마</vt:lpstr>
      <vt:lpstr>16_기본 디자인</vt:lpstr>
      <vt:lpstr>17_기본 디자인</vt:lpstr>
      <vt:lpstr>13_기본 디자인</vt:lpstr>
      <vt:lpstr>2_Office 테마</vt:lpstr>
      <vt:lpstr>Vicon 통신 검증  프로그램 SOP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한윤석/검사개발팀(중소형)/Staff Engineer/삼성디스플레이</dc:creator>
  <cp:lastModifiedBy>Windows 사용자</cp:lastModifiedBy>
  <cp:revision>727</cp:revision>
  <dcterms:created xsi:type="dcterms:W3CDTF">2020-12-20T04:24:48Z</dcterms:created>
  <dcterms:modified xsi:type="dcterms:W3CDTF">2021-11-17T07:46:56Z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NSCPROP_SA">
    <vt:lpwstr>D:\Private_Documents\201220_UPC 간섭계 Test 정리.pptx</vt:lpwstr>
  </property>
</Properties>
</file>