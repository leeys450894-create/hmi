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"/>
  </p:notesMasterIdLst>
  <p:sldIdLst>
    <p:sldId id="280" r:id="rId3"/>
    <p:sldId id="362" r:id="rId4"/>
    <p:sldId id="364" r:id="rId5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1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572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A8432EF3-2C5E-4437-A242-89457AC3EBC6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1233488"/>
            <a:ext cx="44402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4" tIns="45322" rIns="90644" bIns="4532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1" y="4747996"/>
            <a:ext cx="5387982" cy="3884437"/>
          </a:xfrm>
          <a:prstGeom prst="rect">
            <a:avLst/>
          </a:prstGeom>
        </p:spPr>
        <p:txBody>
          <a:bodyPr vert="horz" lIns="90644" tIns="45322" rIns="90644" bIns="4532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572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1F694038-8F26-4992-81E4-0A012897C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4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5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F6CADA-A13E-447C-839F-0F14015D6169}"/>
              </a:ext>
            </a:extLst>
          </p:cNvPr>
          <p:cNvSpPr/>
          <p:nvPr userDrawn="1"/>
        </p:nvSpPr>
        <p:spPr>
          <a:xfrm>
            <a:off x="1445742" y="2"/>
            <a:ext cx="7698259" cy="5262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D85D9A-0A31-48BF-A83B-51EF472174E2}"/>
              </a:ext>
            </a:extLst>
          </p:cNvPr>
          <p:cNvSpPr/>
          <p:nvPr userDrawn="1"/>
        </p:nvSpPr>
        <p:spPr>
          <a:xfrm>
            <a:off x="0" y="2"/>
            <a:ext cx="1242204" cy="5262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A9043C-79A8-49A7-BC77-BC88A3C0395F}"/>
              </a:ext>
            </a:extLst>
          </p:cNvPr>
          <p:cNvSpPr/>
          <p:nvPr userDrawn="1"/>
        </p:nvSpPr>
        <p:spPr>
          <a:xfrm>
            <a:off x="1311217" y="2"/>
            <a:ext cx="60385" cy="52621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E88106A-1960-4D48-B0A5-00D22E7E9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05" y="5671355"/>
            <a:ext cx="1842189" cy="4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CA2A418-A329-4373-AA93-8D96F11154AE}"/>
              </a:ext>
            </a:extLst>
          </p:cNvPr>
          <p:cNvSpPr/>
          <p:nvPr userDrawn="1"/>
        </p:nvSpPr>
        <p:spPr>
          <a:xfrm>
            <a:off x="1445743" y="665018"/>
            <a:ext cx="7282622" cy="77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53B245-C7A4-4148-9536-93AEF2B71FDB}"/>
              </a:ext>
            </a:extLst>
          </p:cNvPr>
          <p:cNvSpPr/>
          <p:nvPr userDrawn="1"/>
        </p:nvSpPr>
        <p:spPr>
          <a:xfrm>
            <a:off x="415636" y="665018"/>
            <a:ext cx="826568" cy="773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0CB3A-47B0-4D52-9E44-800852389524}"/>
              </a:ext>
            </a:extLst>
          </p:cNvPr>
          <p:cNvSpPr/>
          <p:nvPr userDrawn="1"/>
        </p:nvSpPr>
        <p:spPr>
          <a:xfrm>
            <a:off x="1311217" y="665018"/>
            <a:ext cx="60385" cy="7732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9FD4FB-AD3D-4FA9-9D44-F4666717A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4" y="6518314"/>
            <a:ext cx="1255078" cy="306435"/>
          </a:xfrm>
          <a:prstGeom prst="rect">
            <a:avLst/>
          </a:prstGeom>
        </p:spPr>
      </p:pic>
      <p:pic>
        <p:nvPicPr>
          <p:cNvPr id="11" name="Picture 41">
            <a:extLst>
              <a:ext uri="{FF2B5EF4-FFF2-40B4-BE49-F238E27FC236}">
                <a16:creationId xmlns:a16="http://schemas.microsoft.com/office/drawing/2014/main" id="{72A0348D-8020-4D06-8F46-5EDC953E48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2" y="6581775"/>
            <a:ext cx="777239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716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9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19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0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3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4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91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540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-11113" y="3622675"/>
            <a:ext cx="9155113" cy="323532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-4763" y="-6350"/>
            <a:ext cx="674688" cy="2859088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8975" y="2852738"/>
            <a:ext cx="8455025" cy="136842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-7938" y="2852738"/>
            <a:ext cx="677863" cy="4005262"/>
          </a:xfrm>
          <a:prstGeom prst="rect">
            <a:avLst/>
          </a:prstGeom>
          <a:solidFill>
            <a:srgbClr val="A7A7A7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pic>
        <p:nvPicPr>
          <p:cNvPr id="6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7734300" y="331788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998498"/>
      </p:ext>
    </p:extLst>
  </p:cSld>
  <p:clrMapOvr>
    <a:masterClrMapping/>
  </p:clrMapOvr>
  <p:transition>
    <p:wipe/>
  </p:transition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DE9189E-AD8F-4C1A-8561-A2E586804B91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86B45385-55EE-43CC-941A-01A8260550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06896"/>
      </p:ext>
    </p:extLst>
  </p:cSld>
  <p:clrMapOvr>
    <a:masterClrMapping/>
  </p:clrMapOvr>
  <p:transition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A60A1CB-4138-49DB-895C-5BE17B37F1DF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F382D9DE-7A54-432D-B9F8-8F41DE4A7B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592235"/>
      </p:ext>
    </p:extLst>
  </p:cSld>
  <p:clrMapOvr>
    <a:masterClrMapping/>
  </p:clrMapOvr>
  <p:transition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F6D5B06-BF9D-4E24-92CC-5A6AD6786CBA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E2C2B2-0006-4A19-A06E-F329842F7D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430781"/>
      </p:ext>
    </p:extLst>
  </p:cSld>
  <p:clrMapOvr>
    <a:masterClrMapping/>
  </p:clrMapOvr>
  <p:transition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28D3AF3-64FE-4E71-A496-E1EBCF877780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A37E9C51-05E8-41F6-A55C-A1A1334ABEF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238155"/>
      </p:ext>
    </p:extLst>
  </p:cSld>
  <p:clrMapOvr>
    <a:masterClrMapping/>
  </p:clrMapOvr>
  <p:transition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0A7DADDD-78D8-4AB7-8BD4-A61768480615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1289D55-0AA1-4E5D-9FDF-C352BA7F0C4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18481"/>
      </p:ext>
    </p:extLst>
  </p:cSld>
  <p:clrMapOvr>
    <a:masterClrMapping/>
  </p:clrMapOvr>
  <p:transition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2B28E4FD-0667-4FDF-A32B-C17D1AFEF46F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49204271-E5BE-4204-842F-9B22CFCA2F1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785640"/>
      </p:ext>
    </p:extLst>
  </p:cSld>
  <p:clrMapOvr>
    <a:masterClrMapping/>
  </p:clrMapOvr>
  <p:transition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F2E9CB79-ABE1-417E-B3B0-588158A43633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4BEA782-3682-44AB-B6B9-BE7507B1793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845103"/>
      </p:ext>
    </p:extLst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38C95EA-1AF8-4E84-87A9-0F239B0315E8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C66F7F-315D-4067-810D-D1DCEE66B5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50897"/>
      </p:ext>
    </p:extLst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AEF72929-E4AF-4394-A318-C6D95F2E9FFF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1FA55F-2527-4435-8B7F-0FE04254BA2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78585"/>
      </p:ext>
    </p:extLst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A6DABF0-8D43-4B19-8211-EE40CA82D841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5D5F9BF-E191-40B3-965E-4BEB14E528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378529"/>
      </p:ext>
    </p:extLst>
  </p:cSld>
  <p:clrMapOvr>
    <a:masterClrMapping/>
  </p:clrMapOvr>
  <p:transition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FD5F02-71F4-42B8-8F17-A9154D3353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89213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250825" y="1052513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5"/>
          <p:cNvSpPr>
            <a:spLocks noChangeArrowheads="1"/>
          </p:cNvSpPr>
          <p:nvPr userDrawn="1"/>
        </p:nvSpPr>
        <p:spPr bwMode="auto">
          <a:xfrm>
            <a:off x="165100" y="6376988"/>
            <a:ext cx="8677275" cy="323850"/>
          </a:xfrm>
          <a:prstGeom prst="rect">
            <a:avLst/>
          </a:prstGeom>
          <a:noFill/>
          <a:ln>
            <a:noFill/>
          </a:ln>
          <a:extLst/>
        </p:spPr>
        <p:txBody>
          <a:bodyPr lIns="90488" tIns="44450" rIns="90488" bIns="44450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2012 by KMAC Corporation. </a:t>
            </a:r>
          </a:p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 RIGHTS RESERVED.</a:t>
            </a:r>
          </a:p>
        </p:txBody>
      </p:sp>
      <p:pic>
        <p:nvPicPr>
          <p:cNvPr id="4" name="그림 8" descr="시그니쳐(칼라)_마크-아이덴티파이어_중.em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13" y="577850"/>
            <a:ext cx="1081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379D9EE3-65D0-4DD4-8056-9149CD232848}" type="datetime1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61075" y="6356350"/>
            <a:ext cx="2895600" cy="365125"/>
          </a:xfrm>
          <a:prstGeom prst="rect">
            <a:avLst/>
          </a:prstGeom>
        </p:spPr>
        <p:txBody>
          <a:bodyPr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00" b="1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www.kmac.com</a:t>
            </a: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202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F2879A4-310A-427E-9B64-410F7AF605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083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6F926446-C434-470C-9D55-6FCACA20F5B2}" type="datetimeFigureOut">
              <a:rPr lang="ko-KR" altLang="en-US"/>
              <a:pPr>
                <a:defRPr/>
              </a:pPr>
              <a:t>2022-09-08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DB46575-072A-4CF1-A3B8-1EF95B4F7E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41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0B3C7-A114-4FDB-822F-CDDC420C289A}" type="datetimeFigureOut">
              <a:rPr lang="ko-KR" altLang="en-US" smtClean="0"/>
              <a:t>2022-09-08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5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323850" y="673100"/>
            <a:ext cx="8428038" cy="77788"/>
          </a:xfrm>
          <a:prstGeom prst="rect">
            <a:avLst/>
          </a:prstGeom>
          <a:solidFill>
            <a:srgbClr val="666699"/>
          </a:solidFill>
          <a:ln>
            <a:noFill/>
          </a:ln>
          <a:extLst/>
        </p:spPr>
        <p:txBody>
          <a:bodyPr anchor="b"/>
          <a:lstStyle>
            <a:lvl1pPr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fontAlgn="auto" latinLnBrk="1" hangingPunct="1">
              <a:lnSpc>
                <a:spcPct val="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ko-KR" sz="800">
                <a:solidFill>
                  <a:schemeClr val="accent1"/>
                </a:solidFill>
                <a:latin typeface="Verdana" pitchFamily="34" charset="0"/>
                <a:ea typeface="굴림" pitchFamily="50" charset="-127"/>
              </a:rPr>
              <a:t>  </a:t>
            </a:r>
            <a:endParaRPr lang="en-US" altLang="ko-KR" sz="800" b="1">
              <a:solidFill>
                <a:srgbClr val="FF6600"/>
              </a:solidFill>
              <a:latin typeface="Arial" charset="0"/>
              <a:ea typeface="굴림" pitchFamily="50" charset="-127"/>
            </a:endParaRPr>
          </a:p>
        </p:txBody>
      </p:sp>
      <p:pic>
        <p:nvPicPr>
          <p:cNvPr id="4099" name="Picture 4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6581775"/>
            <a:ext cx="8142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90488" y="6488113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24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ransition>
    <p:wip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95B10C-5FDC-4E56-8A65-9EF75DE81D59}"/>
              </a:ext>
            </a:extLst>
          </p:cNvPr>
          <p:cNvSpPr txBox="1"/>
          <p:nvPr/>
        </p:nvSpPr>
        <p:spPr>
          <a:xfrm>
            <a:off x="833915" y="2323494"/>
            <a:ext cx="770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통신 문서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_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화상모터제어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4680D21-9CBC-4EB4-A161-9D828C60FABC}"/>
              </a:ext>
            </a:extLst>
          </p:cNvPr>
          <p:cNvCxnSpPr>
            <a:cxnSpLocks/>
          </p:cNvCxnSpPr>
          <p:nvPr/>
        </p:nvCxnSpPr>
        <p:spPr>
          <a:xfrm flipV="1">
            <a:off x="1166070" y="2787667"/>
            <a:ext cx="6971251" cy="200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9">
            <a:extLst>
              <a:ext uri="{FF2B5EF4-FFF2-40B4-BE49-F238E27FC236}">
                <a16:creationId xmlns:a16="http://schemas.microsoft.com/office/drawing/2014/main" id="{A0750DBE-9777-4B53-8A9D-E297FF43B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071" y="5524408"/>
            <a:ext cx="1656233" cy="603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작성자 </a:t>
            </a:r>
            <a:r>
              <a:rPr kumimoji="0"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: </a:t>
            </a:r>
            <a:r>
              <a:rPr kumimoji="0" lang="ko-KR" altLang="en-US" sz="1200" dirty="0" err="1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윤주승</a:t>
            </a:r>
            <a:endParaRPr kumimoji="0" lang="en-US" altLang="ko-KR" sz="1200" dirty="0" smtClean="0">
              <a:latin typeface="HY헤드라인M" panose="02030600000101010101" pitchFamily="18" charset="-127"/>
              <a:ea typeface="HY헤드라인M" panose="02030600000101010101" pitchFamily="18" charset="-127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0"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2022.09.08</a:t>
            </a:r>
            <a:endParaRPr kumimoji="0"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16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id="{9622F970-88DE-4E88-8F33-C0F330672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 smtClean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기본정보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0346" y="953118"/>
            <a:ext cx="7503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+mn-ea"/>
              </a:rPr>
              <a:t>TCP/IP </a:t>
            </a:r>
            <a:r>
              <a:rPr lang="ko-KR" altLang="ko-KR" dirty="0">
                <a:latin typeface="+mn-ea"/>
              </a:rPr>
              <a:t>를 이용해서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메시지</a:t>
            </a:r>
            <a:r>
              <a:rPr lang="ko-KR" altLang="ko-KR" dirty="0" smtClean="0">
                <a:latin typeface="+mn-ea"/>
              </a:rPr>
              <a:t>를 </a:t>
            </a:r>
            <a:r>
              <a:rPr lang="ko-KR" altLang="ko-KR" dirty="0">
                <a:latin typeface="+mn-ea"/>
              </a:rPr>
              <a:t>주고 받음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+mn-ea"/>
              </a:rPr>
              <a:t>운영</a:t>
            </a:r>
            <a:r>
              <a:rPr lang="en-US" altLang="ko-KR" dirty="0">
                <a:latin typeface="+mn-ea"/>
              </a:rPr>
              <a:t>(HBS) </a:t>
            </a:r>
            <a:r>
              <a:rPr lang="ko-KR" altLang="ko-KR" dirty="0">
                <a:latin typeface="+mn-ea"/>
              </a:rPr>
              <a:t>측이</a:t>
            </a:r>
            <a:r>
              <a:rPr lang="en-US" altLang="ko-KR" dirty="0">
                <a:latin typeface="+mn-ea"/>
              </a:rPr>
              <a:t> Client </a:t>
            </a:r>
            <a:r>
              <a:rPr lang="ko-KR" altLang="ko-KR" dirty="0">
                <a:latin typeface="+mn-ea"/>
              </a:rPr>
              <a:t>가 되고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dirty="0" smtClean="0">
                <a:latin typeface="+mn-ea"/>
              </a:rPr>
              <a:t>AXT </a:t>
            </a:r>
            <a:r>
              <a:rPr lang="ko-KR" altLang="en-US" dirty="0" smtClean="0">
                <a:latin typeface="+mn-ea"/>
              </a:rPr>
              <a:t>는</a:t>
            </a:r>
            <a:r>
              <a:rPr lang="en-US" altLang="ko-KR" dirty="0" smtClean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Server </a:t>
            </a:r>
            <a:r>
              <a:rPr lang="ko-KR" altLang="ko-KR" dirty="0">
                <a:latin typeface="+mn-ea"/>
              </a:rPr>
              <a:t>가 되어 연결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>
                <a:latin typeface="+mn-ea"/>
              </a:rPr>
              <a:t>메시지 </a:t>
            </a:r>
            <a:r>
              <a:rPr lang="ko-KR" altLang="en-US" dirty="0" smtClean="0">
                <a:latin typeface="+mn-ea"/>
              </a:rPr>
              <a:t>구조</a:t>
            </a:r>
            <a:endParaRPr lang="en-US" altLang="ko-KR" dirty="0" smtClean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+mn-ea"/>
              </a:rPr>
              <a:t>시작은 </a:t>
            </a:r>
            <a:r>
              <a:rPr lang="en-US" altLang="ko-KR" sz="1600" dirty="0" smtClean="0">
                <a:latin typeface="+mn-ea"/>
              </a:rPr>
              <a:t>0x02, </a:t>
            </a:r>
            <a:r>
              <a:rPr lang="ko-KR" altLang="en-US" sz="1600" dirty="0" smtClean="0">
                <a:latin typeface="+mn-ea"/>
              </a:rPr>
              <a:t>끝은 </a:t>
            </a:r>
            <a:r>
              <a:rPr lang="en-US" altLang="ko-KR" sz="1600" dirty="0" smtClean="0">
                <a:latin typeface="+mn-ea"/>
              </a:rPr>
              <a:t>0x03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으로 </a:t>
            </a:r>
            <a:r>
              <a:rPr lang="en-US" altLang="ko-KR" sz="1600" dirty="0" smtClean="0">
                <a:latin typeface="+mn-ea"/>
              </a:rPr>
              <a:t>ASCII</a:t>
            </a:r>
            <a:r>
              <a:rPr lang="ko-KR" altLang="en-US" sz="1600" dirty="0" smtClean="0">
                <a:latin typeface="+mn-ea"/>
              </a:rPr>
              <a:t>로 구분</a:t>
            </a:r>
            <a:endParaRPr lang="ko-KR" altLang="ko-KR" sz="1600" dirty="0">
              <a:latin typeface="+mn-ea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806778"/>
              </p:ext>
            </p:extLst>
          </p:nvPr>
        </p:nvGraphicFramePr>
        <p:xfrm>
          <a:off x="548697" y="2153447"/>
          <a:ext cx="7930284" cy="13129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3459">
                  <a:extLst>
                    <a:ext uri="{9D8B030D-6E8A-4147-A177-3AD203B41FA5}">
                      <a16:colId xmlns:a16="http://schemas.microsoft.com/office/drawing/2014/main" val="989792991"/>
                    </a:ext>
                  </a:extLst>
                </a:gridCol>
                <a:gridCol w="3856167">
                  <a:extLst>
                    <a:ext uri="{9D8B030D-6E8A-4147-A177-3AD203B41FA5}">
                      <a16:colId xmlns:a16="http://schemas.microsoft.com/office/drawing/2014/main" val="2691140981"/>
                    </a:ext>
                  </a:extLst>
                </a:gridCol>
                <a:gridCol w="1930658">
                  <a:extLst>
                    <a:ext uri="{9D8B030D-6E8A-4147-A177-3AD203B41FA5}">
                      <a16:colId xmlns:a16="http://schemas.microsoft.com/office/drawing/2014/main" val="1330586581"/>
                    </a:ext>
                  </a:extLst>
                </a:gridCol>
              </a:tblGrid>
              <a:tr h="242134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STX (0x02)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Data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ETX(0x30)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031412"/>
                  </a:ext>
                </a:extLst>
              </a:tr>
              <a:tr h="1070826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ko-KR" altLang="en-US" sz="1000" kern="100" baseline="0" dirty="0" smtClean="0">
                          <a:latin typeface="+mn-ea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lang="ko-KR" altLang="ko-KR" sz="1000" kern="100" dirty="0" err="1" smtClean="0">
                          <a:latin typeface="+mn-ea"/>
                          <a:cs typeface="Times New Roman" panose="02020603050405020304" pitchFamily="18" charset="0"/>
                        </a:rPr>
                        <a:t>구분자</a:t>
                      </a: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ko-KR" sz="1000" kern="100" baseline="0" dirty="0" smtClean="0">
                          <a:latin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000" kern="100" dirty="0" err="1" smtClean="0">
                          <a:latin typeface="+mn-ea"/>
                          <a:cs typeface="Times New Roman" panose="02020603050405020304" pitchFamily="18" charset="0"/>
                        </a:rPr>
                        <a:t>명령</a:t>
                      </a:r>
                      <a:r>
                        <a:rPr lang="ko-KR" altLang="en-US" sz="1000" kern="100" dirty="0" err="1" smtClean="0">
                          <a:latin typeface="+mn-ea"/>
                          <a:cs typeface="Times New Roman" panose="02020603050405020304" pitchFamily="18" charset="0"/>
                        </a:rPr>
                        <a:t>로</a:t>
                      </a:r>
                      <a:r>
                        <a:rPr lang="ko-KR" altLang="en-US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 구성</a:t>
                      </a:r>
                      <a:endParaRPr lang="ko-KR" altLang="ko-KR" sz="1000" kern="100" dirty="0" smtClean="0">
                        <a:latin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000" kern="100" dirty="0" err="1" smtClean="0">
                          <a:latin typeface="+mn-ea"/>
                          <a:cs typeface="Times New Roman" panose="02020603050405020304" pitchFamily="18" charset="0"/>
                        </a:rPr>
                        <a:t>구분자</a:t>
                      </a:r>
                      <a:r>
                        <a:rPr lang="ko-KR" altLang="en-US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altLang="ko-KR" sz="1000" kern="100" dirty="0" err="1" smtClean="0">
                          <a:latin typeface="+mn-ea"/>
                          <a:cs typeface="Times New Roman" panose="02020603050405020304" pitchFamily="18" charset="0"/>
                        </a:rPr>
                        <a:t>HToA</a:t>
                      </a: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: HBS </a:t>
                      </a:r>
                      <a:r>
                        <a:rPr lang="ko-KR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에서 </a:t>
                      </a: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AXT </a:t>
                      </a:r>
                      <a:r>
                        <a:rPr lang="ko-KR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로 보내는 명령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           </a:t>
                      </a:r>
                      <a:r>
                        <a:rPr lang="en-US" altLang="ko-KR" sz="1000" kern="100" dirty="0" err="1" smtClean="0">
                          <a:latin typeface="+mn-ea"/>
                          <a:cs typeface="Times New Roman" panose="02020603050405020304" pitchFamily="18" charset="0"/>
                        </a:rPr>
                        <a:t>AToH</a:t>
                      </a: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: AXT </a:t>
                      </a:r>
                      <a:r>
                        <a:rPr lang="ko-KR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에서 </a:t>
                      </a: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HBS </a:t>
                      </a:r>
                      <a:r>
                        <a:rPr lang="ko-KR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로 보내는 명령 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ko-KR" sz="1000" kern="100" dirty="0" err="1" smtClean="0">
                          <a:latin typeface="+mn-ea"/>
                          <a:cs typeface="Times New Roman" panose="02020603050405020304" pitchFamily="18" charset="0"/>
                        </a:rPr>
                        <a:t>구분자</a:t>
                      </a:r>
                      <a:r>
                        <a:rPr lang="ko-KR" altLang="en-US" sz="1000" kern="100" dirty="0" err="1" smtClean="0">
                          <a:latin typeface="+mn-ea"/>
                          <a:cs typeface="Times New Roman" panose="02020603050405020304" pitchFamily="18" charset="0"/>
                        </a:rPr>
                        <a:t>와</a:t>
                      </a:r>
                      <a:r>
                        <a:rPr lang="ko-KR" altLang="en-US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 명령은</a:t>
                      </a:r>
                      <a:r>
                        <a:rPr lang="ko-KR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“.” </a:t>
                      </a:r>
                      <a:r>
                        <a:rPr lang="ko-KR" altLang="en-US" sz="1000" kern="100" dirty="0" smtClean="0">
                          <a:latin typeface="+mn-ea"/>
                          <a:cs typeface="Times New Roman" panose="02020603050405020304" pitchFamily="18" charset="0"/>
                        </a:rPr>
                        <a:t>로 분리</a:t>
                      </a:r>
                      <a:endParaRPr lang="ko-KR" altLang="ko-KR" sz="1000" kern="100" dirty="0" smtClean="0">
                        <a:latin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5817971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91587"/>
              </p:ext>
            </p:extLst>
          </p:nvPr>
        </p:nvGraphicFramePr>
        <p:xfrm>
          <a:off x="548697" y="3662495"/>
          <a:ext cx="7930284" cy="27536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2929">
                  <a:extLst>
                    <a:ext uri="{9D8B030D-6E8A-4147-A177-3AD203B41FA5}">
                      <a16:colId xmlns:a16="http://schemas.microsoft.com/office/drawing/2014/main" val="53539822"/>
                    </a:ext>
                  </a:extLst>
                </a:gridCol>
                <a:gridCol w="3064618">
                  <a:extLst>
                    <a:ext uri="{9D8B030D-6E8A-4147-A177-3AD203B41FA5}">
                      <a16:colId xmlns:a16="http://schemas.microsoft.com/office/drawing/2014/main" val="3599854242"/>
                    </a:ext>
                  </a:extLst>
                </a:gridCol>
                <a:gridCol w="2963233">
                  <a:extLst>
                    <a:ext uri="{9D8B030D-6E8A-4147-A177-3AD203B41FA5}">
                      <a16:colId xmlns:a16="http://schemas.microsoft.com/office/drawing/2014/main" val="1472352606"/>
                    </a:ext>
                  </a:extLst>
                </a:gridCol>
                <a:gridCol w="739504">
                  <a:extLst>
                    <a:ext uri="{9D8B030D-6E8A-4147-A177-3AD203B41FA5}">
                      <a16:colId xmlns:a16="http://schemas.microsoft.com/office/drawing/2014/main" val="2969332323"/>
                    </a:ext>
                  </a:extLst>
                </a:gridCol>
              </a:tblGrid>
              <a:tr h="20652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 dirty="0" smtClean="0"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HBS -&gt; AXT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AXT -&gt; </a:t>
                      </a:r>
                      <a:r>
                        <a:rPr lang="en-US" altLang="ko-KR" sz="1000" kern="100" dirty="0" smtClean="0">
                          <a:effectLst/>
                          <a:latin typeface="+mn-ea"/>
                          <a:ea typeface="+mn-ea"/>
                        </a:rPr>
                        <a:t>HBS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5266933"/>
                  </a:ext>
                </a:extLst>
              </a:tr>
              <a:tr h="206523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altLang="en-US" sz="1000" kern="1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구분자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1000" kern="100" dirty="0" err="1" smtClean="0">
                          <a:effectLst/>
                          <a:latin typeface="+mn-ea"/>
                          <a:ea typeface="+mn-ea"/>
                        </a:rPr>
                        <a:t>HToA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1000" kern="100" dirty="0" err="1" smtClea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AToH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1804571"/>
                  </a:ext>
                </a:extLst>
              </a:tr>
              <a:tr h="585147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 dirty="0">
                          <a:effectLst/>
                          <a:latin typeface="+mn-ea"/>
                          <a:ea typeface="+mn-ea"/>
                        </a:rPr>
                        <a:t>모션 </a:t>
                      </a:r>
                      <a:r>
                        <a:rPr lang="ko-KR" sz="1000" kern="100" dirty="0" err="1">
                          <a:effectLst/>
                          <a:latin typeface="+mn-ea"/>
                          <a:ea typeface="+mn-ea"/>
                        </a:rPr>
                        <a:t>호밍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HOMING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HOMING.OK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HOMING.NG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</a:rPr>
                        <a:t>성공</a:t>
                      </a:r>
                    </a:p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</a:rPr>
                        <a:t>실패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3848759"/>
                  </a:ext>
                </a:extLst>
              </a:tr>
              <a:tr h="585147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Model </a:t>
                      </a:r>
                      <a:r>
                        <a:rPr lang="ko-KR" sz="1000" kern="100">
                          <a:effectLst/>
                          <a:latin typeface="+mn-ea"/>
                          <a:ea typeface="+mn-ea"/>
                        </a:rPr>
                        <a:t>변경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CHANGE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.[MODELNAME]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CHANGE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.[MODLENAME].OK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CHANGE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.[MODLENAME].NG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 dirty="0">
                          <a:effectLst/>
                          <a:latin typeface="+mn-ea"/>
                          <a:ea typeface="+mn-ea"/>
                        </a:rPr>
                        <a:t>성공</a:t>
                      </a:r>
                    </a:p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 dirty="0">
                          <a:effectLst/>
                          <a:latin typeface="+mn-ea"/>
                          <a:ea typeface="+mn-ea"/>
                        </a:rPr>
                        <a:t>실패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7546174"/>
                  </a:ext>
                </a:extLst>
              </a:tr>
              <a:tr h="585147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Filter </a:t>
                      </a:r>
                      <a:r>
                        <a:rPr lang="ko-KR" sz="1000" kern="100">
                          <a:effectLst/>
                          <a:latin typeface="+mn-ea"/>
                          <a:ea typeface="+mn-ea"/>
                        </a:rPr>
                        <a:t>변경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FILTER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.[ACTIVEID].[NUMBER]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ACTIVEID(01, 02), NUMBER(01, 02, 03, 04)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FILTER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.[ACTIVEID].[NUMBER].OK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FILTER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.[ACTIVEID].[NUMBER].NG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</a:rPr>
                        <a:t>성공</a:t>
                      </a:r>
                    </a:p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</a:rPr>
                        <a:t>실패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4482784"/>
                  </a:ext>
                </a:extLst>
              </a:tr>
              <a:tr h="585147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>
                          <a:effectLst/>
                          <a:latin typeface="+mn-ea"/>
                          <a:ea typeface="+mn-ea"/>
                        </a:rPr>
                        <a:t>이동 명령</a:t>
                      </a:r>
                      <a:endParaRPr lang="ko-KR" sz="1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ZOOM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.[ACTIVEID].[NUMBER]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ZOOM.[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ACTIVEID].[NUMBER].OK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1000" kern="100" dirty="0" smtClean="0">
                          <a:effectLst/>
                          <a:latin typeface="+mn-ea"/>
                          <a:ea typeface="+mn-ea"/>
                        </a:rPr>
                        <a:t>ZOOM</a:t>
                      </a:r>
                      <a:r>
                        <a:rPr lang="en-US" sz="1000" kern="100" dirty="0" smtClean="0">
                          <a:effectLst/>
                          <a:latin typeface="+mn-ea"/>
                          <a:ea typeface="+mn-ea"/>
                        </a:rPr>
                        <a:t>.[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ACTIVEID].[NUMBER].NG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 dirty="0">
                          <a:effectLst/>
                          <a:latin typeface="+mn-ea"/>
                          <a:ea typeface="+mn-ea"/>
                        </a:rPr>
                        <a:t>성공</a:t>
                      </a:r>
                    </a:p>
                    <a:p>
                      <a:pPr algn="just" latinLnBrk="1">
                        <a:lnSpc>
                          <a:spcPct val="100000"/>
                        </a:lnSpc>
                        <a:spcAft>
                          <a:spcPts val="1000"/>
                        </a:spcAft>
                      </a:pPr>
                      <a:r>
                        <a:rPr lang="ko-KR" sz="1000" kern="100" dirty="0">
                          <a:effectLst/>
                          <a:latin typeface="+mn-ea"/>
                          <a:ea typeface="+mn-ea"/>
                        </a:rPr>
                        <a:t>실패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5604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62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id="{9622F970-88DE-4E88-8F33-C0F330672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 smtClean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예시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0346" y="953118"/>
            <a:ext cx="750324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Model </a:t>
            </a:r>
            <a:r>
              <a:rPr lang="ko-KR" altLang="ko-KR" sz="1200" dirty="0" smtClean="0">
                <a:latin typeface="+mn-ea"/>
              </a:rPr>
              <a:t>변경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Model DG4_R00 </a:t>
            </a:r>
            <a:r>
              <a:rPr lang="ko-KR" altLang="ko-KR" sz="1200" dirty="0">
                <a:latin typeface="+mn-ea"/>
              </a:rPr>
              <a:t>로 변경</a:t>
            </a:r>
            <a:r>
              <a:rPr lang="en-US" altLang="ko-KR" sz="1200" dirty="0">
                <a:latin typeface="+mn-ea"/>
              </a:rPr>
              <a:t>      HToA.CHANGE.DG4_R00 </a:t>
            </a:r>
            <a:r>
              <a:rPr lang="en-US" altLang="ko-KR" sz="1200" dirty="0" smtClean="0">
                <a:latin typeface="+mn-ea"/>
              </a:rPr>
              <a:t>-&gt; 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           </a:t>
            </a:r>
            <a:r>
              <a:rPr lang="en-US" altLang="ko-KR" sz="1200" dirty="0" smtClean="0">
                <a:latin typeface="+mn-ea"/>
              </a:rPr>
              <a:t>                 &lt;- </a:t>
            </a:r>
            <a:r>
              <a:rPr lang="en-US" altLang="ko-KR" sz="1200" dirty="0">
                <a:latin typeface="+mn-ea"/>
              </a:rPr>
              <a:t>AToH.CHANGE.DG4_R00.OK                        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Filter </a:t>
            </a:r>
            <a:r>
              <a:rPr lang="ko-KR" altLang="ko-KR" sz="1200" dirty="0">
                <a:latin typeface="+mn-ea"/>
              </a:rPr>
              <a:t>변경 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Active01 </a:t>
            </a:r>
            <a:r>
              <a:rPr lang="en-US" altLang="ko-KR" sz="1200" dirty="0">
                <a:latin typeface="+mn-ea"/>
              </a:rPr>
              <a:t>Filter 1</a:t>
            </a:r>
            <a:r>
              <a:rPr lang="ko-KR" altLang="ko-KR" sz="1200" dirty="0">
                <a:latin typeface="+mn-ea"/>
              </a:rPr>
              <a:t>로 이동</a:t>
            </a:r>
            <a:r>
              <a:rPr lang="en-US" altLang="ko-KR" sz="1200" dirty="0">
                <a:latin typeface="+mn-ea"/>
              </a:rPr>
              <a:t>,          HToA.FILTER.A1.02 </a:t>
            </a:r>
            <a:r>
              <a:rPr lang="en-US" altLang="ko-KR" sz="1200" dirty="0" smtClean="0">
                <a:latin typeface="+mn-ea"/>
              </a:rPr>
              <a:t>    -&gt; 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        </a:t>
            </a:r>
            <a:r>
              <a:rPr lang="en-US" altLang="ko-KR" sz="1200" dirty="0" smtClean="0">
                <a:latin typeface="+mn-ea"/>
              </a:rPr>
              <a:t>                    &lt;- </a:t>
            </a:r>
            <a:r>
              <a:rPr lang="en-US" altLang="ko-KR" sz="1200" dirty="0">
                <a:latin typeface="+mn-ea"/>
              </a:rPr>
              <a:t>AToH.FILTER.A1.02.OK                                        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Active02 Filter 1</a:t>
            </a:r>
            <a:r>
              <a:rPr lang="ko-KR" altLang="ko-KR" sz="1200" dirty="0">
                <a:latin typeface="+mn-ea"/>
              </a:rPr>
              <a:t>로 이동</a:t>
            </a:r>
            <a:r>
              <a:rPr lang="en-US" altLang="ko-KR" sz="1200" dirty="0">
                <a:latin typeface="+mn-ea"/>
              </a:rPr>
              <a:t>,          HToA.FILTER.A2.02 </a:t>
            </a:r>
            <a:r>
              <a:rPr lang="en-US" altLang="ko-KR" sz="1200" dirty="0" smtClean="0">
                <a:latin typeface="+mn-ea"/>
              </a:rPr>
              <a:t>    -&gt;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        </a:t>
            </a:r>
            <a:r>
              <a:rPr lang="en-US" altLang="ko-KR" sz="1200" dirty="0" smtClean="0">
                <a:latin typeface="+mn-ea"/>
              </a:rPr>
              <a:t>                    &lt;- </a:t>
            </a:r>
            <a:r>
              <a:rPr lang="en-US" altLang="ko-KR" sz="1200" dirty="0">
                <a:latin typeface="+mn-ea"/>
              </a:rPr>
              <a:t>AToH.FILTER.A2.02.OK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Active01 Filter 0</a:t>
            </a:r>
            <a:r>
              <a:rPr lang="ko-KR" altLang="ko-KR" sz="1200" dirty="0">
                <a:latin typeface="+mn-ea"/>
              </a:rPr>
              <a:t>로 이동</a:t>
            </a:r>
            <a:r>
              <a:rPr lang="en-US" altLang="ko-KR" sz="1200" dirty="0">
                <a:latin typeface="+mn-ea"/>
              </a:rPr>
              <a:t>,           HToA.FILTER.A1.01 </a:t>
            </a:r>
            <a:r>
              <a:rPr lang="en-US" altLang="ko-KR" sz="1200" dirty="0" smtClean="0">
                <a:latin typeface="+mn-ea"/>
              </a:rPr>
              <a:t>   -&gt;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         </a:t>
            </a:r>
            <a:r>
              <a:rPr lang="en-US" altLang="ko-KR" sz="1200" dirty="0" smtClean="0">
                <a:latin typeface="+mn-ea"/>
              </a:rPr>
              <a:t>                   &lt;- </a:t>
            </a:r>
            <a:r>
              <a:rPr lang="en-US" altLang="ko-KR" sz="1200" dirty="0">
                <a:latin typeface="+mn-ea"/>
              </a:rPr>
              <a:t>AToH.FILTER.A1.01.OK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Active02 Filter 0</a:t>
            </a:r>
            <a:r>
              <a:rPr lang="ko-KR" altLang="ko-KR" sz="1200" dirty="0">
                <a:latin typeface="+mn-ea"/>
              </a:rPr>
              <a:t>로 이동</a:t>
            </a:r>
            <a:r>
              <a:rPr lang="en-US" altLang="ko-KR" sz="1200" dirty="0">
                <a:latin typeface="+mn-ea"/>
              </a:rPr>
              <a:t>,            HToA.FILTER.A2.01 </a:t>
            </a:r>
            <a:r>
              <a:rPr lang="en-US" altLang="ko-KR" sz="1200" dirty="0" smtClean="0">
                <a:latin typeface="+mn-ea"/>
              </a:rPr>
              <a:t>  -&gt;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          </a:t>
            </a:r>
            <a:r>
              <a:rPr lang="en-US" altLang="ko-KR" sz="1200" dirty="0" smtClean="0">
                <a:latin typeface="+mn-ea"/>
              </a:rPr>
              <a:t>                  &lt;- </a:t>
            </a:r>
            <a:r>
              <a:rPr lang="en-US" altLang="ko-KR" sz="1200" dirty="0">
                <a:latin typeface="+mn-ea"/>
              </a:rPr>
              <a:t>AToH.FILTER.A2.01.OK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</a:t>
            </a:r>
            <a:endParaRPr lang="ko-KR" altLang="ko-KR" sz="1200" dirty="0">
              <a:latin typeface="+mn-ea"/>
            </a:endParaRPr>
          </a:p>
          <a:p>
            <a:r>
              <a:rPr lang="ko-KR" altLang="ko-KR" sz="1200" dirty="0">
                <a:latin typeface="+mn-ea"/>
              </a:rPr>
              <a:t>이동 명령</a:t>
            </a:r>
          </a:p>
          <a:p>
            <a:r>
              <a:rPr lang="en-US" altLang="ko-KR" sz="1200" dirty="0">
                <a:latin typeface="+mn-ea"/>
              </a:rPr>
              <a:t>Active01 ZOOM </a:t>
            </a:r>
            <a:r>
              <a:rPr lang="ko-KR" altLang="ko-KR" sz="1200" dirty="0">
                <a:latin typeface="+mn-ea"/>
              </a:rPr>
              <a:t>현재위치에서</a:t>
            </a:r>
            <a:r>
              <a:rPr lang="en-US" altLang="ko-KR" sz="1200" dirty="0">
                <a:latin typeface="+mn-ea"/>
              </a:rPr>
              <a:t> 0.100mm </a:t>
            </a:r>
            <a:r>
              <a:rPr lang="ko-KR" altLang="ko-KR" sz="1200" dirty="0">
                <a:latin typeface="+mn-ea"/>
              </a:rPr>
              <a:t>이동</a:t>
            </a:r>
            <a:r>
              <a:rPr lang="en-US" altLang="ko-KR" sz="1200" dirty="0">
                <a:latin typeface="+mn-ea"/>
              </a:rPr>
              <a:t>,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                                         HToA.ZOOM.A1.0.100 -&gt; 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</a:t>
            </a:r>
            <a:r>
              <a:rPr lang="en-US" altLang="ko-KR" sz="1200" dirty="0" smtClean="0">
                <a:latin typeface="+mn-ea"/>
              </a:rPr>
              <a:t>                           &lt;- </a:t>
            </a:r>
            <a:r>
              <a:rPr lang="en-US" altLang="ko-KR" sz="1200" dirty="0">
                <a:latin typeface="+mn-ea"/>
              </a:rPr>
              <a:t>AToH.ZOOM.A1.0.100.OK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Active01 ZOOM </a:t>
            </a:r>
            <a:r>
              <a:rPr lang="ko-KR" altLang="ko-KR" sz="1200" dirty="0">
                <a:latin typeface="+mn-ea"/>
              </a:rPr>
              <a:t>현재위치에서</a:t>
            </a:r>
            <a:r>
              <a:rPr lang="en-US" altLang="ko-KR" sz="1200" dirty="0">
                <a:latin typeface="+mn-ea"/>
              </a:rPr>
              <a:t> -0.100mm </a:t>
            </a:r>
            <a:r>
              <a:rPr lang="ko-KR" altLang="ko-KR" sz="1200" dirty="0">
                <a:latin typeface="+mn-ea"/>
              </a:rPr>
              <a:t>이동</a:t>
            </a:r>
            <a:r>
              <a:rPr lang="en-US" altLang="ko-KR" sz="1200" dirty="0">
                <a:latin typeface="+mn-ea"/>
              </a:rPr>
              <a:t>,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                                        HToA.ZOOM.A1</a:t>
            </a:r>
            <a:r>
              <a:rPr lang="en-US" altLang="ko-KR" sz="1200" dirty="0">
                <a:latin typeface="+mn-ea"/>
              </a:rPr>
              <a:t>.-0.100 </a:t>
            </a:r>
            <a:r>
              <a:rPr lang="en-US" altLang="ko-KR" sz="1200" dirty="0" smtClean="0">
                <a:latin typeface="+mn-ea"/>
              </a:rPr>
              <a:t>-&gt; 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</a:t>
            </a:r>
            <a:r>
              <a:rPr lang="en-US" altLang="ko-KR" sz="1200" dirty="0" smtClean="0">
                <a:latin typeface="+mn-ea"/>
              </a:rPr>
              <a:t>                           &lt;- </a:t>
            </a:r>
            <a:r>
              <a:rPr lang="en-US" altLang="ko-KR" sz="1200" dirty="0">
                <a:latin typeface="+mn-ea"/>
              </a:rPr>
              <a:t>AToH.ZOOM.A1.-0.100.OK                                             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Active02 ZOOM </a:t>
            </a:r>
            <a:r>
              <a:rPr lang="ko-KR" altLang="ko-KR" sz="1200" dirty="0">
                <a:latin typeface="+mn-ea"/>
              </a:rPr>
              <a:t>현재위치에서</a:t>
            </a:r>
            <a:r>
              <a:rPr lang="en-US" altLang="ko-KR" sz="1200" dirty="0">
                <a:latin typeface="+mn-ea"/>
              </a:rPr>
              <a:t> 0.100mm </a:t>
            </a:r>
            <a:r>
              <a:rPr lang="ko-KR" altLang="ko-KR" sz="1200" dirty="0">
                <a:latin typeface="+mn-ea"/>
              </a:rPr>
              <a:t>이동</a:t>
            </a:r>
            <a:r>
              <a:rPr lang="en-US" altLang="ko-KR" sz="1200" dirty="0">
                <a:latin typeface="+mn-ea"/>
              </a:rPr>
              <a:t>,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                                         HToA.ZOOM.A2.0.100 -&gt; 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</a:t>
            </a:r>
            <a:r>
              <a:rPr lang="en-US" altLang="ko-KR" sz="1200" dirty="0" smtClean="0">
                <a:latin typeface="+mn-ea"/>
              </a:rPr>
              <a:t>                           &lt;- </a:t>
            </a:r>
            <a:r>
              <a:rPr lang="en-US" altLang="ko-KR" sz="1200" dirty="0">
                <a:latin typeface="+mn-ea"/>
              </a:rPr>
              <a:t>AToH.ZOOM.A2.0.100.OK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Active02 ZOOM </a:t>
            </a:r>
            <a:r>
              <a:rPr lang="ko-KR" altLang="ko-KR" sz="1200" dirty="0">
                <a:latin typeface="+mn-ea"/>
              </a:rPr>
              <a:t>현재위치에서</a:t>
            </a:r>
            <a:r>
              <a:rPr lang="en-US" altLang="ko-KR" sz="1200" dirty="0">
                <a:latin typeface="+mn-ea"/>
              </a:rPr>
              <a:t> -0.100mm </a:t>
            </a:r>
            <a:r>
              <a:rPr lang="ko-KR" altLang="ko-KR" sz="1200" dirty="0">
                <a:latin typeface="+mn-ea"/>
              </a:rPr>
              <a:t>이동</a:t>
            </a:r>
            <a:r>
              <a:rPr lang="en-US" altLang="ko-KR" sz="1200" dirty="0">
                <a:latin typeface="+mn-ea"/>
              </a:rPr>
              <a:t>,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                                        HToA.ZOOM.A2</a:t>
            </a:r>
            <a:r>
              <a:rPr lang="en-US" altLang="ko-KR" sz="1200" dirty="0">
                <a:latin typeface="+mn-ea"/>
              </a:rPr>
              <a:t>.-0.100 </a:t>
            </a:r>
            <a:r>
              <a:rPr lang="en-US" altLang="ko-KR" sz="1200" dirty="0" smtClean="0">
                <a:latin typeface="+mn-ea"/>
              </a:rPr>
              <a:t>-&gt;  </a:t>
            </a:r>
            <a:endParaRPr lang="ko-KR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                                  </a:t>
            </a:r>
            <a:r>
              <a:rPr lang="en-US" altLang="ko-KR" sz="1200" dirty="0" smtClean="0">
                <a:latin typeface="+mn-ea"/>
              </a:rPr>
              <a:t>                           &lt;- </a:t>
            </a:r>
            <a:r>
              <a:rPr lang="en-US" altLang="ko-KR" sz="1200" dirty="0">
                <a:latin typeface="+mn-ea"/>
              </a:rPr>
              <a:t>AToH.ZOOM.A2.-0.100.OK</a:t>
            </a:r>
            <a:endParaRPr lang="ko-KR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117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MAC-테마2">
  <a:themeElements>
    <a:clrScheme name="사용자 지정 1">
      <a:dk1>
        <a:srgbClr val="000000"/>
      </a:dk1>
      <a:lt1>
        <a:srgbClr val="FFFFFF"/>
      </a:lt1>
      <a:dk2>
        <a:srgbClr val="FFD869"/>
      </a:dk2>
      <a:lt2>
        <a:srgbClr val="0066CC"/>
      </a:lt2>
      <a:accent1>
        <a:srgbClr val="9999FF"/>
      </a:accent1>
      <a:accent2>
        <a:srgbClr val="FF6161"/>
      </a:accent2>
      <a:accent3>
        <a:srgbClr val="92D050"/>
      </a:accent3>
      <a:accent4>
        <a:srgbClr val="78397A"/>
      </a:accent4>
      <a:accent5>
        <a:srgbClr val="00CCFF"/>
      </a:accent5>
      <a:accent6>
        <a:srgbClr val="F8EE6C"/>
      </a:accent6>
      <a:hlink>
        <a:srgbClr val="C990CB"/>
      </a:hlink>
      <a:folHlink>
        <a:srgbClr val="9DBDD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8584</TotalTime>
  <Words>295</Words>
  <Application>Microsoft Office PowerPoint</Application>
  <PresentationFormat>화면 슬라이드 쇼(4:3)</PresentationFormat>
  <Paragraphs>74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5" baseType="lpstr">
      <vt:lpstr>HY견고딕</vt:lpstr>
      <vt:lpstr>HY헤드라인M</vt:lpstr>
      <vt:lpstr>굴림</vt:lpstr>
      <vt:lpstr>돋움</vt:lpstr>
      <vt:lpstr>맑은 고딕</vt:lpstr>
      <vt:lpstr>Arial</vt:lpstr>
      <vt:lpstr>Calibri</vt:lpstr>
      <vt:lpstr>Calibri Light</vt:lpstr>
      <vt:lpstr>Times New Roman</vt:lpstr>
      <vt:lpstr>Verdana</vt:lpstr>
      <vt:lpstr>Office 테마</vt:lpstr>
      <vt:lpstr>KMAC-테마2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MAC</dc:creator>
  <cp:lastModifiedBy>jsyoon</cp:lastModifiedBy>
  <cp:revision>350</cp:revision>
  <cp:lastPrinted>2022-02-21T04:06:19Z</cp:lastPrinted>
  <dcterms:created xsi:type="dcterms:W3CDTF">2021-03-22T02:09:06Z</dcterms:created>
  <dcterms:modified xsi:type="dcterms:W3CDTF">2022-09-08T02:18:54Z</dcterms:modified>
</cp:coreProperties>
</file>