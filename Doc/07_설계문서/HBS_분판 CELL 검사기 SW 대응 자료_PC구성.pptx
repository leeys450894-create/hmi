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7"/>
  </p:notesMasterIdLst>
  <p:sldIdLst>
    <p:sldId id="285" r:id="rId3"/>
    <p:sldId id="256" r:id="rId4"/>
    <p:sldId id="257" r:id="rId5"/>
    <p:sldId id="258" r:id="rId6"/>
    <p:sldId id="259" r:id="rId7"/>
    <p:sldId id="260" r:id="rId8"/>
    <p:sldId id="272" r:id="rId9"/>
    <p:sldId id="282" r:id="rId10"/>
    <p:sldId id="281" r:id="rId11"/>
    <p:sldId id="283" r:id="rId12"/>
    <p:sldId id="273" r:id="rId13"/>
    <p:sldId id="274" r:id="rId14"/>
    <p:sldId id="261" r:id="rId15"/>
    <p:sldId id="279" r:id="rId16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4" autoAdjust="0"/>
    <p:restoredTop sz="94660"/>
  </p:normalViewPr>
  <p:slideViewPr>
    <p:cSldViewPr snapToGrid="0">
      <p:cViewPr>
        <p:scale>
          <a:sx n="125" d="100"/>
          <a:sy n="125" d="100"/>
        </p:scale>
        <p:origin x="1212" y="-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572" y="0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fld id="{A8432EF3-2C5E-4437-A242-89457AC3EBC6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44" tIns="45322" rIns="90644" bIns="4532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891" y="4747996"/>
            <a:ext cx="5387982" cy="3884437"/>
          </a:xfrm>
          <a:prstGeom prst="rect">
            <a:avLst/>
          </a:prstGeom>
        </p:spPr>
        <p:txBody>
          <a:bodyPr vert="horz" lIns="90644" tIns="45322" rIns="90644" bIns="4532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572" y="9371501"/>
            <a:ext cx="2918621" cy="494813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fld id="{1F694038-8F26-4992-81E4-0A012897C1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342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F6CADA-A13E-447C-839F-0F14015D6169}"/>
              </a:ext>
            </a:extLst>
          </p:cNvPr>
          <p:cNvSpPr/>
          <p:nvPr userDrawn="1"/>
        </p:nvSpPr>
        <p:spPr>
          <a:xfrm>
            <a:off x="1445742" y="2"/>
            <a:ext cx="7698259" cy="5262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D85D9A-0A31-48BF-A83B-51EF472174E2}"/>
              </a:ext>
            </a:extLst>
          </p:cNvPr>
          <p:cNvSpPr/>
          <p:nvPr userDrawn="1"/>
        </p:nvSpPr>
        <p:spPr>
          <a:xfrm>
            <a:off x="0" y="2"/>
            <a:ext cx="1242204" cy="5262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A9043C-79A8-49A7-BC77-BC88A3C0395F}"/>
              </a:ext>
            </a:extLst>
          </p:cNvPr>
          <p:cNvSpPr/>
          <p:nvPr userDrawn="1"/>
        </p:nvSpPr>
        <p:spPr>
          <a:xfrm>
            <a:off x="1311217" y="2"/>
            <a:ext cx="60385" cy="52621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E88106A-1960-4D48-B0A5-00D22E7E9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905" y="5671355"/>
            <a:ext cx="1842189" cy="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CA2A418-A329-4373-AA93-8D96F11154AE}"/>
              </a:ext>
            </a:extLst>
          </p:cNvPr>
          <p:cNvSpPr/>
          <p:nvPr userDrawn="1"/>
        </p:nvSpPr>
        <p:spPr>
          <a:xfrm>
            <a:off x="1445743" y="665018"/>
            <a:ext cx="7282622" cy="77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53B245-C7A4-4148-9536-93AEF2B71FDB}"/>
              </a:ext>
            </a:extLst>
          </p:cNvPr>
          <p:cNvSpPr/>
          <p:nvPr userDrawn="1"/>
        </p:nvSpPr>
        <p:spPr>
          <a:xfrm>
            <a:off x="415636" y="665018"/>
            <a:ext cx="826568" cy="773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A0CB3A-47B0-4D52-9E44-800852389524}"/>
              </a:ext>
            </a:extLst>
          </p:cNvPr>
          <p:cNvSpPr/>
          <p:nvPr userDrawn="1"/>
        </p:nvSpPr>
        <p:spPr>
          <a:xfrm>
            <a:off x="1311217" y="665018"/>
            <a:ext cx="60385" cy="7732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9FD4FB-AD3D-4FA9-9D44-F4666717A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4" y="6518314"/>
            <a:ext cx="1255078" cy="306435"/>
          </a:xfrm>
          <a:prstGeom prst="rect">
            <a:avLst/>
          </a:prstGeom>
        </p:spPr>
      </p:pic>
      <p:pic>
        <p:nvPicPr>
          <p:cNvPr id="11" name="Picture 41">
            <a:extLst>
              <a:ext uri="{FF2B5EF4-FFF2-40B4-BE49-F238E27FC236}">
                <a16:creationId xmlns:a16="http://schemas.microsoft.com/office/drawing/2014/main" id="{72A0348D-8020-4D06-8F46-5EDC953E48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2" y="6581775"/>
            <a:ext cx="777239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716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97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195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30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73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47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1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40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11A3-201F-4A19-B33D-85661AA8FA9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251520" y="836712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5"/>
          <p:cNvSpPr>
            <a:spLocks noChangeArrowheads="1"/>
          </p:cNvSpPr>
          <p:nvPr/>
        </p:nvSpPr>
        <p:spPr bwMode="auto">
          <a:xfrm>
            <a:off x="292243" y="6354161"/>
            <a:ext cx="224666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lnSpc>
                <a:spcPct val="95000"/>
              </a:lnSpc>
            </a:pPr>
            <a:r>
              <a:rPr kumimoji="0" lang="en-US" altLang="ko-KR" sz="800" dirty="0">
                <a:solidFill>
                  <a:srgbClr val="595959"/>
                </a:solidFill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Copyright © 2012 by KMAC Corporation. </a:t>
            </a:r>
          </a:p>
          <a:p>
            <a:pPr>
              <a:lnSpc>
                <a:spcPct val="95000"/>
              </a:lnSpc>
            </a:pPr>
            <a:r>
              <a:rPr kumimoji="0" lang="en-US" altLang="ko-KR" sz="800" dirty="0">
                <a:solidFill>
                  <a:srgbClr val="595959"/>
                </a:solidFill>
                <a:latin typeface="Times New Roman" pitchFamily="18" charset="0"/>
                <a:ea typeface="맑은 고딕" pitchFamily="50" charset="-127"/>
                <a:cs typeface="Times New Roman" pitchFamily="18" charset="0"/>
              </a:rPr>
              <a:t>ALL RIGHTS RESERVED.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7200800" cy="516036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60347" y="1124744"/>
            <a:ext cx="8604947" cy="5001419"/>
          </a:xfrm>
        </p:spPr>
        <p:txBody>
          <a:bodyPr>
            <a:normAutofit/>
          </a:bodyPr>
          <a:lstStyle>
            <a:lvl1pPr>
              <a:defRPr sz="2000" b="1"/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Font typeface="Wingdings" panose="05000000000000000000" pitchFamily="2" charset="2"/>
              <a:buChar char="ü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32656"/>
            <a:ext cx="1090291" cy="415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50258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-11113" y="3622675"/>
            <a:ext cx="9155113" cy="323532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-4763" y="-6350"/>
            <a:ext cx="674688" cy="2859088"/>
          </a:xfrm>
          <a:prstGeom prst="rect">
            <a:avLst/>
          </a:prstGeom>
          <a:solidFill>
            <a:srgbClr val="003366"/>
          </a:solidFill>
          <a:ln w="9525">
            <a:solidFill>
              <a:srgbClr val="00336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688975" y="2852738"/>
            <a:ext cx="8455025" cy="136842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-7938" y="2852738"/>
            <a:ext cx="677863" cy="4005262"/>
          </a:xfrm>
          <a:prstGeom prst="rect">
            <a:avLst/>
          </a:prstGeom>
          <a:solidFill>
            <a:srgbClr val="A7A7A7"/>
          </a:solidFill>
          <a:ln w="9525">
            <a:solidFill>
              <a:srgbClr val="969696"/>
            </a:solidFill>
            <a:miter lim="800000"/>
            <a:headEnd/>
            <a:tailEnd/>
          </a:ln>
        </p:spPr>
        <p:txBody>
          <a:bodyPr lIns="90466" tIns="44438" rIns="90466" bIns="44438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</a:pPr>
            <a:endParaRPr kumimoji="0" lang="ko-KR" altLang="en-US">
              <a:latin typeface="Arial" panose="020B0604020202020204" pitchFamily="34" charset="0"/>
              <a:ea typeface="HY헤드라인M" panose="02030600000101010101" pitchFamily="18" charset="-127"/>
            </a:endParaRPr>
          </a:p>
        </p:txBody>
      </p:sp>
      <p:pic>
        <p:nvPicPr>
          <p:cNvPr id="6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7734300" y="331788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998498"/>
      </p:ext>
    </p:extLst>
  </p:cSld>
  <p:clrMapOvr>
    <a:masterClrMapping/>
  </p:clrMapOvr>
  <p:transition>
    <p:wipe/>
  </p:transition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DE9189E-AD8F-4C1A-8561-A2E586804B91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86B45385-55EE-43CC-941A-01A8260550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06896"/>
      </p:ext>
    </p:extLst>
  </p:cSld>
  <p:clrMapOvr>
    <a:masterClrMapping/>
  </p:clrMapOvr>
  <p:transition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A60A1CB-4138-49DB-895C-5BE17B37F1DF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F382D9DE-7A54-432D-B9F8-8F41DE4A7B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592235"/>
      </p:ext>
    </p:extLst>
  </p:cSld>
  <p:clrMapOvr>
    <a:masterClrMapping/>
  </p:clrMapOvr>
  <p:transition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F6D5B06-BF9D-4E24-92CC-5A6AD6786CBA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E2C2B2-0006-4A19-A06E-F329842F7DF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430781"/>
      </p:ext>
    </p:extLst>
  </p:cSld>
  <p:clrMapOvr>
    <a:masterClrMapping/>
  </p:clrMapOvr>
  <p:transition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28D3AF3-64FE-4E71-A496-E1EBCF877780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A37E9C51-05E8-41F6-A55C-A1A1334ABEF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38155"/>
      </p:ext>
    </p:extLst>
  </p:cSld>
  <p:clrMapOvr>
    <a:masterClrMapping/>
  </p:clrMapOvr>
  <p:transition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0A7DADDD-78D8-4AB7-8BD4-A61768480615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1289D55-0AA1-4E5D-9FDF-C352BA7F0C4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18481"/>
      </p:ext>
    </p:extLst>
  </p:cSld>
  <p:clrMapOvr>
    <a:masterClrMapping/>
  </p:clrMapOvr>
  <p:transition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2B28E4FD-0667-4FDF-A32B-C17D1AFEF46F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49204271-E5BE-4204-842F-9B22CFCA2F1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785640"/>
      </p:ext>
    </p:extLst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F2E9CB79-ABE1-417E-B3B0-588158A43633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4BEA782-3682-44AB-B6B9-BE7507B1793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45103"/>
      </p:ext>
    </p:extLst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438C95EA-1AF8-4E84-87A9-0F239B0315E8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C66F7F-315D-4067-810D-D1DCEE66B5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850897"/>
      </p:ext>
    </p:extLst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EF72929-E4AF-4394-A318-C6D95F2E9FFF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31FA55F-2527-4435-8B7F-0FE04254BA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78585"/>
      </p:ext>
    </p:extLst>
  </p:cSld>
  <p:clrMapOvr>
    <a:masterClrMapping/>
  </p:clrMapOvr>
  <p:transition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3A6DABF0-8D43-4B19-8211-EE40CA82D841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75D5F9BF-E191-40B3-965E-4BEB14E528A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378529"/>
      </p:ext>
    </p:extLst>
  </p:cSld>
  <p:clrMapOvr>
    <a:masterClrMapping/>
  </p:clrMapOvr>
  <p:transition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/>
            </a:lvl1pPr>
          </a:lstStyle>
          <a:p>
            <a:pPr>
              <a:defRPr/>
            </a:pPr>
            <a:fld id="{CCFD5F02-71F4-42B8-8F17-A9154D3353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89213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>
          <a:xfrm>
            <a:off x="250825" y="1052513"/>
            <a:ext cx="8642350" cy="0"/>
          </a:xfrm>
          <a:prstGeom prst="line">
            <a:avLst/>
          </a:prstGeom>
          <a:ln w="38100">
            <a:solidFill>
              <a:srgbClr val="23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45"/>
          <p:cNvSpPr>
            <a:spLocks noChangeArrowheads="1"/>
          </p:cNvSpPr>
          <p:nvPr userDrawn="1"/>
        </p:nvSpPr>
        <p:spPr bwMode="auto">
          <a:xfrm>
            <a:off x="165100" y="6376988"/>
            <a:ext cx="8677275" cy="323850"/>
          </a:xfrm>
          <a:prstGeom prst="rect">
            <a:avLst/>
          </a:prstGeom>
          <a:noFill/>
          <a:ln>
            <a:noFill/>
          </a:ln>
          <a:extLst/>
        </p:spPr>
        <p:txBody>
          <a:bodyPr lIns="90488" tIns="44450" rIns="90488" bIns="44450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Copyright © 2012 by KMAC Corporation. </a:t>
            </a:r>
          </a:p>
          <a:p>
            <a:pPr eaLnBrk="1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>
                <a:solidFill>
                  <a:srgbClr val="595959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 RIGHTS RESERVED.</a:t>
            </a:r>
          </a:p>
        </p:txBody>
      </p:sp>
      <p:pic>
        <p:nvPicPr>
          <p:cNvPr id="4" name="그림 8" descr="시그니쳐(칼라)_마크-아이덴티파이어_중.emf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13" y="577850"/>
            <a:ext cx="108108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379D9EE3-65D0-4DD4-8056-9149CD232848}" type="datetime1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61075" y="6356350"/>
            <a:ext cx="2895600" cy="365125"/>
          </a:xfrm>
          <a:prstGeom prst="rect">
            <a:avLst/>
          </a:prstGeom>
        </p:spPr>
        <p:txBody>
          <a:bodyPr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00" b="1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www.kmac.com</a:t>
            </a:r>
            <a:endParaRPr lang="ko-KR" altLang="en-US" dirty="0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2025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F2879A4-310A-427E-9B64-410F7AF6059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083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fld id="{6F926446-C434-470C-9D55-6FCACA20F5B2}" type="datetimeFigureOut">
              <a:rPr lang="ko-KR" altLang="en-US"/>
              <a:pPr>
                <a:defRPr/>
              </a:pPr>
              <a:t>2022-02-25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DB46575-072A-4CF1-A3B8-1EF95B4F7E7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41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0B3C7-A114-4FDB-822F-CDDC420C289A}" type="datetimeFigureOut">
              <a:rPr lang="ko-KR" altLang="en-US" smtClean="0"/>
              <a:t>2022-02-25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6FE3D-0EF2-4E34-ACFA-8C91961BEE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0"/>
          <p:cNvSpPr txBox="1">
            <a:spLocks noChangeArrowheads="1"/>
          </p:cNvSpPr>
          <p:nvPr/>
        </p:nvSpPr>
        <p:spPr bwMode="auto">
          <a:xfrm>
            <a:off x="323850" y="673100"/>
            <a:ext cx="8428038" cy="77788"/>
          </a:xfrm>
          <a:prstGeom prst="rect">
            <a:avLst/>
          </a:prstGeom>
          <a:solidFill>
            <a:srgbClr val="666699"/>
          </a:solidFill>
          <a:ln>
            <a:noFill/>
          </a:ln>
          <a:extLst/>
        </p:spPr>
        <p:txBody>
          <a:bodyPr anchor="b"/>
          <a:lstStyle>
            <a:lvl1pPr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defRPr kumimoji="1" sz="1600">
                <a:solidFill>
                  <a:schemeClr val="accent2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pPr eaLnBrk="1" fontAlgn="auto" latinLnBrk="1" hangingPunct="1">
              <a:lnSpc>
                <a:spcPct val="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>
                <a:solidFill>
                  <a:schemeClr val="accent1"/>
                </a:solidFill>
                <a:latin typeface="Verdana" pitchFamily="34" charset="0"/>
                <a:ea typeface="굴림" pitchFamily="50" charset="-127"/>
              </a:rPr>
              <a:t>  </a:t>
            </a:r>
            <a:endParaRPr lang="en-US" altLang="ko-KR" sz="800" b="1">
              <a:solidFill>
                <a:srgbClr val="FF6600"/>
              </a:solidFill>
              <a:latin typeface="Arial" charset="0"/>
              <a:ea typeface="굴림" pitchFamily="50" charset="-127"/>
            </a:endParaRPr>
          </a:p>
        </p:txBody>
      </p:sp>
      <p:pic>
        <p:nvPicPr>
          <p:cNvPr id="4099" name="Picture 41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13" y="6581775"/>
            <a:ext cx="81422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 descr="E:\2013년\7_자료\케이맥 LOGO\K－MAC_logo_image\Signature Composition_09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12" b="9685"/>
          <a:stretch>
            <a:fillRect/>
          </a:stretch>
        </p:blipFill>
        <p:spPr bwMode="auto">
          <a:xfrm>
            <a:off x="90488" y="6488113"/>
            <a:ext cx="981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24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ransition>
    <p:wip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95B10C-5FDC-4E56-8A65-9EF75DE81D59}"/>
              </a:ext>
            </a:extLst>
          </p:cNvPr>
          <p:cNvSpPr txBox="1"/>
          <p:nvPr/>
        </p:nvSpPr>
        <p:spPr>
          <a:xfrm>
            <a:off x="833915" y="2323494"/>
            <a:ext cx="7703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분판 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Cell AGING &amp; 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검사기  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알파설비</a:t>
            </a:r>
            <a:r>
              <a:rPr lang="en-US" altLang="ko-KR" sz="2400" dirty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</a:p>
          <a:p>
            <a:pPr algn="ctr"/>
            <a:r>
              <a:rPr lang="en-US" altLang="ko-KR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PC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2400" dirty="0" smtClean="0">
                <a:solidFill>
                  <a:srgbClr val="00206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자료</a:t>
            </a:r>
            <a:endParaRPr lang="ko-KR" altLang="en-US" sz="2400" dirty="0">
              <a:solidFill>
                <a:srgbClr val="00206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4680D21-9CBC-4EB4-A161-9D828C60FABC}"/>
              </a:ext>
            </a:extLst>
          </p:cNvPr>
          <p:cNvCxnSpPr>
            <a:cxnSpLocks/>
          </p:cNvCxnSpPr>
          <p:nvPr/>
        </p:nvCxnSpPr>
        <p:spPr>
          <a:xfrm flipV="1">
            <a:off x="1166070" y="2787667"/>
            <a:ext cx="6971251" cy="20094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9">
            <a:extLst>
              <a:ext uri="{FF2B5EF4-FFF2-40B4-BE49-F238E27FC236}">
                <a16:creationId xmlns:a16="http://schemas.microsoft.com/office/drawing/2014/main" id="{A0750DBE-9777-4B53-8A9D-E297FF43B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071" y="5641363"/>
            <a:ext cx="16562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kumimoji="0"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작성자 </a:t>
            </a:r>
            <a:r>
              <a:rPr kumimoji="0"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: </a:t>
            </a:r>
            <a:r>
              <a:rPr kumimoji="0"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SW</a:t>
            </a:r>
            <a:r>
              <a:rPr kumimoji="0" lang="ko-KR" altLang="en-US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개발</a:t>
            </a:r>
            <a:r>
              <a:rPr kumimoji="0"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1</a:t>
            </a:r>
            <a:r>
              <a:rPr kumimoji="0" lang="ko-KR" altLang="en-US" sz="1200" dirty="0" smtClean="0">
                <a:latin typeface="HY헤드라인M" panose="02030600000101010101" pitchFamily="18" charset="-127"/>
                <a:ea typeface="HY헤드라인M" panose="02030600000101010101" pitchFamily="18" charset="-127"/>
                <a:cs typeface="Arial" panose="020B0604020202020204" pitchFamily="34" charset="0"/>
              </a:rPr>
              <a:t>팀</a:t>
            </a:r>
            <a:endParaRPr kumimoji="0" lang="en-US" altLang="ko-KR" sz="1200" dirty="0">
              <a:latin typeface="HY헤드라인M" panose="02030600000101010101" pitchFamily="18" charset="-127"/>
              <a:ea typeface="HY헤드라인M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2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모서리가 둥근 직사각형 47"/>
          <p:cNvSpPr/>
          <p:nvPr/>
        </p:nvSpPr>
        <p:spPr>
          <a:xfrm>
            <a:off x="1893852" y="813486"/>
            <a:ext cx="3211453" cy="1435947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6" name="모서리가 둥근 직사각형 185"/>
          <p:cNvSpPr/>
          <p:nvPr/>
        </p:nvSpPr>
        <p:spPr>
          <a:xfrm>
            <a:off x="5320335" y="813486"/>
            <a:ext cx="3399603" cy="1841269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7" name="모서리가 둥근 직사각형 76"/>
          <p:cNvSpPr/>
          <p:nvPr/>
        </p:nvSpPr>
        <p:spPr>
          <a:xfrm>
            <a:off x="359641" y="1877068"/>
            <a:ext cx="1375921" cy="1506211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359641" y="5182623"/>
            <a:ext cx="4997263" cy="1258582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모서리가 둥근 직사각형 62"/>
          <p:cNvSpPr/>
          <p:nvPr/>
        </p:nvSpPr>
        <p:spPr>
          <a:xfrm>
            <a:off x="1876663" y="2438007"/>
            <a:ext cx="3255799" cy="2323841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5307081" y="2829794"/>
            <a:ext cx="3399603" cy="3729335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3341687" y="883973"/>
            <a:ext cx="1440000" cy="447012"/>
            <a:chOff x="2313571" y="878772"/>
            <a:chExt cx="1620000" cy="1058687"/>
          </a:xfrm>
        </p:grpSpPr>
        <p:pic>
          <p:nvPicPr>
            <p:cNvPr id="17" name="그림 16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5416007" y="2930686"/>
            <a:ext cx="1440000" cy="464060"/>
            <a:chOff x="6465461" y="774202"/>
            <a:chExt cx="1517845" cy="1089942"/>
          </a:xfrm>
        </p:grpSpPr>
        <p:pic>
          <p:nvPicPr>
            <p:cNvPr id="13" name="그림 1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TextBox 39"/>
            <p:cNvSpPr txBox="1"/>
            <p:nvPr/>
          </p:nvSpPr>
          <p:spPr>
            <a:xfrm>
              <a:off x="6720747" y="1358129"/>
              <a:ext cx="1215455" cy="50601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5416007" y="3518477"/>
            <a:ext cx="1440000" cy="466732"/>
            <a:chOff x="6465461" y="1652876"/>
            <a:chExt cx="1517845" cy="1123165"/>
          </a:xfrm>
        </p:grpSpPr>
        <p:pic>
          <p:nvPicPr>
            <p:cNvPr id="23" name="그림 2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1652876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" name="TextBox 40"/>
            <p:cNvSpPr txBox="1"/>
            <p:nvPr/>
          </p:nvSpPr>
          <p:spPr>
            <a:xfrm>
              <a:off x="6720861" y="2257587"/>
              <a:ext cx="1215455" cy="5184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416007" y="4114644"/>
            <a:ext cx="1440000" cy="465357"/>
            <a:chOff x="6465461" y="2541811"/>
            <a:chExt cx="1517845" cy="1105876"/>
          </a:xfrm>
        </p:grpSpPr>
        <p:pic>
          <p:nvPicPr>
            <p:cNvPr id="14" name="그림 1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" name="TextBox 41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1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416007" y="4731215"/>
            <a:ext cx="1440000" cy="451408"/>
            <a:chOff x="6465460" y="3431273"/>
            <a:chExt cx="1517845" cy="1001682"/>
          </a:xfrm>
        </p:grpSpPr>
        <p:pic>
          <p:nvPicPr>
            <p:cNvPr id="24" name="그림 2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343127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3" name="TextBox 42"/>
            <p:cNvSpPr txBox="1"/>
            <p:nvPr/>
          </p:nvSpPr>
          <p:spPr>
            <a:xfrm>
              <a:off x="6607172" y="3954881"/>
              <a:ext cx="1331602" cy="4780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416007" y="5335346"/>
            <a:ext cx="1440000" cy="583521"/>
            <a:chOff x="6465460" y="4298108"/>
            <a:chExt cx="1517845" cy="1327055"/>
          </a:xfrm>
        </p:grpSpPr>
        <p:pic>
          <p:nvPicPr>
            <p:cNvPr id="11" name="그림 1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4" name="TextBox 43"/>
            <p:cNvSpPr txBox="1"/>
            <p:nvPr/>
          </p:nvSpPr>
          <p:spPr>
            <a:xfrm>
              <a:off x="6632586" y="4855217"/>
              <a:ext cx="1290829" cy="76994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 smtClean="0"/>
                <a:t>색이상</a:t>
              </a:r>
              <a:r>
                <a:rPr lang="en-US" altLang="ko-KR" sz="800" dirty="0" smtClean="0"/>
                <a:t>(</a:t>
              </a:r>
              <a:r>
                <a:rPr lang="ko-KR" altLang="en-US" sz="800" dirty="0" err="1" smtClean="0"/>
                <a:t>면계측</a:t>
              </a:r>
              <a:r>
                <a:rPr lang="en-US" altLang="ko-KR" sz="800" dirty="0" smtClean="0"/>
                <a:t>)1</a:t>
              </a:r>
              <a:r>
                <a:rPr lang="ko-KR" altLang="en-US" sz="800" dirty="0" smtClean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5416007" y="5939475"/>
            <a:ext cx="1440000" cy="586369"/>
            <a:chOff x="6464659" y="5164943"/>
            <a:chExt cx="1517845" cy="1367387"/>
          </a:xfrm>
        </p:grpSpPr>
        <p:pic>
          <p:nvPicPr>
            <p:cNvPr id="22" name="그림 2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4659" y="516494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5" name="TextBox 44"/>
            <p:cNvSpPr txBox="1"/>
            <p:nvPr/>
          </p:nvSpPr>
          <p:spPr>
            <a:xfrm>
              <a:off x="6615853" y="5742837"/>
              <a:ext cx="1306875" cy="7894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 smtClean="0"/>
                <a:t>색이상</a:t>
              </a:r>
              <a:r>
                <a:rPr lang="en-US" altLang="ko-KR" sz="800" dirty="0" smtClean="0"/>
                <a:t>(</a:t>
              </a:r>
              <a:r>
                <a:rPr lang="ko-KR" altLang="en-US" sz="800" dirty="0" err="1"/>
                <a:t>면계측</a:t>
              </a:r>
              <a:r>
                <a:rPr lang="ko-KR" altLang="en-US" sz="800" dirty="0"/>
                <a:t> </a:t>
              </a:r>
              <a:r>
                <a:rPr lang="en-US" altLang="ko-KR" sz="800" dirty="0" smtClean="0"/>
                <a:t>)</a:t>
              </a:r>
              <a:r>
                <a:rPr lang="en-US" altLang="ko-KR" sz="800" dirty="0" smtClean="0"/>
                <a:t>2</a:t>
              </a:r>
              <a:r>
                <a:rPr lang="ko-KR" altLang="en-US" sz="800" dirty="0" smtClean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5441176" y="2143042"/>
            <a:ext cx="1440000" cy="419046"/>
            <a:chOff x="2313571" y="4593133"/>
            <a:chExt cx="1517845" cy="1036942"/>
          </a:xfrm>
        </p:grpSpPr>
        <p:pic>
          <p:nvPicPr>
            <p:cNvPr id="8" name="그림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6" name="TextBox 4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</a:t>
              </a:r>
              <a:r>
                <a:rPr lang="en-US" altLang="ko-KR" sz="800" dirty="0"/>
                <a:t>2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sp>
        <p:nvSpPr>
          <p:cNvPr id="92" name="직사각형 91"/>
          <p:cNvSpPr/>
          <p:nvPr/>
        </p:nvSpPr>
        <p:spPr>
          <a:xfrm>
            <a:off x="454355" y="5371225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54355" y="2444687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2205759" y="1829640"/>
            <a:ext cx="1152128" cy="252000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3852433" y="3853350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3845362" y="1824801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52" name="그룹 51"/>
          <p:cNvGrpSpPr/>
          <p:nvPr/>
        </p:nvGrpSpPr>
        <p:grpSpPr>
          <a:xfrm>
            <a:off x="5416007" y="900508"/>
            <a:ext cx="1440000" cy="419046"/>
            <a:chOff x="2313571" y="4593133"/>
            <a:chExt cx="1517845" cy="1036942"/>
          </a:xfrm>
        </p:grpSpPr>
        <p:pic>
          <p:nvPicPr>
            <p:cNvPr id="53" name="그림 5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" name="TextBox 53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PG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5441176" y="1711718"/>
            <a:ext cx="1440000" cy="419046"/>
            <a:chOff x="2313570" y="4593135"/>
            <a:chExt cx="1517845" cy="1036941"/>
          </a:xfrm>
        </p:grpSpPr>
        <p:pic>
          <p:nvPicPr>
            <p:cNvPr id="56" name="그림 5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Box 56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</a:t>
              </a:r>
              <a:r>
                <a:rPr lang="en-US" altLang="ko-KR" sz="800" dirty="0"/>
                <a:t>1 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348758" y="2543132"/>
            <a:ext cx="1440000" cy="430179"/>
            <a:chOff x="2313571" y="878772"/>
            <a:chExt cx="1620000" cy="1098689"/>
          </a:xfrm>
        </p:grpSpPr>
        <p:pic>
          <p:nvPicPr>
            <p:cNvPr id="61" name="그림 6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" name="TextBox 61"/>
            <p:cNvSpPr txBox="1"/>
            <p:nvPr/>
          </p:nvSpPr>
          <p:spPr>
            <a:xfrm>
              <a:off x="2408142" y="1427211"/>
              <a:ext cx="1363384" cy="55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65" name="직사각형 64"/>
          <p:cNvSpPr/>
          <p:nvPr/>
        </p:nvSpPr>
        <p:spPr>
          <a:xfrm>
            <a:off x="2212830" y="3853350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3689580" y="3352648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3682509" y="1467413"/>
            <a:ext cx="1166897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Serial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001866" y="2723073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13202" y="5543757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센서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2413202" y="5984755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릴레이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720555" y="5530258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실리더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3720555" y="5984755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램프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462194" y="1975995"/>
            <a:ext cx="1152128" cy="3808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Stage(44Axis)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2164196" y="1440412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7445024" y="5953205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1" name="직선 연결선 170"/>
          <p:cNvCxnSpPr>
            <a:stCxn id="170" idx="1"/>
            <a:endCxn id="22" idx="3"/>
          </p:cNvCxnSpPr>
          <p:nvPr/>
        </p:nvCxnSpPr>
        <p:spPr>
          <a:xfrm flipH="1">
            <a:off x="6856007" y="6079205"/>
            <a:ext cx="589017" cy="31550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직사각형 173"/>
          <p:cNvSpPr/>
          <p:nvPr/>
        </p:nvSpPr>
        <p:spPr>
          <a:xfrm>
            <a:off x="7435966" y="5344972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5" name="직선 연결선 174"/>
          <p:cNvCxnSpPr>
            <a:stCxn id="174" idx="1"/>
            <a:endCxn id="11" idx="3"/>
          </p:cNvCxnSpPr>
          <p:nvPr/>
        </p:nvCxnSpPr>
        <p:spPr>
          <a:xfrm flipH="1">
            <a:off x="6856007" y="5470972"/>
            <a:ext cx="579959" cy="40004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6" name="직사각형 175"/>
          <p:cNvSpPr/>
          <p:nvPr/>
        </p:nvSpPr>
        <p:spPr>
          <a:xfrm>
            <a:off x="7427837" y="4759465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7" name="직선 연결선 176"/>
          <p:cNvCxnSpPr>
            <a:stCxn id="176" idx="1"/>
            <a:endCxn id="24" idx="3"/>
          </p:cNvCxnSpPr>
          <p:nvPr/>
        </p:nvCxnSpPr>
        <p:spPr>
          <a:xfrm flipH="1">
            <a:off x="6856007" y="4885465"/>
            <a:ext cx="571830" cy="25750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8" name="직사각형 177"/>
          <p:cNvSpPr/>
          <p:nvPr/>
        </p:nvSpPr>
        <p:spPr>
          <a:xfrm>
            <a:off x="7427837" y="4136044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79" name="직선 연결선 178"/>
          <p:cNvCxnSpPr>
            <a:stCxn id="178" idx="1"/>
            <a:endCxn id="14" idx="3"/>
          </p:cNvCxnSpPr>
          <p:nvPr/>
        </p:nvCxnSpPr>
        <p:spPr>
          <a:xfrm flipH="1">
            <a:off x="6856007" y="4262044"/>
            <a:ext cx="571830" cy="20679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0" name="직사각형 179"/>
          <p:cNvSpPr/>
          <p:nvPr/>
        </p:nvSpPr>
        <p:spPr>
          <a:xfrm>
            <a:off x="7394750" y="3533758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1" name="직선 연결선 180"/>
          <p:cNvCxnSpPr>
            <a:stCxn id="180" idx="1"/>
            <a:endCxn id="23" idx="3"/>
          </p:cNvCxnSpPr>
          <p:nvPr/>
        </p:nvCxnSpPr>
        <p:spPr>
          <a:xfrm flipH="1">
            <a:off x="6856007" y="3659758"/>
            <a:ext cx="538743" cy="24700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2" name="직사각형 181"/>
          <p:cNvSpPr/>
          <p:nvPr/>
        </p:nvSpPr>
        <p:spPr>
          <a:xfrm>
            <a:off x="7394750" y="2943868"/>
            <a:ext cx="1152128" cy="2520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CCD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3" name="직선 연결선 182"/>
          <p:cNvCxnSpPr>
            <a:stCxn id="182" idx="1"/>
            <a:endCxn id="13" idx="3"/>
          </p:cNvCxnSpPr>
          <p:nvPr/>
        </p:nvCxnSpPr>
        <p:spPr>
          <a:xfrm flipH="1">
            <a:off x="6856007" y="3069868"/>
            <a:ext cx="538743" cy="30879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4" name="직사각형 183"/>
          <p:cNvSpPr/>
          <p:nvPr/>
        </p:nvSpPr>
        <p:spPr>
          <a:xfrm>
            <a:off x="7376541" y="1424442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7231457" y="943756"/>
            <a:ext cx="1433920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MUX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87" name="직선 연결선 186"/>
          <p:cNvCxnSpPr>
            <a:stCxn id="185" idx="1"/>
            <a:endCxn id="53" idx="3"/>
          </p:cNvCxnSpPr>
          <p:nvPr/>
        </p:nvCxnSpPr>
        <p:spPr>
          <a:xfrm flipH="1" flipV="1">
            <a:off x="6856007" y="1061922"/>
            <a:ext cx="375450" cy="7834"/>
          </a:xfrm>
          <a:prstGeom prst="line">
            <a:avLst/>
          </a:prstGeom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직선 연결선 189"/>
          <p:cNvCxnSpPr>
            <a:stCxn id="184" idx="0"/>
            <a:endCxn id="185" idx="2"/>
          </p:cNvCxnSpPr>
          <p:nvPr/>
        </p:nvCxnSpPr>
        <p:spPr>
          <a:xfrm flipH="1" flipV="1">
            <a:off x="7948417" y="1195756"/>
            <a:ext cx="4188" cy="22868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/>
          <p:cNvSpPr/>
          <p:nvPr/>
        </p:nvSpPr>
        <p:spPr>
          <a:xfrm>
            <a:off x="2171267" y="3337345"/>
            <a:ext cx="1183103" cy="252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04" name="직사각형 203"/>
          <p:cNvSpPr/>
          <p:nvPr/>
        </p:nvSpPr>
        <p:spPr>
          <a:xfrm>
            <a:off x="3852433" y="4242578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sp>
        <p:nvSpPr>
          <p:cNvPr id="213" name="직사각형 212"/>
          <p:cNvSpPr/>
          <p:nvPr/>
        </p:nvSpPr>
        <p:spPr>
          <a:xfrm>
            <a:off x="2212830" y="4244622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9" name="꺾인 연결선 218"/>
          <p:cNvCxnSpPr>
            <a:stCxn id="202" idx="1"/>
            <a:endCxn id="65" idx="1"/>
          </p:cNvCxnSpPr>
          <p:nvPr/>
        </p:nvCxnSpPr>
        <p:spPr>
          <a:xfrm rot="10800000" flipH="1" flipV="1">
            <a:off x="2171266" y="3463344"/>
            <a:ext cx="41563" cy="516005"/>
          </a:xfrm>
          <a:prstGeom prst="bentConnector3">
            <a:avLst>
              <a:gd name="adj1" fmla="val -550008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1" name="꺾인 연결선 220"/>
          <p:cNvCxnSpPr/>
          <p:nvPr/>
        </p:nvCxnSpPr>
        <p:spPr>
          <a:xfrm rot="10800000" flipH="1" flipV="1">
            <a:off x="2013325" y="3463344"/>
            <a:ext cx="257871" cy="907277"/>
          </a:xfrm>
          <a:prstGeom prst="bentConnector3">
            <a:avLst>
              <a:gd name="adj1" fmla="val -24177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5" name="꺾인 연결선 224"/>
          <p:cNvCxnSpPr>
            <a:stCxn id="68" idx="1"/>
            <a:endCxn id="109" idx="1"/>
          </p:cNvCxnSpPr>
          <p:nvPr/>
        </p:nvCxnSpPr>
        <p:spPr>
          <a:xfrm rot="10800000" flipH="1" flipV="1">
            <a:off x="3689579" y="3478648"/>
            <a:ext cx="162853" cy="500702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68" idx="1"/>
            <a:endCxn id="204" idx="1"/>
          </p:cNvCxnSpPr>
          <p:nvPr/>
        </p:nvCxnSpPr>
        <p:spPr>
          <a:xfrm rot="10800000" flipH="1" flipV="1">
            <a:off x="3689579" y="3478648"/>
            <a:ext cx="162853" cy="889930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7" name="모서리가 둥근 직사각형 236"/>
          <p:cNvSpPr/>
          <p:nvPr/>
        </p:nvSpPr>
        <p:spPr>
          <a:xfrm>
            <a:off x="359641" y="817432"/>
            <a:ext cx="1368796" cy="959089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2" name="직사각형 241"/>
          <p:cNvSpPr/>
          <p:nvPr/>
        </p:nvSpPr>
        <p:spPr>
          <a:xfrm>
            <a:off x="438867" y="999875"/>
            <a:ext cx="1183103" cy="2233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VCR </a:t>
            </a:r>
            <a:r>
              <a:rPr lang="ko-KR" altLang="en-US" sz="800" dirty="0">
                <a:solidFill>
                  <a:schemeClr val="tx1"/>
                </a:solidFill>
              </a:rPr>
              <a:t>모듈</a:t>
            </a:r>
          </a:p>
        </p:txBody>
      </p:sp>
      <p:sp>
        <p:nvSpPr>
          <p:cNvPr id="243" name="모서리가 둥근 직사각형 242"/>
          <p:cNvSpPr/>
          <p:nvPr/>
        </p:nvSpPr>
        <p:spPr>
          <a:xfrm>
            <a:off x="359641" y="3441597"/>
            <a:ext cx="1383204" cy="1649617"/>
          </a:xfrm>
          <a:prstGeom prst="roundRect">
            <a:avLst>
              <a:gd name="adj" fmla="val 4815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4" name="직사각형 243"/>
          <p:cNvSpPr/>
          <p:nvPr/>
        </p:nvSpPr>
        <p:spPr>
          <a:xfrm>
            <a:off x="469842" y="3613408"/>
            <a:ext cx="1152128" cy="3386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SACC</a:t>
            </a:r>
          </a:p>
        </p:txBody>
      </p:sp>
      <p:sp>
        <p:nvSpPr>
          <p:cNvPr id="245" name="직사각형 244"/>
          <p:cNvSpPr/>
          <p:nvPr/>
        </p:nvSpPr>
        <p:spPr>
          <a:xfrm>
            <a:off x="469842" y="4609086"/>
            <a:ext cx="1152128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Touch Monitor</a:t>
            </a:r>
          </a:p>
        </p:txBody>
      </p:sp>
      <p:cxnSp>
        <p:nvCxnSpPr>
          <p:cNvPr id="308" name="꺾인 연결선 307"/>
          <p:cNvCxnSpPr>
            <a:stCxn id="98" idx="1"/>
            <a:endCxn id="96" idx="1"/>
          </p:cNvCxnSpPr>
          <p:nvPr/>
        </p:nvCxnSpPr>
        <p:spPr>
          <a:xfrm rot="10800000" flipH="1" flipV="1">
            <a:off x="2164195" y="1566412"/>
            <a:ext cx="41563" cy="389228"/>
          </a:xfrm>
          <a:prstGeom prst="bentConnector3">
            <a:avLst>
              <a:gd name="adj1" fmla="val -550008"/>
            </a:avLst>
          </a:prstGeom>
          <a:ln>
            <a:solidFill>
              <a:srgbClr val="92D05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69" idx="1"/>
            <a:endCxn id="110" idx="1"/>
          </p:cNvCxnSpPr>
          <p:nvPr/>
        </p:nvCxnSpPr>
        <p:spPr>
          <a:xfrm rot="10800000" flipH="1" flipV="1">
            <a:off x="3682508" y="1593413"/>
            <a:ext cx="162853" cy="357388"/>
          </a:xfrm>
          <a:prstGeom prst="bentConnector3">
            <a:avLst>
              <a:gd name="adj1" fmla="val -14037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90" name="그룹 89"/>
          <p:cNvGrpSpPr/>
          <p:nvPr/>
        </p:nvGrpSpPr>
        <p:grpSpPr>
          <a:xfrm>
            <a:off x="7125378" y="1924792"/>
            <a:ext cx="1440000" cy="402421"/>
            <a:chOff x="2313570" y="4305144"/>
            <a:chExt cx="1517845" cy="995802"/>
          </a:xfrm>
        </p:grpSpPr>
        <p:pic>
          <p:nvPicPr>
            <p:cNvPr id="91" name="그림 9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305144"/>
              <a:ext cx="1517845" cy="798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4" name="TextBox 93"/>
            <p:cNvSpPr txBox="1"/>
            <p:nvPr/>
          </p:nvSpPr>
          <p:spPr>
            <a:xfrm>
              <a:off x="2444419" y="476782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LCR </a:t>
              </a:r>
              <a:r>
                <a:rPr lang="en-US" altLang="ko-KR" sz="800" dirty="0" smtClean="0"/>
                <a:t> / TSP</a:t>
              </a:r>
              <a:r>
                <a:rPr lang="ko-KR" altLang="en-US" sz="800" dirty="0" smtClean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210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네트워크 연결 구성도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661975" y="1430865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4864257" y="93931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412675" y="93931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3101975" y="1083318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3412675" y="1613742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637" y="2202136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8" name="그룹 97"/>
          <p:cNvGrpSpPr/>
          <p:nvPr/>
        </p:nvGrpSpPr>
        <p:grpSpPr>
          <a:xfrm>
            <a:off x="1661975" y="3396871"/>
            <a:ext cx="1440000" cy="430179"/>
            <a:chOff x="2313571" y="878772"/>
            <a:chExt cx="1620000" cy="1098688"/>
          </a:xfrm>
        </p:grpSpPr>
        <p:pic>
          <p:nvPicPr>
            <p:cNvPr id="99" name="그림 9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" name="TextBox 101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10" name="직사각형 109"/>
          <p:cNvSpPr/>
          <p:nvPr/>
        </p:nvSpPr>
        <p:spPr>
          <a:xfrm>
            <a:off x="4864257" y="127064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412675" y="1270646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4864257" y="161094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15" name="그림 1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1637" y="3987668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6" name="직사각형 115"/>
          <p:cNvSpPr/>
          <p:nvPr/>
        </p:nvSpPr>
        <p:spPr>
          <a:xfrm>
            <a:off x="3420059" y="40203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6584395" y="4003698"/>
            <a:ext cx="1440000" cy="430179"/>
            <a:chOff x="2313571" y="878772"/>
            <a:chExt cx="1620000" cy="1098688"/>
          </a:xfrm>
        </p:grpSpPr>
        <p:pic>
          <p:nvPicPr>
            <p:cNvPr id="118" name="그림 11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9" name="TextBox 118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 Indexer PC</a:t>
              </a:r>
              <a:endParaRPr lang="ko-KR" altLang="en-US" sz="800" dirty="0"/>
            </a:p>
          </p:txBody>
        </p:sp>
      </p:grpSp>
      <p:sp>
        <p:nvSpPr>
          <p:cNvPr id="120" name="직사각형 119"/>
          <p:cNvSpPr/>
          <p:nvPr/>
        </p:nvSpPr>
        <p:spPr>
          <a:xfrm>
            <a:off x="5044258" y="402032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CC-Link(Master)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5044258" y="3513236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412675" y="3250777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6584395" y="351145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grpSp>
        <p:nvGrpSpPr>
          <p:cNvPr id="125" name="그룹 124"/>
          <p:cNvGrpSpPr/>
          <p:nvPr/>
        </p:nvGrpSpPr>
        <p:grpSpPr>
          <a:xfrm>
            <a:off x="390132" y="5203135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1919565" y="5192340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3424071" y="5197287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 smtClean="0"/>
                <a:t>색이상</a:t>
              </a:r>
              <a:r>
                <a:rPr lang="en-US" altLang="ko-KR" sz="800" dirty="0" smtClean="0"/>
                <a:t>(</a:t>
              </a:r>
              <a:r>
                <a:rPr lang="ko-KR" altLang="en-US" sz="800" dirty="0" err="1" smtClean="0"/>
                <a:t>면계측</a:t>
              </a:r>
              <a:r>
                <a:rPr lang="en-US" altLang="ko-KR" sz="800" dirty="0" smtClean="0"/>
                <a:t>)</a:t>
              </a:r>
              <a:r>
                <a:rPr lang="en-US" altLang="ko-KR" sz="800" dirty="0" smtClean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6630611" y="5188708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sp>
        <p:nvSpPr>
          <p:cNvPr id="137" name="직사각형 136"/>
          <p:cNvSpPr/>
          <p:nvPr/>
        </p:nvSpPr>
        <p:spPr>
          <a:xfrm>
            <a:off x="6876908" y="6218338"/>
            <a:ext cx="1895202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9EA(</a:t>
            </a:r>
            <a:r>
              <a:rPr lang="ko-KR" altLang="en-US" sz="800" dirty="0">
                <a:solidFill>
                  <a:schemeClr val="tx1"/>
                </a:solidFill>
              </a:rPr>
              <a:t>점등 </a:t>
            </a:r>
            <a:r>
              <a:rPr lang="en-US" altLang="ko-KR" sz="800" dirty="0">
                <a:solidFill>
                  <a:schemeClr val="tx1"/>
                </a:solidFill>
              </a:rPr>
              <a:t>5EA, Aging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>
                <a:solidFill>
                  <a:schemeClr val="tx1"/>
                </a:solidFill>
              </a:rPr>
              <a:t>4EA)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6876907" y="5860634"/>
            <a:ext cx="957993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MOXA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42" name="그룹 141"/>
          <p:cNvGrpSpPr/>
          <p:nvPr/>
        </p:nvGrpSpPr>
        <p:grpSpPr>
          <a:xfrm>
            <a:off x="7660295" y="4417721"/>
            <a:ext cx="1440000" cy="419046"/>
            <a:chOff x="2313570" y="4593135"/>
            <a:chExt cx="1517845" cy="1036941"/>
          </a:xfrm>
        </p:grpSpPr>
        <p:pic>
          <p:nvPicPr>
            <p:cNvPr id="143" name="그림 14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" name="TextBox 143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cxnSp>
        <p:nvCxnSpPr>
          <p:cNvPr id="145" name="꺾인 연결선 144"/>
          <p:cNvCxnSpPr/>
          <p:nvPr/>
        </p:nvCxnSpPr>
        <p:spPr>
          <a:xfrm flipV="1">
            <a:off x="1624353" y="1877877"/>
            <a:ext cx="757622" cy="504343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97" idx="3"/>
            <a:endCxn id="99" idx="0"/>
          </p:cNvCxnSpPr>
          <p:nvPr/>
        </p:nvCxnSpPr>
        <p:spPr>
          <a:xfrm>
            <a:off x="1594365" y="2382220"/>
            <a:ext cx="787610" cy="1014651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7" name="직사각형 146"/>
          <p:cNvSpPr/>
          <p:nvPr/>
        </p:nvSpPr>
        <p:spPr>
          <a:xfrm>
            <a:off x="3420059" y="2763277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7" name="꺾인 연결선 46"/>
          <p:cNvCxnSpPr>
            <a:stCxn id="123" idx="3"/>
            <a:endCxn id="122" idx="0"/>
          </p:cNvCxnSpPr>
          <p:nvPr/>
        </p:nvCxnSpPr>
        <p:spPr>
          <a:xfrm>
            <a:off x="4595778" y="3394777"/>
            <a:ext cx="1024544" cy="11845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3" idx="3"/>
            <a:endCxn id="124" idx="0"/>
          </p:cNvCxnSpPr>
          <p:nvPr/>
        </p:nvCxnSpPr>
        <p:spPr>
          <a:xfrm>
            <a:off x="4595778" y="3394777"/>
            <a:ext cx="2564681" cy="116676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99" idx="3"/>
            <a:endCxn id="147" idx="1"/>
          </p:cNvCxnSpPr>
          <p:nvPr/>
        </p:nvCxnSpPr>
        <p:spPr>
          <a:xfrm flipV="1">
            <a:off x="3101975" y="2907277"/>
            <a:ext cx="318084" cy="6565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>
            <a:stCxn id="116" idx="3"/>
            <a:endCxn id="120" idx="1"/>
          </p:cNvCxnSpPr>
          <p:nvPr/>
        </p:nvCxnSpPr>
        <p:spPr>
          <a:xfrm>
            <a:off x="4572187" y="4164324"/>
            <a:ext cx="472071" cy="0"/>
          </a:xfrm>
          <a:prstGeom prst="line">
            <a:avLst/>
          </a:prstGeom>
          <a:ln w="25400" cmpd="tri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/>
          <p:cNvCxnSpPr>
            <a:stCxn id="120" idx="3"/>
            <a:endCxn id="118" idx="1"/>
          </p:cNvCxnSpPr>
          <p:nvPr/>
        </p:nvCxnSpPr>
        <p:spPr>
          <a:xfrm>
            <a:off x="6196386" y="4164324"/>
            <a:ext cx="388009" cy="62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99" idx="3"/>
            <a:endCxn id="123" idx="1"/>
          </p:cNvCxnSpPr>
          <p:nvPr/>
        </p:nvCxnSpPr>
        <p:spPr>
          <a:xfrm flipV="1">
            <a:off x="3101975" y="3394777"/>
            <a:ext cx="310700" cy="16900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/>
          <p:cNvSpPr/>
          <p:nvPr/>
        </p:nvSpPr>
        <p:spPr>
          <a:xfrm>
            <a:off x="5035170" y="301468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6577151" y="3027979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68" name="꺾인 연결선 167"/>
          <p:cNvCxnSpPr>
            <a:stCxn id="147" idx="3"/>
            <a:endCxn id="167" idx="0"/>
          </p:cNvCxnSpPr>
          <p:nvPr/>
        </p:nvCxnSpPr>
        <p:spPr>
          <a:xfrm>
            <a:off x="4603162" y="2907277"/>
            <a:ext cx="2550053" cy="120702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47" idx="3"/>
            <a:endCxn id="166" idx="0"/>
          </p:cNvCxnSpPr>
          <p:nvPr/>
        </p:nvCxnSpPr>
        <p:spPr>
          <a:xfrm>
            <a:off x="4603162" y="2907277"/>
            <a:ext cx="1008072" cy="107405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73"/>
          <p:cNvCxnSpPr>
            <a:stCxn id="81" idx="3"/>
            <a:endCxn id="96" idx="1"/>
          </p:cNvCxnSpPr>
          <p:nvPr/>
        </p:nvCxnSpPr>
        <p:spPr>
          <a:xfrm>
            <a:off x="3101975" y="1610865"/>
            <a:ext cx="310700" cy="14687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81" idx="3"/>
            <a:endCxn id="111" idx="1"/>
          </p:cNvCxnSpPr>
          <p:nvPr/>
        </p:nvCxnSpPr>
        <p:spPr>
          <a:xfrm flipV="1">
            <a:off x="3101975" y="1414646"/>
            <a:ext cx="310700" cy="19621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81" idx="1"/>
            <a:endCxn id="115" idx="1"/>
          </p:cNvCxnSpPr>
          <p:nvPr/>
        </p:nvCxnSpPr>
        <p:spPr>
          <a:xfrm rot="10800000" flipV="1">
            <a:off x="391637" y="1610864"/>
            <a:ext cx="1270338" cy="2556887"/>
          </a:xfrm>
          <a:prstGeom prst="bentConnector3">
            <a:avLst>
              <a:gd name="adj1" fmla="val 11799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15" idx="1"/>
            <a:endCxn id="99" idx="1"/>
          </p:cNvCxnSpPr>
          <p:nvPr/>
        </p:nvCxnSpPr>
        <p:spPr>
          <a:xfrm rot="10800000" flipH="1">
            <a:off x="391637" y="3563786"/>
            <a:ext cx="1270338" cy="603966"/>
          </a:xfrm>
          <a:prstGeom prst="bentConnector3">
            <a:avLst>
              <a:gd name="adj1" fmla="val -17995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7" name="꺾인 연결선 186"/>
          <p:cNvCxnSpPr>
            <a:stCxn id="126" idx="0"/>
            <a:endCxn id="115" idx="1"/>
          </p:cNvCxnSpPr>
          <p:nvPr/>
        </p:nvCxnSpPr>
        <p:spPr>
          <a:xfrm rot="16200000" flipV="1">
            <a:off x="233194" y="4326196"/>
            <a:ext cx="1035383" cy="718495"/>
          </a:xfrm>
          <a:prstGeom prst="bentConnector4">
            <a:avLst>
              <a:gd name="adj1" fmla="val 41303"/>
              <a:gd name="adj2" fmla="val 132026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29" idx="0"/>
            <a:endCxn id="115" idx="1"/>
          </p:cNvCxnSpPr>
          <p:nvPr/>
        </p:nvCxnSpPr>
        <p:spPr>
          <a:xfrm rot="16200000" flipV="1">
            <a:off x="1003307" y="3556082"/>
            <a:ext cx="1024588" cy="2247928"/>
          </a:xfrm>
          <a:prstGeom prst="bentConnector4">
            <a:avLst>
              <a:gd name="adj1" fmla="val 41212"/>
              <a:gd name="adj2" fmla="val 110169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3" name="꺾인 연결선 192"/>
          <p:cNvCxnSpPr>
            <a:stCxn id="132" idx="0"/>
            <a:endCxn id="115" idx="1"/>
          </p:cNvCxnSpPr>
          <p:nvPr/>
        </p:nvCxnSpPr>
        <p:spPr>
          <a:xfrm rot="16200000" flipV="1">
            <a:off x="1753087" y="2806303"/>
            <a:ext cx="1029535" cy="3752434"/>
          </a:xfrm>
          <a:prstGeom prst="bentConnector4">
            <a:avLst>
              <a:gd name="adj1" fmla="val 41254"/>
              <a:gd name="adj2" fmla="val 106092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35" idx="0"/>
            <a:endCxn id="115" idx="1"/>
          </p:cNvCxnSpPr>
          <p:nvPr/>
        </p:nvCxnSpPr>
        <p:spPr>
          <a:xfrm rot="16200000" flipV="1">
            <a:off x="3355068" y="1204321"/>
            <a:ext cx="1020956" cy="6947817"/>
          </a:xfrm>
          <a:prstGeom prst="bentConnector4">
            <a:avLst>
              <a:gd name="adj1" fmla="val 41181"/>
              <a:gd name="adj2" fmla="val 10329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꺾인 연결선 198"/>
          <p:cNvCxnSpPr>
            <a:stCxn id="135" idx="1"/>
            <a:endCxn id="127" idx="2"/>
          </p:cNvCxnSpPr>
          <p:nvPr/>
        </p:nvCxnSpPr>
        <p:spPr>
          <a:xfrm rot="10800000" flipV="1">
            <a:off x="1208886" y="5350121"/>
            <a:ext cx="5410569" cy="317073"/>
          </a:xfrm>
          <a:prstGeom prst="bentConnector4">
            <a:avLst>
              <a:gd name="adj1" fmla="val 3190"/>
              <a:gd name="adj2" fmla="val 172097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3" name="꺾인 연결선 202"/>
          <p:cNvCxnSpPr>
            <a:stCxn id="135" idx="1"/>
            <a:endCxn id="130" idx="2"/>
          </p:cNvCxnSpPr>
          <p:nvPr/>
        </p:nvCxnSpPr>
        <p:spPr>
          <a:xfrm rot="10800000" flipV="1">
            <a:off x="2678052" y="5350121"/>
            <a:ext cx="3941403" cy="307575"/>
          </a:xfrm>
          <a:prstGeom prst="bentConnector4">
            <a:avLst>
              <a:gd name="adj1" fmla="val 4120"/>
              <a:gd name="adj2" fmla="val 17432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7" name="꺾인 연결선 206"/>
          <p:cNvCxnSpPr>
            <a:stCxn id="135" idx="1"/>
            <a:endCxn id="100" idx="2"/>
          </p:cNvCxnSpPr>
          <p:nvPr/>
        </p:nvCxnSpPr>
        <p:spPr>
          <a:xfrm rot="10800000" flipV="1">
            <a:off x="5654228" y="5350121"/>
            <a:ext cx="965227" cy="272059"/>
          </a:xfrm>
          <a:prstGeom prst="bentConnector4">
            <a:avLst>
              <a:gd name="adj1" fmla="val 18281"/>
              <a:gd name="adj2" fmla="val 19930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꺾인 연결선 210"/>
          <p:cNvCxnSpPr>
            <a:cxnSpLocks/>
            <a:stCxn id="138" idx="2"/>
            <a:endCxn id="137" idx="3"/>
          </p:cNvCxnSpPr>
          <p:nvPr/>
        </p:nvCxnSpPr>
        <p:spPr>
          <a:xfrm rot="16200000" flipH="1">
            <a:off x="7957155" y="5547383"/>
            <a:ext cx="213704" cy="1416206"/>
          </a:xfrm>
          <a:prstGeom prst="bentConnector4">
            <a:avLst>
              <a:gd name="adj1" fmla="val 16309"/>
              <a:gd name="adj2" fmla="val 116142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143" idx="1"/>
            <a:endCxn id="135" idx="3"/>
          </p:cNvCxnSpPr>
          <p:nvPr/>
        </p:nvCxnSpPr>
        <p:spPr>
          <a:xfrm rot="10800000" flipH="1" flipV="1">
            <a:off x="7660295" y="4579134"/>
            <a:ext cx="410316" cy="770987"/>
          </a:xfrm>
          <a:prstGeom prst="bentConnector5">
            <a:avLst>
              <a:gd name="adj1" fmla="val -55713"/>
              <a:gd name="adj2" fmla="val 50000"/>
              <a:gd name="adj3" fmla="val 155713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1" name="직선 연결선 240"/>
          <p:cNvCxnSpPr>
            <a:stCxn id="88" idx="3"/>
            <a:endCxn id="87" idx="1"/>
          </p:cNvCxnSpPr>
          <p:nvPr/>
        </p:nvCxnSpPr>
        <p:spPr>
          <a:xfrm>
            <a:off x="4595778" y="1083318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>
            <a:stCxn id="96" idx="3"/>
            <a:endCxn id="114" idx="1"/>
          </p:cNvCxnSpPr>
          <p:nvPr/>
        </p:nvCxnSpPr>
        <p:spPr>
          <a:xfrm flipV="1">
            <a:off x="4579572" y="1754946"/>
            <a:ext cx="284685" cy="279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>
            <a:stCxn id="111" idx="3"/>
            <a:endCxn id="110" idx="1"/>
          </p:cNvCxnSpPr>
          <p:nvPr/>
        </p:nvCxnSpPr>
        <p:spPr>
          <a:xfrm>
            <a:off x="4595778" y="1414646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꺾인 연결선 251"/>
          <p:cNvCxnSpPr>
            <a:stCxn id="99" idx="3"/>
            <a:endCxn id="116" idx="1"/>
          </p:cNvCxnSpPr>
          <p:nvPr/>
        </p:nvCxnSpPr>
        <p:spPr>
          <a:xfrm>
            <a:off x="3101975" y="3563786"/>
            <a:ext cx="318084" cy="60053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5" name="직사각형 254"/>
          <p:cNvSpPr/>
          <p:nvPr/>
        </p:nvSpPr>
        <p:spPr>
          <a:xfrm>
            <a:off x="3388426" y="2159394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57" name="꺾인 연결선 256"/>
          <p:cNvCxnSpPr>
            <a:stCxn id="97" idx="3"/>
            <a:endCxn id="255" idx="1"/>
          </p:cNvCxnSpPr>
          <p:nvPr/>
        </p:nvCxnSpPr>
        <p:spPr>
          <a:xfrm>
            <a:off x="1594365" y="2382220"/>
            <a:ext cx="1794061" cy="2921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4917775" y="5203135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cxnSp>
        <p:nvCxnSpPr>
          <p:cNvPr id="101" name="꺾인 연결선 100"/>
          <p:cNvCxnSpPr>
            <a:stCxn id="95" idx="0"/>
            <a:endCxn id="115" idx="1"/>
          </p:cNvCxnSpPr>
          <p:nvPr/>
        </p:nvCxnSpPr>
        <p:spPr>
          <a:xfrm rot="16200000" flipV="1">
            <a:off x="2497015" y="2062375"/>
            <a:ext cx="1035383" cy="5246138"/>
          </a:xfrm>
          <a:prstGeom prst="bentConnector4">
            <a:avLst>
              <a:gd name="adj1" fmla="val 41303"/>
              <a:gd name="adj2" fmla="val 104357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5" idx="1"/>
            <a:endCxn id="133" idx="2"/>
          </p:cNvCxnSpPr>
          <p:nvPr/>
        </p:nvCxnSpPr>
        <p:spPr>
          <a:xfrm rot="10800000" flipV="1">
            <a:off x="4194940" y="5350122"/>
            <a:ext cx="2424514" cy="307576"/>
          </a:xfrm>
          <a:prstGeom prst="bentConnector4">
            <a:avLst>
              <a:gd name="adj1" fmla="val 7200"/>
              <a:gd name="adj2" fmla="val 174323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9" name="꺾인 연결선 138"/>
          <p:cNvCxnSpPr>
            <a:stCxn id="136" idx="2"/>
            <a:endCxn id="138" idx="0"/>
          </p:cNvCxnSpPr>
          <p:nvPr/>
        </p:nvCxnSpPr>
        <p:spPr>
          <a:xfrm rot="5400000">
            <a:off x="7229465" y="5734194"/>
            <a:ext cx="252880" cy="1"/>
          </a:xfrm>
          <a:prstGeom prst="bent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7889252" y="303631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DFS 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04" name="꺾인 연결선 103"/>
          <p:cNvCxnSpPr>
            <a:stCxn id="147" idx="3"/>
            <a:endCxn id="103" idx="0"/>
          </p:cNvCxnSpPr>
          <p:nvPr/>
        </p:nvCxnSpPr>
        <p:spPr>
          <a:xfrm>
            <a:off x="4603162" y="2907277"/>
            <a:ext cx="3862154" cy="129041"/>
          </a:xfrm>
          <a:prstGeom prst="bentConnector2">
            <a:avLst/>
          </a:prstGeom>
          <a:ln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390132" y="1445745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1777603" y="1856890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785444" y="3066672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99593" y="3408991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726124" y="4869464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5200419" y="6004634"/>
            <a:ext cx="957993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MOXA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21" name="꺾인 연결선 120"/>
          <p:cNvCxnSpPr>
            <a:stCxn id="100" idx="3"/>
            <a:endCxn id="113" idx="3"/>
          </p:cNvCxnSpPr>
          <p:nvPr/>
        </p:nvCxnSpPr>
        <p:spPr>
          <a:xfrm flipH="1">
            <a:off x="6158412" y="5514459"/>
            <a:ext cx="175011" cy="634175"/>
          </a:xfrm>
          <a:prstGeom prst="bentConnector3">
            <a:avLst>
              <a:gd name="adj1" fmla="val -130620"/>
            </a:avLst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0" name="직사각형 139"/>
          <p:cNvSpPr/>
          <p:nvPr/>
        </p:nvSpPr>
        <p:spPr>
          <a:xfrm>
            <a:off x="3417767" y="6004634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TSP </a:t>
            </a:r>
            <a:r>
              <a:rPr lang="ko-KR" altLang="en-US" sz="800" dirty="0" smtClean="0">
                <a:solidFill>
                  <a:schemeClr val="tx1"/>
                </a:solidFill>
              </a:rPr>
              <a:t>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1" name="꺾인 연결선 140"/>
          <p:cNvCxnSpPr>
            <a:cxnSpLocks/>
            <a:stCxn id="113" idx="2"/>
            <a:endCxn id="140" idx="2"/>
          </p:cNvCxnSpPr>
          <p:nvPr/>
        </p:nvCxnSpPr>
        <p:spPr>
          <a:xfrm rot="5400000">
            <a:off x="4902716" y="5515934"/>
            <a:ext cx="12700" cy="1553400"/>
          </a:xfrm>
          <a:prstGeom prst="bentConnector3">
            <a:avLst>
              <a:gd name="adj1" fmla="val 1800000"/>
            </a:avLst>
          </a:prstGeom>
          <a:ln>
            <a:solidFill>
              <a:srgbClr val="00B0F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0" name="직사각형 149"/>
          <p:cNvSpPr/>
          <p:nvPr/>
        </p:nvSpPr>
        <p:spPr>
          <a:xfrm>
            <a:off x="7885211" y="350521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X-Ray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Ionizer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1" name="꺾인 연결선 150"/>
          <p:cNvCxnSpPr>
            <a:stCxn id="123" idx="3"/>
            <a:endCxn id="150" idx="0"/>
          </p:cNvCxnSpPr>
          <p:nvPr/>
        </p:nvCxnSpPr>
        <p:spPr>
          <a:xfrm>
            <a:off x="4595778" y="3394777"/>
            <a:ext cx="3865497" cy="11043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57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Ethernet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824659" y="1327362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364720" y="3421731"/>
            <a:ext cx="1248086" cy="560433"/>
            <a:chOff x="4087833" y="2637472"/>
            <a:chExt cx="1248086" cy="560433"/>
          </a:xfrm>
        </p:grpSpPr>
        <p:pic>
          <p:nvPicPr>
            <p:cNvPr id="115" name="그림 1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" name="TextBox 102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cxnSp>
        <p:nvCxnSpPr>
          <p:cNvPr id="107" name="직선 연결선 106"/>
          <p:cNvCxnSpPr>
            <a:stCxn id="115" idx="1"/>
            <a:endCxn id="83" idx="2"/>
          </p:cNvCxnSpPr>
          <p:nvPr/>
        </p:nvCxnSpPr>
        <p:spPr>
          <a:xfrm flipH="1" flipV="1">
            <a:off x="1514671" y="1774374"/>
            <a:ext cx="1872728" cy="1827441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115" idx="1"/>
            <a:endCxn id="154" idx="1"/>
          </p:cNvCxnSpPr>
          <p:nvPr/>
        </p:nvCxnSpPr>
        <p:spPr>
          <a:xfrm flipV="1">
            <a:off x="3387399" y="2398961"/>
            <a:ext cx="753840" cy="120285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15" idx="1"/>
            <a:endCxn id="157" idx="3"/>
          </p:cNvCxnSpPr>
          <p:nvPr/>
        </p:nvCxnSpPr>
        <p:spPr>
          <a:xfrm flipH="1">
            <a:off x="1976787" y="3601815"/>
            <a:ext cx="1410612" cy="100133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115" idx="1"/>
            <a:endCxn id="158" idx="3"/>
          </p:cNvCxnSpPr>
          <p:nvPr/>
        </p:nvCxnSpPr>
        <p:spPr>
          <a:xfrm flipH="1">
            <a:off x="1976787" y="3601815"/>
            <a:ext cx="1410612" cy="1329428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/>
          <p:cNvGrpSpPr/>
          <p:nvPr/>
        </p:nvGrpSpPr>
        <p:grpSpPr>
          <a:xfrm>
            <a:off x="4141239" y="2232046"/>
            <a:ext cx="1440000" cy="430179"/>
            <a:chOff x="2313571" y="878772"/>
            <a:chExt cx="1620000" cy="1098688"/>
          </a:xfrm>
        </p:grpSpPr>
        <p:pic>
          <p:nvPicPr>
            <p:cNvPr id="154" name="그림 15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5" name="TextBox 154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57" name="직사각형 156"/>
          <p:cNvSpPr/>
          <p:nvPr/>
        </p:nvSpPr>
        <p:spPr>
          <a:xfrm>
            <a:off x="824659" y="3476201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824659" y="4705496"/>
            <a:ext cx="1152128" cy="4514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SACC Teach Panel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74790" y="1219117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/ Review CCD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2574790" y="1550445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cxnSp>
        <p:nvCxnSpPr>
          <p:cNvPr id="169" name="직선 연결선 168"/>
          <p:cNvCxnSpPr>
            <a:stCxn id="161" idx="1"/>
            <a:endCxn id="81" idx="3"/>
          </p:cNvCxnSpPr>
          <p:nvPr/>
        </p:nvCxnSpPr>
        <p:spPr>
          <a:xfrm flipH="1">
            <a:off x="2264659" y="1363117"/>
            <a:ext cx="310131" cy="14424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>
            <a:stCxn id="164" idx="1"/>
            <a:endCxn id="81" idx="3"/>
          </p:cNvCxnSpPr>
          <p:nvPr/>
        </p:nvCxnSpPr>
        <p:spPr>
          <a:xfrm flipH="1" flipV="1">
            <a:off x="2264659" y="1507362"/>
            <a:ext cx="310131" cy="187083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직사각형 171"/>
          <p:cNvSpPr/>
          <p:nvPr/>
        </p:nvSpPr>
        <p:spPr>
          <a:xfrm>
            <a:off x="6073841" y="274351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6073841" y="314730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5" name="직선 연결선 174"/>
          <p:cNvCxnSpPr>
            <a:stCxn id="172" idx="1"/>
            <a:endCxn id="155" idx="2"/>
          </p:cNvCxnSpPr>
          <p:nvPr/>
        </p:nvCxnSpPr>
        <p:spPr>
          <a:xfrm flipH="1" flipV="1">
            <a:off x="4831251" y="2662225"/>
            <a:ext cx="1242590" cy="22528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/>
          <p:cNvCxnSpPr>
            <a:stCxn id="173" idx="1"/>
            <a:endCxn id="155" idx="2"/>
          </p:cNvCxnSpPr>
          <p:nvPr/>
        </p:nvCxnSpPr>
        <p:spPr>
          <a:xfrm flipH="1" flipV="1">
            <a:off x="4831251" y="2662225"/>
            <a:ext cx="1242590" cy="62907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83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Ethernet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906130" y="136311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운영</a:t>
              </a:r>
              <a:r>
                <a:rPr lang="en-US" altLang="ko-KR" sz="800" dirty="0"/>
                <a:t> PC(WIN10)</a:t>
              </a:r>
              <a:endParaRPr lang="ko-KR" altLang="en-US" sz="80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522769" y="2550068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522769" y="3804118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1906130" y="5480417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 smtClean="0"/>
                <a:t>색이상</a:t>
              </a:r>
              <a:r>
                <a:rPr lang="en-US" altLang="ko-KR" sz="800" dirty="0" smtClean="0"/>
                <a:t>(</a:t>
              </a:r>
              <a:r>
                <a:rPr lang="ko-KR" altLang="en-US" sz="800" dirty="0" err="1" smtClean="0"/>
                <a:t>면계측</a:t>
              </a:r>
              <a:r>
                <a:rPr lang="en-US" altLang="ko-KR" sz="800" dirty="0" smtClean="0"/>
                <a:t>)</a:t>
              </a:r>
              <a:r>
                <a:rPr lang="en-US" altLang="ko-KR" sz="800" dirty="0" smtClean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4166216" y="5493951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PG / </a:t>
              </a:r>
              <a:r>
                <a:rPr lang="ko-KR" altLang="en-US" sz="800" dirty="0" smtClean="0"/>
                <a:t>특성</a:t>
              </a:r>
              <a:r>
                <a:rPr lang="en-US" altLang="ko-KR" sz="800" dirty="0" smtClean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142" name="그룹 141"/>
          <p:cNvGrpSpPr/>
          <p:nvPr/>
        </p:nvGrpSpPr>
        <p:grpSpPr>
          <a:xfrm>
            <a:off x="6369417" y="5493951"/>
            <a:ext cx="1440000" cy="419046"/>
            <a:chOff x="2313570" y="4593135"/>
            <a:chExt cx="1517845" cy="1036941"/>
          </a:xfrm>
        </p:grpSpPr>
        <p:pic>
          <p:nvPicPr>
            <p:cNvPr id="143" name="그림 14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4" name="TextBox 143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4057665" y="1779450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321534" y="2805285"/>
            <a:ext cx="1248086" cy="560433"/>
            <a:chOff x="4087833" y="2637472"/>
            <a:chExt cx="1248086" cy="560433"/>
          </a:xfrm>
        </p:grpSpPr>
        <p:pic>
          <p:nvPicPr>
            <p:cNvPr id="115" name="그림 11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" name="TextBox 102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grpSp>
        <p:nvGrpSpPr>
          <p:cNvPr id="104" name="그룹 103"/>
          <p:cNvGrpSpPr/>
          <p:nvPr/>
        </p:nvGrpSpPr>
        <p:grpSpPr>
          <a:xfrm>
            <a:off x="5956490" y="3340670"/>
            <a:ext cx="1440001" cy="419046"/>
            <a:chOff x="2313570" y="4593135"/>
            <a:chExt cx="1517845" cy="1036941"/>
          </a:xfrm>
        </p:grpSpPr>
        <p:pic>
          <p:nvPicPr>
            <p:cNvPr id="105" name="그림 10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  <a:miter lim="800000"/>
              <a:headEnd/>
              <a:tailEnd/>
            </a:ln>
          </p:spPr>
        </p:pic>
        <p:sp>
          <p:nvSpPr>
            <p:cNvPr id="106" name="TextBox 105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prstDash val="sysDash"/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원장 </a:t>
              </a:r>
              <a:r>
                <a:rPr lang="en-US" altLang="ko-KR" sz="800" dirty="0" smtClean="0"/>
                <a:t>PC(OCP </a:t>
              </a:r>
              <a:r>
                <a:rPr lang="ko-KR" altLang="en-US" sz="800" dirty="0" smtClean="0"/>
                <a:t>설비 대응 시</a:t>
              </a:r>
              <a:r>
                <a:rPr lang="en-US" altLang="ko-KR" sz="800" dirty="0" smtClean="0"/>
                <a:t>)</a:t>
              </a:r>
              <a:endParaRPr lang="ko-KR" altLang="en-US" sz="800" dirty="0"/>
            </a:p>
          </p:txBody>
        </p:sp>
      </p:grpSp>
      <p:cxnSp>
        <p:nvCxnSpPr>
          <p:cNvPr id="107" name="직선 연결선 106"/>
          <p:cNvCxnSpPr>
            <a:stCxn id="115" idx="1"/>
            <a:endCxn id="83" idx="2"/>
          </p:cNvCxnSpPr>
          <p:nvPr/>
        </p:nvCxnSpPr>
        <p:spPr>
          <a:xfrm flipH="1" flipV="1">
            <a:off x="2596142" y="1810129"/>
            <a:ext cx="748071" cy="117524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56" idx="1"/>
            <a:endCxn id="126" idx="3"/>
          </p:cNvCxnSpPr>
          <p:nvPr/>
        </p:nvCxnSpPr>
        <p:spPr>
          <a:xfrm flipH="1" flipV="1">
            <a:off x="1962769" y="2720129"/>
            <a:ext cx="821645" cy="132001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56" idx="1"/>
            <a:endCxn id="129" idx="3"/>
          </p:cNvCxnSpPr>
          <p:nvPr/>
        </p:nvCxnSpPr>
        <p:spPr>
          <a:xfrm flipH="1" flipV="1">
            <a:off x="1962769" y="3972197"/>
            <a:ext cx="821645" cy="6794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56" idx="1"/>
            <a:endCxn id="132" idx="0"/>
          </p:cNvCxnSpPr>
          <p:nvPr/>
        </p:nvCxnSpPr>
        <p:spPr>
          <a:xfrm flipH="1">
            <a:off x="2626130" y="4040143"/>
            <a:ext cx="158284" cy="1440274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>
            <a:stCxn id="115" idx="3"/>
            <a:endCxn id="135" idx="0"/>
          </p:cNvCxnSpPr>
          <p:nvPr/>
        </p:nvCxnSpPr>
        <p:spPr>
          <a:xfrm>
            <a:off x="4546941" y="2985369"/>
            <a:ext cx="339275" cy="2508582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>
            <a:stCxn id="115" idx="1"/>
            <a:endCxn id="95" idx="1"/>
          </p:cNvCxnSpPr>
          <p:nvPr/>
        </p:nvCxnSpPr>
        <p:spPr>
          <a:xfrm flipV="1">
            <a:off x="3344213" y="1940864"/>
            <a:ext cx="713452" cy="104450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>
            <a:stCxn id="115" idx="3"/>
            <a:endCxn id="105" idx="1"/>
          </p:cNvCxnSpPr>
          <p:nvPr/>
        </p:nvCxnSpPr>
        <p:spPr>
          <a:xfrm>
            <a:off x="4546941" y="2985369"/>
            <a:ext cx="1409549" cy="51671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>
            <a:stCxn id="135" idx="3"/>
            <a:endCxn id="143" idx="1"/>
          </p:cNvCxnSpPr>
          <p:nvPr/>
        </p:nvCxnSpPr>
        <p:spPr>
          <a:xfrm>
            <a:off x="5606216" y="5655365"/>
            <a:ext cx="763201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/>
          <p:cNvGrpSpPr/>
          <p:nvPr/>
        </p:nvGrpSpPr>
        <p:grpSpPr>
          <a:xfrm>
            <a:off x="2761735" y="3860059"/>
            <a:ext cx="1248086" cy="560433"/>
            <a:chOff x="4087833" y="2637472"/>
            <a:chExt cx="1248086" cy="560433"/>
          </a:xfrm>
        </p:grpSpPr>
        <p:pic>
          <p:nvPicPr>
            <p:cNvPr id="56" name="그림 5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10512" y="2637472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7" name="TextBox 56"/>
            <p:cNvSpPr txBox="1"/>
            <p:nvPr/>
          </p:nvSpPr>
          <p:spPr>
            <a:xfrm>
              <a:off x="4087833" y="2982461"/>
              <a:ext cx="1248086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내부 </a:t>
              </a:r>
              <a:r>
                <a:rPr lang="en-US" altLang="ko-KR" sz="800" dirty="0" smtClean="0"/>
                <a:t>HUB(8Port)</a:t>
              </a:r>
              <a:endParaRPr lang="ko-KR" altLang="en-US" sz="800" dirty="0"/>
            </a:p>
          </p:txBody>
        </p:sp>
      </p:grpSp>
      <p:cxnSp>
        <p:nvCxnSpPr>
          <p:cNvPr id="61" name="직선 연결선 60"/>
          <p:cNvCxnSpPr>
            <a:stCxn id="56" idx="0"/>
            <a:endCxn id="103" idx="2"/>
          </p:cNvCxnSpPr>
          <p:nvPr/>
        </p:nvCxnSpPr>
        <p:spPr>
          <a:xfrm flipV="1">
            <a:off x="3385778" y="3365718"/>
            <a:ext cx="559799" cy="494341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>
            <a:stCxn id="115" idx="3"/>
            <a:endCxn id="62" idx="1"/>
          </p:cNvCxnSpPr>
          <p:nvPr/>
        </p:nvCxnSpPr>
        <p:spPr>
          <a:xfrm flipV="1">
            <a:off x="4546941" y="2486329"/>
            <a:ext cx="1344959" cy="49904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/>
          <p:cNvGrpSpPr/>
          <p:nvPr/>
        </p:nvGrpSpPr>
        <p:grpSpPr>
          <a:xfrm>
            <a:off x="5891900" y="2319414"/>
            <a:ext cx="1440000" cy="430179"/>
            <a:chOff x="2313571" y="878772"/>
            <a:chExt cx="1620000" cy="1098688"/>
          </a:xfrm>
        </p:grpSpPr>
        <p:pic>
          <p:nvPicPr>
            <p:cNvPr id="62" name="그림 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" name="TextBox 62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5513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꺾인 연결선 83"/>
          <p:cNvCxnSpPr>
            <a:stCxn id="135" idx="3"/>
            <a:endCxn id="73" idx="0"/>
          </p:cNvCxnSpPr>
          <p:nvPr/>
        </p:nvCxnSpPr>
        <p:spPr>
          <a:xfrm>
            <a:off x="5002831" y="1287579"/>
            <a:ext cx="2846053" cy="1669262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35" idx="3"/>
            <a:endCxn id="70" idx="0"/>
          </p:cNvCxnSpPr>
          <p:nvPr/>
        </p:nvCxnSpPr>
        <p:spPr>
          <a:xfrm>
            <a:off x="5002831" y="1287579"/>
            <a:ext cx="1383968" cy="166198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56" idx="1"/>
            <a:endCxn id="95" idx="3"/>
          </p:cNvCxnSpPr>
          <p:nvPr/>
        </p:nvCxnSpPr>
        <p:spPr>
          <a:xfrm flipH="1" flipV="1">
            <a:off x="1948578" y="4856905"/>
            <a:ext cx="5204990" cy="6962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 PG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125" name="그룹 124"/>
          <p:cNvGrpSpPr/>
          <p:nvPr/>
        </p:nvGrpSpPr>
        <p:grpSpPr>
          <a:xfrm>
            <a:off x="508577" y="1103658"/>
            <a:ext cx="1440000" cy="464060"/>
            <a:chOff x="6465461" y="774202"/>
            <a:chExt cx="1517845" cy="1089943"/>
          </a:xfrm>
        </p:grpSpPr>
        <p:pic>
          <p:nvPicPr>
            <p:cNvPr id="126" name="그림 12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774202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6720747" y="1358129"/>
              <a:ext cx="1215455" cy="5060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화질 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28" name="그룹 127"/>
          <p:cNvGrpSpPr/>
          <p:nvPr/>
        </p:nvGrpSpPr>
        <p:grpSpPr>
          <a:xfrm>
            <a:off x="508577" y="2199197"/>
            <a:ext cx="1440000" cy="465357"/>
            <a:chOff x="6465461" y="2541811"/>
            <a:chExt cx="1517845" cy="1105876"/>
          </a:xfrm>
        </p:grpSpPr>
        <p:pic>
          <p:nvPicPr>
            <p:cNvPr id="129" name="그림 128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1" y="2541811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0" name="TextBox 129"/>
            <p:cNvSpPr txBox="1"/>
            <p:nvPr/>
          </p:nvSpPr>
          <p:spPr>
            <a:xfrm>
              <a:off x="6607172" y="3135705"/>
              <a:ext cx="1315556" cy="5119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/>
                <a:t>시야각</a:t>
              </a:r>
              <a:r>
                <a:rPr lang="en-US" altLang="ko-KR" sz="800" dirty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508577" y="3354215"/>
            <a:ext cx="1440000" cy="460411"/>
            <a:chOff x="6465460" y="4298108"/>
            <a:chExt cx="1517845" cy="1047076"/>
          </a:xfrm>
        </p:grpSpPr>
        <p:pic>
          <p:nvPicPr>
            <p:cNvPr id="132" name="그림 13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465460" y="4298108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" name="TextBox 132"/>
            <p:cNvSpPr txBox="1"/>
            <p:nvPr/>
          </p:nvSpPr>
          <p:spPr>
            <a:xfrm>
              <a:off x="6632586" y="4855217"/>
              <a:ext cx="1290829" cy="48996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 smtClean="0"/>
                <a:t>색이상</a:t>
              </a:r>
              <a:r>
                <a:rPr lang="en-US" altLang="ko-KR" sz="800" dirty="0" smtClean="0"/>
                <a:t>(</a:t>
              </a:r>
              <a:r>
                <a:rPr lang="ko-KR" altLang="en-US" sz="800" dirty="0" err="1" smtClean="0"/>
                <a:t>면계측</a:t>
              </a:r>
              <a:r>
                <a:rPr lang="en-US" altLang="ko-KR" sz="800" dirty="0" smtClean="0"/>
                <a:t>)</a:t>
              </a:r>
              <a:r>
                <a:rPr lang="en-US" altLang="ko-KR" sz="800" dirty="0" smtClean="0"/>
                <a:t>PC(2</a:t>
              </a:r>
              <a:r>
                <a:rPr lang="ko-KR" altLang="en-US" sz="800" dirty="0"/>
                <a:t>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3562831" y="1126165"/>
            <a:ext cx="1440000" cy="419046"/>
            <a:chOff x="2313571" y="4593133"/>
            <a:chExt cx="1517845" cy="1036942"/>
          </a:xfrm>
        </p:grpSpPr>
        <p:pic>
          <p:nvPicPr>
            <p:cNvPr id="135" name="그림 13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4593133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6" name="TextBox 135"/>
            <p:cNvSpPr txBox="1"/>
            <p:nvPr/>
          </p:nvSpPr>
          <p:spPr>
            <a:xfrm>
              <a:off x="2444419" y="5096952"/>
              <a:ext cx="1290829" cy="53312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특성 </a:t>
              </a:r>
              <a:r>
                <a:rPr lang="en-US" altLang="ko-KR" sz="800" dirty="0" smtClean="0"/>
                <a:t>/ PG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508577" y="4695491"/>
            <a:ext cx="1440001" cy="419046"/>
            <a:chOff x="2313570" y="4593135"/>
            <a:chExt cx="1517845" cy="1036941"/>
          </a:xfrm>
        </p:grpSpPr>
        <p:pic>
          <p:nvPicPr>
            <p:cNvPr id="95" name="그림 9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0" name="TextBox 99"/>
            <p:cNvSpPr txBox="1"/>
            <p:nvPr/>
          </p:nvSpPr>
          <p:spPr>
            <a:xfrm>
              <a:off x="2362142" y="5096954"/>
              <a:ext cx="1443603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</a:t>
              </a:r>
              <a:r>
                <a:rPr lang="en-US" altLang="ko-KR" sz="800" dirty="0"/>
                <a:t>TSP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PC</a:t>
              </a:r>
              <a:endParaRPr lang="ko-KR" altLang="en-US" sz="800" dirty="0"/>
            </a:p>
          </p:txBody>
        </p:sp>
      </p:grpSp>
      <p:cxnSp>
        <p:nvCxnSpPr>
          <p:cNvPr id="109" name="직선 연결선 108"/>
          <p:cNvCxnSpPr>
            <a:stCxn id="135" idx="1"/>
            <a:endCxn id="126" idx="3"/>
          </p:cNvCxnSpPr>
          <p:nvPr/>
        </p:nvCxnSpPr>
        <p:spPr>
          <a:xfrm flipH="1" flipV="1">
            <a:off x="1948577" y="1273719"/>
            <a:ext cx="1614254" cy="1386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stCxn id="135" idx="1"/>
            <a:endCxn id="129" idx="3"/>
          </p:cNvCxnSpPr>
          <p:nvPr/>
        </p:nvCxnSpPr>
        <p:spPr>
          <a:xfrm flipH="1">
            <a:off x="1948577" y="1287579"/>
            <a:ext cx="1614254" cy="107969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/>
          <p:cNvCxnSpPr>
            <a:stCxn id="135" idx="1"/>
            <a:endCxn id="132" idx="3"/>
          </p:cNvCxnSpPr>
          <p:nvPr/>
        </p:nvCxnSpPr>
        <p:spPr>
          <a:xfrm flipH="1">
            <a:off x="1948577" y="1287579"/>
            <a:ext cx="1614254" cy="2242267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>
            <a:stCxn id="135" idx="1"/>
            <a:endCxn id="95" idx="3"/>
          </p:cNvCxnSpPr>
          <p:nvPr/>
        </p:nvCxnSpPr>
        <p:spPr>
          <a:xfrm flipH="1">
            <a:off x="1948578" y="1287579"/>
            <a:ext cx="1614253" cy="356932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7140635" y="2956841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</a:t>
            </a:r>
            <a:r>
              <a:rPr lang="ko-KR" altLang="en-US" sz="800" dirty="0" smtClean="0">
                <a:solidFill>
                  <a:schemeClr val="tx1"/>
                </a:solidFill>
              </a:rPr>
              <a:t>우측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aphicFrame>
        <p:nvGraphicFramePr>
          <p:cNvPr id="7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030536"/>
              </p:ext>
            </p:extLst>
          </p:nvPr>
        </p:nvGraphicFramePr>
        <p:xfrm>
          <a:off x="3514674" y="1614519"/>
          <a:ext cx="2070334" cy="234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LCR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10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TSP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13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aphicFrame>
        <p:nvGraphicFramePr>
          <p:cNvPr id="90" name="Table 2"/>
          <p:cNvGraphicFramePr>
            <a:graphicFrameLocks noGrp="1"/>
          </p:cNvGraphicFramePr>
          <p:nvPr>
            <p:extLst/>
          </p:nvPr>
        </p:nvGraphicFramePr>
        <p:xfrm>
          <a:off x="349359" y="1581559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1" name="Table 2"/>
          <p:cNvGraphicFramePr>
            <a:graphicFrameLocks noGrp="1"/>
          </p:cNvGraphicFramePr>
          <p:nvPr>
            <p:extLst/>
          </p:nvPr>
        </p:nvGraphicFramePr>
        <p:xfrm>
          <a:off x="349359" y="2680921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Table 2"/>
          <p:cNvGraphicFramePr>
            <a:graphicFrameLocks noGrp="1"/>
          </p:cNvGraphicFramePr>
          <p:nvPr>
            <p:extLst/>
          </p:nvPr>
        </p:nvGraphicFramePr>
        <p:xfrm>
          <a:off x="349359" y="3792094"/>
          <a:ext cx="2070334" cy="42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621966"/>
              </p:ext>
            </p:extLst>
          </p:nvPr>
        </p:nvGraphicFramePr>
        <p:xfrm>
          <a:off x="349359" y="5139856"/>
          <a:ext cx="2070334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LCR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TSP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9083"/>
                  </a:ext>
                </a:extLst>
              </a:tr>
            </a:tbl>
          </a:graphicData>
        </a:graphic>
      </p:graphicFrame>
      <p:graphicFrame>
        <p:nvGraphicFramePr>
          <p:cNvPr id="9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58480"/>
              </p:ext>
            </p:extLst>
          </p:nvPr>
        </p:nvGraphicFramePr>
        <p:xfrm>
          <a:off x="4166580" y="4536753"/>
          <a:ext cx="2070334" cy="22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9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TSP PC -&gt; TSP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593632" y="4525701"/>
            <a:ext cx="1403156" cy="935467"/>
            <a:chOff x="2486999" y="4443911"/>
            <a:chExt cx="1403156" cy="935467"/>
          </a:xfrm>
        </p:grpSpPr>
        <p:sp>
          <p:nvSpPr>
            <p:cNvPr id="47" name="직사각형 46"/>
            <p:cNvSpPr/>
            <p:nvPr/>
          </p:nvSpPr>
          <p:spPr>
            <a:xfrm>
              <a:off x="2709580" y="5091378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Nport5610-16Port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999" y="4443911"/>
              <a:ext cx="1403156" cy="670626"/>
            </a:xfrm>
            <a:prstGeom prst="rect">
              <a:avLst/>
            </a:prstGeom>
          </p:spPr>
        </p:pic>
      </p:grpSp>
      <p:sp>
        <p:nvSpPr>
          <p:cNvPr id="56" name="직사각형 55"/>
          <p:cNvSpPr/>
          <p:nvPr/>
        </p:nvSpPr>
        <p:spPr>
          <a:xfrm>
            <a:off x="7153568" y="4782528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TSP </a:t>
            </a:r>
            <a:r>
              <a:rPr lang="ko-KR" altLang="en-US" sz="800" dirty="0" smtClean="0">
                <a:solidFill>
                  <a:schemeClr val="tx1"/>
                </a:solidFill>
              </a:rPr>
              <a:t>보드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5891104" y="1608520"/>
            <a:ext cx="994246" cy="1127731"/>
            <a:chOff x="5983404" y="807315"/>
            <a:chExt cx="994246" cy="1127731"/>
          </a:xfrm>
        </p:grpSpPr>
        <p:sp>
          <p:nvSpPr>
            <p:cNvPr id="51" name="직사각형 50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grpSp>
        <p:nvGrpSpPr>
          <p:cNvPr id="65" name="그룹 64"/>
          <p:cNvGrpSpPr/>
          <p:nvPr/>
        </p:nvGrpSpPr>
        <p:grpSpPr>
          <a:xfrm>
            <a:off x="7351832" y="1617102"/>
            <a:ext cx="994246" cy="1127731"/>
            <a:chOff x="5983404" y="807315"/>
            <a:chExt cx="994246" cy="1127731"/>
          </a:xfrm>
        </p:grpSpPr>
        <p:sp>
          <p:nvSpPr>
            <p:cNvPr id="66" name="직사각형 65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sp>
        <p:nvSpPr>
          <p:cNvPr id="70" name="직사각형 69"/>
          <p:cNvSpPr/>
          <p:nvPr/>
        </p:nvSpPr>
        <p:spPr>
          <a:xfrm>
            <a:off x="5678550" y="2949568"/>
            <a:ext cx="1416497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PG </a:t>
            </a:r>
            <a:r>
              <a:rPr lang="ko-KR" altLang="en-US" sz="800" dirty="0" smtClean="0">
                <a:solidFill>
                  <a:schemeClr val="tx1"/>
                </a:solidFill>
              </a:rPr>
              <a:t>좌측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00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슬롯 추가 보드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1709"/>
              </p:ext>
            </p:extLst>
          </p:nvPr>
        </p:nvGraphicFramePr>
        <p:xfrm>
          <a:off x="241065" y="873297"/>
          <a:ext cx="8468596" cy="55968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42160">
                  <a:extLst>
                    <a:ext uri="{9D8B030D-6E8A-4147-A177-3AD203B41FA5}">
                      <a16:colId xmlns:a16="http://schemas.microsoft.com/office/drawing/2014/main" val="316073524"/>
                    </a:ext>
                  </a:extLst>
                </a:gridCol>
                <a:gridCol w="603877">
                  <a:extLst>
                    <a:ext uri="{9D8B030D-6E8A-4147-A177-3AD203B41FA5}">
                      <a16:colId xmlns:a16="http://schemas.microsoft.com/office/drawing/2014/main" val="3754588944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4005363213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990723443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3870782377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2310118975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3713296207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1596049721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1477190022"/>
                    </a:ext>
                  </a:extLst>
                </a:gridCol>
                <a:gridCol w="752614">
                  <a:extLst>
                    <a:ext uri="{9D8B030D-6E8A-4147-A177-3AD203B41FA5}">
                      <a16:colId xmlns:a16="http://schemas.microsoft.com/office/drawing/2014/main" val="156926526"/>
                    </a:ext>
                  </a:extLst>
                </a:gridCol>
                <a:gridCol w="501647">
                  <a:extLst>
                    <a:ext uri="{9D8B030D-6E8A-4147-A177-3AD203B41FA5}">
                      <a16:colId xmlns:a16="http://schemas.microsoft.com/office/drawing/2014/main" val="827908182"/>
                    </a:ext>
                  </a:extLst>
                </a:gridCol>
              </a:tblGrid>
              <a:tr h="29645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총수량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CIM PC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제어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PG PC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화질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시야각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색이상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면계측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특성 측정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LCR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여분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683340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POE Lan Card</a:t>
                      </a:r>
                    </a:p>
                    <a:p>
                      <a:pPr algn="ctr" latinLnBrk="1"/>
                      <a:r>
                        <a:rPr lang="en-US" altLang="ko-KR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PCIE-1672 (2PORT)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306574"/>
                  </a:ext>
                </a:extLst>
              </a:tr>
              <a:tr h="6670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LAN Card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(INTEL NIC 10,100,1000M </a:t>
                      </a:r>
                      <a:r>
                        <a:rPr lang="en-US" altLang="ko-KR" sz="1000" dirty="0" err="1" smtClean="0">
                          <a:latin typeface="+mn-ea"/>
                          <a:ea typeface="+mn-ea"/>
                        </a:rPr>
                        <a:t>PCIe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346342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SECS Driver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00" dirty="0" err="1" smtClean="0">
                          <a:latin typeface="+mn-ea"/>
                          <a:ea typeface="+mn-ea"/>
                        </a:rPr>
                        <a:t>Xcom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72125"/>
                  </a:ext>
                </a:extLst>
              </a:tr>
              <a:tr h="30909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CC-LINK IE(PC TYPE)</a:t>
                      </a:r>
                      <a:endParaRPr lang="ko-KR" altLang="en-US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115652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PCI-1620(8Port),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CABLE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포함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709331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PCI-1622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(8Port), CABLE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포함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361034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MIL LICENCE 10.0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(USB </a:t>
                      </a:r>
                      <a:r>
                        <a:rPr lang="en-US" altLang="ko-KR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RUNTIME KEY)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436819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Frame Grabber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{</a:t>
                      </a:r>
                      <a:r>
                        <a:rPr lang="en-US" altLang="ko-KR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 EV 5M CLSF}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093554"/>
                  </a:ext>
                </a:extLst>
              </a:tr>
              <a:tr h="48173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Frame Grabber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 EV 5M CLDB)</a:t>
                      </a:r>
                      <a:endParaRPr lang="ko-KR" altLang="en-US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357341"/>
                  </a:ext>
                </a:extLst>
              </a:tr>
              <a:tr h="8523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Trigger Board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(PCIE 2CH Counter Controller(BEHR+SIO-CN2CH-CY))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당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개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347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72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 LAN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Port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현황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86659"/>
              </p:ext>
            </p:extLst>
          </p:nvPr>
        </p:nvGraphicFramePr>
        <p:xfrm>
          <a:off x="241065" y="873297"/>
          <a:ext cx="8453352" cy="23535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58864">
                  <a:extLst>
                    <a:ext uri="{9D8B030D-6E8A-4147-A177-3AD203B41FA5}">
                      <a16:colId xmlns:a16="http://schemas.microsoft.com/office/drawing/2014/main" val="316073524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930913003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990723443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3870782377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2310118975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3713296207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1596049721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1681430359"/>
                    </a:ext>
                  </a:extLst>
                </a:gridCol>
                <a:gridCol w="886811">
                  <a:extLst>
                    <a:ext uri="{9D8B030D-6E8A-4147-A177-3AD203B41FA5}">
                      <a16:colId xmlns:a16="http://schemas.microsoft.com/office/drawing/2014/main" val="827908182"/>
                    </a:ext>
                  </a:extLst>
                </a:gridCol>
              </a:tblGrid>
              <a:tr h="293559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CIM PC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제어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PG PC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화질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시야각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색이상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면계측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특성 측정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LCR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683340"/>
                  </a:ext>
                </a:extLst>
              </a:tr>
              <a:tr h="4403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기본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LAN</a:t>
                      </a:r>
                    </a:p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Main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Board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(2port)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306574"/>
                  </a:ext>
                </a:extLst>
              </a:tr>
              <a:tr h="62381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추가 장착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LAN</a:t>
                      </a:r>
                      <a:endParaRPr lang="ko-KR" altLang="en-US" sz="1000" b="0" i="0" u="none" strike="noStrike" kern="1200" baseline="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altLang="ko-KR" sz="100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fr-FR" altLang="ko-KR" sz="80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(1 Gigabit LAN 2Port (PCI-E))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346342"/>
                  </a:ext>
                </a:extLst>
              </a:tr>
              <a:tr h="5871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별도 구매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(5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(INTEL NIC </a:t>
                      </a:r>
                      <a:r>
                        <a:rPr lang="fr-FR" altLang="ko-KR" sz="800" b="0" i="0" u="none" strike="noStrike" kern="1200" baseline="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 Gigabit LAN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1Port PCI-e)</a:t>
                      </a:r>
                      <a:endParaRPr lang="ko-KR" altLang="en-US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115652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총 수량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145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47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-CIM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431693" y="2296127"/>
            <a:ext cx="1440000" cy="430179"/>
            <a:chOff x="2313571" y="878772"/>
            <a:chExt cx="1620000" cy="1098688"/>
          </a:xfrm>
        </p:grpSpPr>
        <p:pic>
          <p:nvPicPr>
            <p:cNvPr id="162" name="그림 16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4" name="TextBox 163"/>
            <p:cNvSpPr txBox="1"/>
            <p:nvPr/>
          </p:nvSpPr>
          <p:spPr>
            <a:xfrm>
              <a:off x="2408142" y="1427211"/>
              <a:ext cx="1363384" cy="55024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CIM PC(WIN10)</a:t>
              </a:r>
              <a:endParaRPr lang="ko-KR" altLang="en-US" sz="800" dirty="0"/>
            </a:p>
          </p:txBody>
        </p:sp>
      </p:grpSp>
      <p:sp>
        <p:nvSpPr>
          <p:cNvPr id="169" name="직사각형 168"/>
          <p:cNvSpPr/>
          <p:nvPr/>
        </p:nvSpPr>
        <p:spPr>
          <a:xfrm>
            <a:off x="3813976" y="414985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EFU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2202295" y="3887394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5212797" y="4148070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온도센서</a:t>
            </a:r>
          </a:p>
        </p:txBody>
      </p:sp>
      <p:sp>
        <p:nvSpPr>
          <p:cNvPr id="173" name="직사각형 172"/>
          <p:cNvSpPr/>
          <p:nvPr/>
        </p:nvSpPr>
        <p:spPr>
          <a:xfrm>
            <a:off x="2202295" y="2691233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 2Port (PCI-E)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75" name="꺾인 연결선 174"/>
          <p:cNvCxnSpPr>
            <a:stCxn id="170" idx="3"/>
            <a:endCxn id="169" idx="0"/>
          </p:cNvCxnSpPr>
          <p:nvPr/>
        </p:nvCxnSpPr>
        <p:spPr>
          <a:xfrm>
            <a:off x="3365496" y="4031394"/>
            <a:ext cx="1024544" cy="118459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70" idx="3"/>
            <a:endCxn id="172" idx="0"/>
          </p:cNvCxnSpPr>
          <p:nvPr/>
        </p:nvCxnSpPr>
        <p:spPr>
          <a:xfrm>
            <a:off x="3365496" y="4031394"/>
            <a:ext cx="2423365" cy="116676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62" idx="3"/>
            <a:endCxn id="209" idx="1"/>
          </p:cNvCxnSpPr>
          <p:nvPr/>
        </p:nvCxnSpPr>
        <p:spPr>
          <a:xfrm flipV="1">
            <a:off x="1871693" y="1307836"/>
            <a:ext cx="330602" cy="115520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62" idx="3"/>
            <a:endCxn id="170" idx="1"/>
          </p:cNvCxnSpPr>
          <p:nvPr/>
        </p:nvCxnSpPr>
        <p:spPr>
          <a:xfrm>
            <a:off x="1871693" y="2463042"/>
            <a:ext cx="310700" cy="156835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3" name="직사각형 182"/>
          <p:cNvSpPr/>
          <p:nvPr/>
        </p:nvSpPr>
        <p:spPr>
          <a:xfrm>
            <a:off x="3663570" y="2532544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SEM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3670623" y="286686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Safety PLC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3686502" y="2205992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DFS Server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6654929" y="4141827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X-Ray 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Ionizer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0" name="꺾인 연결선 199"/>
          <p:cNvCxnSpPr>
            <a:stCxn id="170" idx="3"/>
            <a:endCxn id="198" idx="0"/>
          </p:cNvCxnSpPr>
          <p:nvPr/>
        </p:nvCxnSpPr>
        <p:spPr>
          <a:xfrm>
            <a:off x="3365496" y="4031394"/>
            <a:ext cx="3865497" cy="11043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2" name="직사각형 201"/>
          <p:cNvSpPr/>
          <p:nvPr/>
        </p:nvSpPr>
        <p:spPr>
          <a:xfrm>
            <a:off x="2202295" y="2205992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(Intel </a:t>
            </a:r>
            <a:r>
              <a:rPr lang="en-US" altLang="ko-KR" sz="800" dirty="0" err="1">
                <a:solidFill>
                  <a:schemeClr val="tx1"/>
                </a:solidFill>
              </a:rPr>
              <a:t>PCIe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pic>
        <p:nvPicPr>
          <p:cNvPr id="204" name="그림 2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0003" y="3225690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" name="직사각형 204"/>
          <p:cNvSpPr/>
          <p:nvPr/>
        </p:nvSpPr>
        <p:spPr>
          <a:xfrm>
            <a:off x="2202295" y="3406554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 2Port (PCI-E)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6" name="직선 연결선 205"/>
          <p:cNvCxnSpPr>
            <a:stCxn id="205" idx="3"/>
            <a:endCxn id="204" idx="1"/>
          </p:cNvCxnSpPr>
          <p:nvPr/>
        </p:nvCxnSpPr>
        <p:spPr>
          <a:xfrm flipV="1">
            <a:off x="3385398" y="3405774"/>
            <a:ext cx="244605" cy="14478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그림 2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22393" y="3589012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9" name="직사각형 208"/>
          <p:cNvSpPr/>
          <p:nvPr/>
        </p:nvSpPr>
        <p:spPr>
          <a:xfrm>
            <a:off x="2202295" y="1163836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10" name="직선 연결선 209"/>
          <p:cNvCxnSpPr>
            <a:stCxn id="205" idx="3"/>
            <a:endCxn id="208" idx="1"/>
          </p:cNvCxnSpPr>
          <p:nvPr/>
        </p:nvCxnSpPr>
        <p:spPr>
          <a:xfrm>
            <a:off x="3385398" y="3550554"/>
            <a:ext cx="236995" cy="218542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/>
          <p:cNvCxnSpPr>
            <a:stCxn id="202" idx="3"/>
            <a:endCxn id="192" idx="1"/>
          </p:cNvCxnSpPr>
          <p:nvPr/>
        </p:nvCxnSpPr>
        <p:spPr>
          <a:xfrm>
            <a:off x="3385398" y="2349992"/>
            <a:ext cx="301104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/>
          <p:cNvCxnSpPr>
            <a:stCxn id="173" idx="3"/>
            <a:endCxn id="185" idx="1"/>
          </p:cNvCxnSpPr>
          <p:nvPr/>
        </p:nvCxnSpPr>
        <p:spPr>
          <a:xfrm>
            <a:off x="3385398" y="2835233"/>
            <a:ext cx="285225" cy="17562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/>
          <p:cNvCxnSpPr>
            <a:stCxn id="173" idx="3"/>
            <a:endCxn id="183" idx="1"/>
          </p:cNvCxnSpPr>
          <p:nvPr/>
        </p:nvCxnSpPr>
        <p:spPr>
          <a:xfrm flipV="1">
            <a:off x="3385398" y="2676544"/>
            <a:ext cx="278172" cy="15868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2202295" y="1519586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202295" y="1885434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(Intel </a:t>
            </a:r>
            <a:r>
              <a:rPr lang="en-US" altLang="ko-KR" sz="800" dirty="0" err="1">
                <a:solidFill>
                  <a:schemeClr val="tx1"/>
                </a:solidFill>
              </a:rPr>
              <a:t>PCIe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5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제어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2658690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 smtClean="0"/>
                <a:t>제어</a:t>
              </a:r>
              <a:r>
                <a:rPr lang="en-US" altLang="ko-KR" sz="800" dirty="0" smtClean="0"/>
                <a:t>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sp>
        <p:nvSpPr>
          <p:cNvPr id="87" name="직사각형 86"/>
          <p:cNvSpPr/>
          <p:nvPr/>
        </p:nvSpPr>
        <p:spPr>
          <a:xfrm>
            <a:off x="3656905" y="2167143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</a:t>
            </a:r>
            <a:r>
              <a:rPr lang="en-US" altLang="ko-KR" sz="800" dirty="0" smtClean="0">
                <a:solidFill>
                  <a:schemeClr val="tx1"/>
                </a:solidFill>
              </a:rPr>
              <a:t>CCD(2</a:t>
            </a:r>
            <a:r>
              <a:rPr lang="ko-KR" altLang="en-US" sz="800" dirty="0" smtClean="0">
                <a:solidFill>
                  <a:schemeClr val="tx1"/>
                </a:solidFill>
              </a:rPr>
              <a:t>개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197550" y="2167143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</a:t>
            </a:r>
            <a:r>
              <a:rPr lang="en-US" altLang="ko-KR" sz="800" dirty="0" smtClean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PCIE-1672 (2PORT)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205323" y="3196244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97" name="그림 9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5323" y="3499961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" name="직사각형 109"/>
          <p:cNvSpPr/>
          <p:nvPr/>
        </p:nvSpPr>
        <p:spPr>
          <a:xfrm>
            <a:off x="3656905" y="2498471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MOTION Controller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2205323" y="2498471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</a:t>
            </a:r>
            <a:r>
              <a:rPr lang="fr-FR" altLang="ko-KR" sz="800" dirty="0" smtClean="0">
                <a:solidFill>
                  <a:schemeClr val="tx1"/>
                </a:solidFill>
              </a:rPr>
              <a:t>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656905" y="3193448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LED Controller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1" name="직선 연결선 240"/>
          <p:cNvCxnSpPr>
            <a:stCxn id="88" idx="3"/>
            <a:endCxn id="87" idx="1"/>
          </p:cNvCxnSpPr>
          <p:nvPr/>
        </p:nvCxnSpPr>
        <p:spPr>
          <a:xfrm>
            <a:off x="3388426" y="2311143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직선 연결선 242"/>
          <p:cNvCxnSpPr/>
          <p:nvPr/>
        </p:nvCxnSpPr>
        <p:spPr>
          <a:xfrm flipV="1">
            <a:off x="3372220" y="3383168"/>
            <a:ext cx="284685" cy="279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>
            <a:stCxn id="111" idx="3"/>
            <a:endCxn id="110" idx="1"/>
          </p:cNvCxnSpPr>
          <p:nvPr/>
        </p:nvCxnSpPr>
        <p:spPr>
          <a:xfrm>
            <a:off x="3388426" y="2642471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sp>
        <p:nvSpPr>
          <p:cNvPr id="153" name="직사각형 152"/>
          <p:cNvSpPr/>
          <p:nvPr/>
        </p:nvSpPr>
        <p:spPr>
          <a:xfrm>
            <a:off x="2197219" y="3558905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 2Port (PCI-E)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>
            <a:stCxn id="153" idx="3"/>
            <a:endCxn id="97" idx="1"/>
          </p:cNvCxnSpPr>
          <p:nvPr/>
        </p:nvCxnSpPr>
        <p:spPr>
          <a:xfrm flipV="1">
            <a:off x="3380322" y="3680045"/>
            <a:ext cx="265001" cy="2286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그림 15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8094" y="3841477"/>
            <a:ext cx="1202728" cy="360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7" name="직사각형 156"/>
          <p:cNvSpPr/>
          <p:nvPr/>
        </p:nvSpPr>
        <p:spPr>
          <a:xfrm>
            <a:off x="2205323" y="3908607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 smtClean="0">
                <a:solidFill>
                  <a:schemeClr val="tx1"/>
                </a:solidFill>
              </a:rPr>
              <a:t>1 Gigabit LAN 1Port (PCI-E)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58" name="직선 연결선 157"/>
          <p:cNvCxnSpPr>
            <a:stCxn id="153" idx="3"/>
            <a:endCxn id="155" idx="1"/>
          </p:cNvCxnSpPr>
          <p:nvPr/>
        </p:nvCxnSpPr>
        <p:spPr>
          <a:xfrm>
            <a:off x="3380322" y="3702905"/>
            <a:ext cx="267772" cy="318656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81" idx="3"/>
            <a:endCxn id="157" idx="1"/>
          </p:cNvCxnSpPr>
          <p:nvPr/>
        </p:nvCxnSpPr>
        <p:spPr>
          <a:xfrm>
            <a:off x="1894623" y="2838690"/>
            <a:ext cx="310700" cy="121391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2197550" y="1827578"/>
            <a:ext cx="1183103" cy="288000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POE LAN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PCIE-1672 (2PORT)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3645323" y="1840631"/>
            <a:ext cx="1152128" cy="28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Align </a:t>
            </a:r>
            <a:r>
              <a:rPr lang="en-US" altLang="ko-KR" sz="800" dirty="0" smtClean="0">
                <a:solidFill>
                  <a:schemeClr val="tx1"/>
                </a:solidFill>
              </a:rPr>
              <a:t>CCD(2</a:t>
            </a:r>
            <a:r>
              <a:rPr lang="ko-KR" altLang="en-US" sz="800" dirty="0" smtClean="0">
                <a:solidFill>
                  <a:schemeClr val="tx1"/>
                </a:solidFill>
              </a:rPr>
              <a:t>개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3376844" y="1954151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81" idx="3"/>
          </p:cNvCxnSpPr>
          <p:nvPr/>
        </p:nvCxnSpPr>
        <p:spPr>
          <a:xfrm flipV="1">
            <a:off x="1894623" y="1956338"/>
            <a:ext cx="295154" cy="88235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2205323" y="2841677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</a:t>
            </a:r>
            <a:r>
              <a:rPr lang="fr-FR" altLang="ko-KR" sz="800" dirty="0" smtClean="0">
                <a:solidFill>
                  <a:schemeClr val="tx1"/>
                </a:solidFill>
              </a:rPr>
              <a:t>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54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PG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PG </a:t>
              </a:r>
              <a:r>
                <a:rPr lang="en-US" altLang="ko-KR" sz="800" dirty="0"/>
                <a:t>PC(WIN10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cxnSp>
        <p:nvCxnSpPr>
          <p:cNvPr id="94" name="꺾인 연결선 93"/>
          <p:cNvCxnSpPr>
            <a:stCxn id="81" idx="3"/>
            <a:endCxn id="153" idx="1"/>
          </p:cNvCxnSpPr>
          <p:nvPr/>
        </p:nvCxnSpPr>
        <p:spPr>
          <a:xfrm flipV="1">
            <a:off x="1894623" y="1252005"/>
            <a:ext cx="305367" cy="83092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5191298"/>
            <a:ext cx="1166897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Multi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8</a:t>
            </a:r>
            <a:r>
              <a:rPr lang="en-US" altLang="ko-KR" sz="800" dirty="0" smtClean="0">
                <a:solidFill>
                  <a:schemeClr val="tx1"/>
                </a:solidFill>
              </a:rPr>
              <a:t>Port * 2</a:t>
            </a:r>
            <a:r>
              <a:rPr lang="ko-KR" altLang="en-US" sz="800" dirty="0" smtClean="0">
                <a:solidFill>
                  <a:schemeClr val="tx1"/>
                </a:solidFill>
              </a:rPr>
              <a:t>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3" name="직선 연결선 242"/>
          <p:cNvCxnSpPr>
            <a:stCxn id="96" idx="3"/>
            <a:endCxn id="98" idx="1"/>
          </p:cNvCxnSpPr>
          <p:nvPr/>
        </p:nvCxnSpPr>
        <p:spPr>
          <a:xfrm>
            <a:off x="3372220" y="5335298"/>
            <a:ext cx="2937780" cy="78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199990" y="1071921"/>
            <a:ext cx="2650832" cy="360168"/>
            <a:chOff x="2197219" y="2073638"/>
            <a:chExt cx="2650832" cy="360168"/>
          </a:xfrm>
        </p:grpSpPr>
        <p:pic>
          <p:nvPicPr>
            <p:cNvPr id="97" name="그림 9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5323" y="2073638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직사각형 152"/>
            <p:cNvSpPr/>
            <p:nvPr/>
          </p:nvSpPr>
          <p:spPr>
            <a:xfrm>
              <a:off x="2197219" y="2109722"/>
              <a:ext cx="1183103" cy="28800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800" dirty="0">
                  <a:solidFill>
                    <a:schemeClr val="tx1"/>
                  </a:solidFill>
                </a:rPr>
                <a:t>1 Gigabit </a:t>
              </a:r>
              <a:r>
                <a:rPr lang="fr-FR" altLang="ko-KR" sz="800" dirty="0" smtClean="0">
                  <a:solidFill>
                    <a:schemeClr val="tx1"/>
                  </a:solidFill>
                </a:rPr>
                <a:t>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3380322" y="2253722"/>
              <a:ext cx="268479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8" name="직선 연결선 157"/>
          <p:cNvCxnSpPr>
            <a:stCxn id="57" idx="3"/>
            <a:endCxn id="91" idx="1"/>
          </p:cNvCxnSpPr>
          <p:nvPr/>
        </p:nvCxnSpPr>
        <p:spPr>
          <a:xfrm>
            <a:off x="3383093" y="3039207"/>
            <a:ext cx="262230" cy="106472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3393968" y="2027671"/>
            <a:ext cx="268479" cy="0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/>
          <p:cNvGrpSpPr/>
          <p:nvPr/>
        </p:nvGrpSpPr>
        <p:grpSpPr>
          <a:xfrm>
            <a:off x="3645323" y="1903159"/>
            <a:ext cx="1440000" cy="419046"/>
            <a:chOff x="2313570" y="4593135"/>
            <a:chExt cx="1517845" cy="1036941"/>
          </a:xfrm>
        </p:grpSpPr>
        <p:pic>
          <p:nvPicPr>
            <p:cNvPr id="74" name="그림 7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5" name="TextBox 74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 smtClean="0"/>
                <a:t>PC</a:t>
              </a:r>
              <a:endParaRPr lang="ko-KR" altLang="en-US" sz="800" dirty="0"/>
            </a:p>
          </p:txBody>
        </p:sp>
      </p:grpSp>
      <p:cxnSp>
        <p:nvCxnSpPr>
          <p:cNvPr id="77" name="직선 연결선 76"/>
          <p:cNvCxnSpPr>
            <a:stCxn id="56" idx="3"/>
          </p:cNvCxnSpPr>
          <p:nvPr/>
        </p:nvCxnSpPr>
        <p:spPr>
          <a:xfrm>
            <a:off x="3383093" y="2042385"/>
            <a:ext cx="298876" cy="545307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그룹 77"/>
          <p:cNvGrpSpPr/>
          <p:nvPr/>
        </p:nvGrpSpPr>
        <p:grpSpPr>
          <a:xfrm>
            <a:off x="3645323" y="2463180"/>
            <a:ext cx="1440000" cy="419046"/>
            <a:chOff x="2313570" y="4593135"/>
            <a:chExt cx="1517845" cy="1036941"/>
          </a:xfrm>
        </p:grpSpPr>
        <p:pic>
          <p:nvPicPr>
            <p:cNvPr id="80" name="그림 79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0" y="4593135"/>
              <a:ext cx="1517845" cy="7988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2" name="TextBox 81"/>
            <p:cNvSpPr txBox="1"/>
            <p:nvPr/>
          </p:nvSpPr>
          <p:spPr>
            <a:xfrm>
              <a:off x="2444419" y="5096954"/>
              <a:ext cx="1290829" cy="53312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특성 측정</a:t>
              </a:r>
              <a:r>
                <a:rPr lang="en-US" altLang="ko-KR" sz="800" dirty="0" smtClean="0"/>
                <a:t>PC</a:t>
              </a:r>
              <a:endParaRPr lang="ko-KR" altLang="en-US" sz="800" dirty="0"/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3645323" y="2856654"/>
            <a:ext cx="1432820" cy="842142"/>
            <a:chOff x="5983404" y="807315"/>
            <a:chExt cx="994246" cy="1127731"/>
          </a:xfrm>
        </p:grpSpPr>
        <p:sp>
          <p:nvSpPr>
            <p:cNvPr id="85" name="직사각형 84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grpSp>
        <p:nvGrpSpPr>
          <p:cNvPr id="89" name="그룹 88"/>
          <p:cNvGrpSpPr/>
          <p:nvPr/>
        </p:nvGrpSpPr>
        <p:grpSpPr>
          <a:xfrm>
            <a:off x="3645323" y="3786419"/>
            <a:ext cx="1438253" cy="870216"/>
            <a:chOff x="5983404" y="807315"/>
            <a:chExt cx="994246" cy="1127731"/>
          </a:xfrm>
        </p:grpSpPr>
        <p:sp>
          <p:nvSpPr>
            <p:cNvPr id="90" name="직사각형 89"/>
            <p:cNvSpPr/>
            <p:nvPr/>
          </p:nvSpPr>
          <p:spPr>
            <a:xfrm>
              <a:off x="6001531" y="1647046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Nport5610-8-DT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91" name="그림 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404" y="807315"/>
              <a:ext cx="994246" cy="822930"/>
            </a:xfrm>
            <a:prstGeom prst="rect">
              <a:avLst/>
            </a:prstGeom>
          </p:spPr>
        </p:pic>
      </p:grpSp>
      <p:cxnSp>
        <p:nvCxnSpPr>
          <p:cNvPr id="93" name="직선 연결선 92"/>
          <p:cNvCxnSpPr>
            <a:stCxn id="57" idx="3"/>
          </p:cNvCxnSpPr>
          <p:nvPr/>
        </p:nvCxnSpPr>
        <p:spPr>
          <a:xfrm>
            <a:off x="3383093" y="3039207"/>
            <a:ext cx="279354" cy="399869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81" idx="3"/>
            <a:endCxn id="96" idx="1"/>
          </p:cNvCxnSpPr>
          <p:nvPr/>
        </p:nvCxnSpPr>
        <p:spPr>
          <a:xfrm>
            <a:off x="1894623" y="2082927"/>
            <a:ext cx="310700" cy="3252371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210925"/>
              </p:ext>
            </p:extLst>
          </p:nvPr>
        </p:nvGraphicFramePr>
        <p:xfrm>
          <a:off x="6310000" y="4162598"/>
          <a:ext cx="2070334" cy="234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4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화질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5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6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시야각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7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8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ko-KR" altLang="en-US" sz="800" dirty="0" err="1" smtClean="0">
                          <a:latin typeface="+mn-ea"/>
                          <a:ea typeface="+mn-ea"/>
                        </a:rPr>
                        <a:t>색이상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9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LCR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10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-&gt;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TSP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특성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-&gt; PG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 -&gt; </a:t>
                      </a:r>
                      <a:r>
                        <a:rPr lang="ko-KR" altLang="en-US" sz="800" baseline="0" dirty="0" smtClean="0">
                          <a:latin typeface="+mn-ea"/>
                          <a:ea typeface="+mn-ea"/>
                        </a:rPr>
                        <a:t>특성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13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sp>
        <p:nvSpPr>
          <p:cNvPr id="56" name="직사각형 55"/>
          <p:cNvSpPr/>
          <p:nvPr/>
        </p:nvSpPr>
        <p:spPr>
          <a:xfrm>
            <a:off x="2199990" y="1898385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 2Port (PCI-E)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199990" y="2895207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 2Port (PCI-E)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210865" y="1468136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2205323" y="4711934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(Intel </a:t>
            </a:r>
            <a:r>
              <a:rPr lang="en-US" altLang="ko-KR" sz="800" dirty="0" err="1">
                <a:solidFill>
                  <a:schemeClr val="tx1"/>
                </a:solidFill>
              </a:rPr>
              <a:t>PCIe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8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E1679FE-A716-4511-8447-4980BDD47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37" y="212000"/>
            <a:ext cx="6192758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연결 구성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–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LCR / TSP PC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454623" y="1902927"/>
            <a:ext cx="1440000" cy="447012"/>
            <a:chOff x="2313571" y="878772"/>
            <a:chExt cx="1620000" cy="1058687"/>
          </a:xfrm>
        </p:grpSpPr>
        <p:pic>
          <p:nvPicPr>
            <p:cNvPr id="81" name="그림 8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13571" y="878772"/>
              <a:ext cx="1620000" cy="8526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3" name="TextBox 82"/>
            <p:cNvSpPr txBox="1"/>
            <p:nvPr/>
          </p:nvSpPr>
          <p:spPr>
            <a:xfrm>
              <a:off x="2408142" y="1427209"/>
              <a:ext cx="1363384" cy="51025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LCR / TSP </a:t>
              </a:r>
              <a:r>
                <a:rPr lang="en-US" altLang="ko-KR" sz="800" dirty="0"/>
                <a:t>PC(WIN10)</a:t>
              </a:r>
              <a:endParaRPr lang="ko-KR" altLang="en-US" sz="800" dirty="0"/>
            </a:p>
          </p:txBody>
        </p:sp>
      </p:grpSp>
      <p:cxnSp>
        <p:nvCxnSpPr>
          <p:cNvPr id="94" name="꺾인 연결선 93"/>
          <p:cNvCxnSpPr>
            <a:stCxn id="81" idx="3"/>
            <a:endCxn id="88" idx="1"/>
          </p:cNvCxnSpPr>
          <p:nvPr/>
        </p:nvCxnSpPr>
        <p:spPr>
          <a:xfrm flipV="1">
            <a:off x="1894623" y="1555380"/>
            <a:ext cx="310700" cy="5275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2205323" y="2265218"/>
            <a:ext cx="1166897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Serial </a:t>
            </a:r>
            <a:r>
              <a:rPr lang="en-US" altLang="ko-KR" sz="800" dirty="0" smtClean="0">
                <a:solidFill>
                  <a:schemeClr val="tx1"/>
                </a:solidFill>
              </a:rPr>
              <a:t>Port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43" name="직선 연결선 242"/>
          <p:cNvCxnSpPr>
            <a:stCxn id="96" idx="3"/>
            <a:endCxn id="60" idx="1"/>
          </p:cNvCxnSpPr>
          <p:nvPr/>
        </p:nvCxnSpPr>
        <p:spPr>
          <a:xfrm>
            <a:off x="3372220" y="2409218"/>
            <a:ext cx="1599427" cy="1475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그룹 290"/>
          <p:cNvGrpSpPr/>
          <p:nvPr/>
        </p:nvGrpSpPr>
        <p:grpSpPr>
          <a:xfrm>
            <a:off x="6809133" y="860183"/>
            <a:ext cx="2088231" cy="1848884"/>
            <a:chOff x="6809133" y="860183"/>
            <a:chExt cx="2088231" cy="1848884"/>
          </a:xfrm>
        </p:grpSpPr>
        <p:cxnSp>
          <p:nvCxnSpPr>
            <p:cNvPr id="268" name="직선 연결선 267"/>
            <p:cNvCxnSpPr/>
            <p:nvPr/>
          </p:nvCxnSpPr>
          <p:spPr>
            <a:xfrm flipH="1">
              <a:off x="8478450" y="1203171"/>
              <a:ext cx="418914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7420709" y="1080479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cxnSp>
          <p:nvCxnSpPr>
            <p:cNvPr id="270" name="직선 연결선 269"/>
            <p:cNvCxnSpPr/>
            <p:nvPr/>
          </p:nvCxnSpPr>
          <p:spPr>
            <a:xfrm flipH="1">
              <a:off x="8478450" y="1444351"/>
              <a:ext cx="418914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6809133" y="1321658"/>
              <a:ext cx="1708198" cy="2350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시리얼</a:t>
              </a:r>
              <a:r>
                <a:rPr lang="en-US" altLang="ko-KR" sz="1000" dirty="0"/>
                <a:t>(RS232/RS485)</a:t>
              </a:r>
              <a:endParaRPr lang="ko-KR" altLang="en-US" sz="1000" dirty="0"/>
            </a:p>
          </p:txBody>
        </p:sp>
        <p:cxnSp>
          <p:nvCxnSpPr>
            <p:cNvPr id="266" name="직선 연결선 265"/>
            <p:cNvCxnSpPr/>
            <p:nvPr/>
          </p:nvCxnSpPr>
          <p:spPr>
            <a:xfrm flipH="1">
              <a:off x="8465316" y="1659491"/>
              <a:ext cx="43204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TextBox 266"/>
            <p:cNvSpPr txBox="1"/>
            <p:nvPr/>
          </p:nvSpPr>
          <p:spPr>
            <a:xfrm>
              <a:off x="7976537" y="1544644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USB</a:t>
              </a:r>
              <a:endParaRPr lang="ko-KR" altLang="en-US" sz="1000"/>
            </a:p>
          </p:txBody>
        </p:sp>
        <p:cxnSp>
          <p:nvCxnSpPr>
            <p:cNvPr id="263" name="직선 연결선 262"/>
            <p:cNvCxnSpPr/>
            <p:nvPr/>
          </p:nvCxnSpPr>
          <p:spPr>
            <a:xfrm flipH="1">
              <a:off x="8478450" y="982875"/>
              <a:ext cx="418914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/>
            <p:cNvSpPr txBox="1"/>
            <p:nvPr/>
          </p:nvSpPr>
          <p:spPr>
            <a:xfrm>
              <a:off x="7937657" y="860183"/>
              <a:ext cx="540793" cy="246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CL</a:t>
              </a:r>
              <a:endParaRPr lang="ko-KR" altLang="en-US" sz="1000"/>
            </a:p>
          </p:txBody>
        </p:sp>
        <p:cxnSp>
          <p:nvCxnSpPr>
            <p:cNvPr id="272" name="직선 연결선 271"/>
            <p:cNvCxnSpPr/>
            <p:nvPr/>
          </p:nvCxnSpPr>
          <p:spPr>
            <a:xfrm flipH="1">
              <a:off x="8459774" y="1886708"/>
              <a:ext cx="4320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72"/>
            <p:cNvSpPr txBox="1"/>
            <p:nvPr/>
          </p:nvSpPr>
          <p:spPr>
            <a:xfrm>
              <a:off x="7665837" y="1771861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Slot</a:t>
              </a:r>
              <a:endParaRPr lang="ko-KR" altLang="en-US" sz="1000" dirty="0"/>
            </a:p>
          </p:txBody>
        </p:sp>
        <p:cxnSp>
          <p:nvCxnSpPr>
            <p:cNvPr id="284" name="직선 연결선 283"/>
            <p:cNvCxnSpPr/>
            <p:nvPr/>
          </p:nvCxnSpPr>
          <p:spPr>
            <a:xfrm flipH="1">
              <a:off x="8459774" y="2113433"/>
              <a:ext cx="432048" cy="0"/>
            </a:xfrm>
            <a:prstGeom prst="line">
              <a:avLst/>
            </a:prstGeom>
            <a:ln w="25400" cmpd="tri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TextBox 284"/>
            <p:cNvSpPr txBox="1"/>
            <p:nvPr/>
          </p:nvSpPr>
          <p:spPr>
            <a:xfrm>
              <a:off x="7660295" y="1998586"/>
              <a:ext cx="84595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광섬유</a:t>
              </a:r>
            </a:p>
          </p:txBody>
        </p:sp>
        <p:cxnSp>
          <p:nvCxnSpPr>
            <p:cNvPr id="287" name="직선 연결선 286"/>
            <p:cNvCxnSpPr/>
            <p:nvPr/>
          </p:nvCxnSpPr>
          <p:spPr>
            <a:xfrm flipH="1">
              <a:off x="8472908" y="2362800"/>
              <a:ext cx="418914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TextBox 287"/>
            <p:cNvSpPr txBox="1"/>
            <p:nvPr/>
          </p:nvSpPr>
          <p:spPr>
            <a:xfrm>
              <a:off x="7396491" y="2240108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HUB1</a:t>
              </a:r>
              <a:endParaRPr lang="ko-KR" altLang="en-US" sz="1000" dirty="0"/>
            </a:p>
          </p:txBody>
        </p:sp>
        <p:cxnSp>
          <p:nvCxnSpPr>
            <p:cNvPr id="289" name="직선 연결선 288"/>
            <p:cNvCxnSpPr/>
            <p:nvPr/>
          </p:nvCxnSpPr>
          <p:spPr>
            <a:xfrm flipH="1">
              <a:off x="8472908" y="2585538"/>
              <a:ext cx="418914" cy="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0" name="TextBox 289"/>
            <p:cNvSpPr txBox="1"/>
            <p:nvPr/>
          </p:nvSpPr>
          <p:spPr>
            <a:xfrm>
              <a:off x="7384769" y="2462846"/>
              <a:ext cx="10577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/>
                <a:t>내부 </a:t>
              </a:r>
              <a:r>
                <a:rPr lang="en-US" altLang="ko-KR" sz="1000" dirty="0"/>
                <a:t>HUB2</a:t>
              </a:r>
              <a:endParaRPr lang="ko-KR" altLang="en-US" sz="1000" dirty="0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199990" y="1384341"/>
            <a:ext cx="2650832" cy="360168"/>
            <a:chOff x="2197219" y="2073638"/>
            <a:chExt cx="2650832" cy="360168"/>
          </a:xfrm>
        </p:grpSpPr>
        <p:pic>
          <p:nvPicPr>
            <p:cNvPr id="97" name="그림 9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5323" y="2073638"/>
              <a:ext cx="1202728" cy="360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직사각형 152"/>
            <p:cNvSpPr/>
            <p:nvPr/>
          </p:nvSpPr>
          <p:spPr>
            <a:xfrm>
              <a:off x="2197219" y="2109722"/>
              <a:ext cx="1183103" cy="288000"/>
            </a:xfrm>
            <a:prstGeom prst="rect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altLang="ko-KR" sz="800" dirty="0">
                  <a:solidFill>
                    <a:schemeClr val="tx1"/>
                  </a:solidFill>
                </a:rPr>
                <a:t>1 Gigabit 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54" name="직선 연결선 153"/>
            <p:cNvCxnSpPr/>
            <p:nvPr/>
          </p:nvCxnSpPr>
          <p:spPr>
            <a:xfrm>
              <a:off x="3380322" y="2253722"/>
              <a:ext cx="268479" cy="0"/>
            </a:xfrm>
            <a:prstGeom prst="line">
              <a:avLst/>
            </a:prstGeom>
            <a:ln w="1905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직사각형 70"/>
          <p:cNvSpPr/>
          <p:nvPr/>
        </p:nvSpPr>
        <p:spPr>
          <a:xfrm>
            <a:off x="2210865" y="1813012"/>
            <a:ext cx="1183103" cy="2880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ko-KR" sz="800" dirty="0">
                <a:solidFill>
                  <a:schemeClr val="tx1"/>
                </a:solidFill>
              </a:rPr>
              <a:t>1 Gigabit LAN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72" name="직선 연결선 71"/>
          <p:cNvCxnSpPr>
            <a:endCxn id="59" idx="1"/>
          </p:cNvCxnSpPr>
          <p:nvPr/>
        </p:nvCxnSpPr>
        <p:spPr>
          <a:xfrm>
            <a:off x="3393968" y="3176906"/>
            <a:ext cx="223214" cy="3265"/>
          </a:xfrm>
          <a:prstGeom prst="line">
            <a:avLst/>
          </a:prstGeom>
          <a:ln w="190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81" idx="3"/>
            <a:endCxn id="39" idx="1"/>
          </p:cNvCxnSpPr>
          <p:nvPr/>
        </p:nvCxnSpPr>
        <p:spPr>
          <a:xfrm>
            <a:off x="1894623" y="2082927"/>
            <a:ext cx="310700" cy="109712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109513"/>
              </p:ext>
            </p:extLst>
          </p:nvPr>
        </p:nvGraphicFramePr>
        <p:xfrm>
          <a:off x="5003344" y="2908505"/>
          <a:ext cx="2070334" cy="2209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9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27">
                <a:tc>
                  <a:txBody>
                    <a:bodyPr/>
                    <a:lstStyle/>
                    <a:p>
                      <a:r>
                        <a:rPr lang="en-US" sz="9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9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TSP PC -&gt; TSP</a:t>
                      </a:r>
                      <a:r>
                        <a:rPr lang="ko-KR" altLang="en-US" sz="700" dirty="0" smtClean="0">
                          <a:latin typeface="+mn-ea"/>
                          <a:ea typeface="+mn-ea"/>
                        </a:rPr>
                        <a:t>보드</a:t>
                      </a:r>
                      <a:r>
                        <a:rPr lang="en-US" altLang="ko-KR" sz="700" dirty="0" smtClean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62354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74665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837028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23183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453075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TSP PC -&gt; TSP</a:t>
                      </a:r>
                      <a:r>
                        <a:rPr kumimoji="0" lang="ko-KR" altLang="en-US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보드</a:t>
                      </a:r>
                      <a:r>
                        <a:rPr kumimoji="0" lang="en-US" altLang="ko-KR" sz="7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967411"/>
                  </a:ext>
                </a:extLst>
              </a:tr>
              <a:tr h="163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7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485586"/>
                  </a:ext>
                </a:extLst>
              </a:tr>
            </a:tbl>
          </a:graphicData>
        </a:graphic>
      </p:graphicFrame>
      <p:grpSp>
        <p:nvGrpSpPr>
          <p:cNvPr id="57" name="그룹 56"/>
          <p:cNvGrpSpPr/>
          <p:nvPr/>
        </p:nvGrpSpPr>
        <p:grpSpPr>
          <a:xfrm>
            <a:off x="3617182" y="2844858"/>
            <a:ext cx="1403156" cy="935467"/>
            <a:chOff x="2486999" y="4443911"/>
            <a:chExt cx="1403156" cy="935467"/>
          </a:xfrm>
        </p:grpSpPr>
        <p:sp>
          <p:nvSpPr>
            <p:cNvPr id="58" name="직사각형 57"/>
            <p:cNvSpPr/>
            <p:nvPr/>
          </p:nvSpPr>
          <p:spPr>
            <a:xfrm>
              <a:off x="2709580" y="5091378"/>
              <a:ext cx="957993" cy="28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MOXA Nport5610-16Port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86999" y="4443911"/>
              <a:ext cx="1403156" cy="670626"/>
            </a:xfrm>
            <a:prstGeom prst="rect">
              <a:avLst/>
            </a:prstGeom>
          </p:spPr>
        </p:pic>
      </p:grpSp>
      <p:graphicFrame>
        <p:nvGraphicFramePr>
          <p:cNvPr id="6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915113"/>
              </p:ext>
            </p:extLst>
          </p:nvPr>
        </p:nvGraphicFramePr>
        <p:xfrm>
          <a:off x="4971647" y="2090653"/>
          <a:ext cx="2070334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35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577"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NAME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시리얼 </a:t>
                      </a:r>
                      <a:r>
                        <a:rPr lang="en-US" sz="800" dirty="0" smtClean="0">
                          <a:latin typeface="+mn-ea"/>
                          <a:ea typeface="+mn-ea"/>
                        </a:rPr>
                        <a:t>PORT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LCR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1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TSP -&gt;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dirty="0" smtClean="0">
                          <a:latin typeface="+mn-ea"/>
                          <a:ea typeface="+mn-ea"/>
                        </a:rPr>
                        <a:t>2</a:t>
                      </a:r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199083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2205323" y="3036054"/>
            <a:ext cx="1183103" cy="2880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GigaE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</a:rPr>
              <a:t>LAN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(Intel </a:t>
            </a:r>
            <a:r>
              <a:rPr lang="en-US" altLang="ko-KR" sz="800" dirty="0" err="1">
                <a:solidFill>
                  <a:schemeClr val="tx1"/>
                </a:solidFill>
              </a:rPr>
              <a:t>PCIe</a:t>
            </a:r>
            <a:r>
              <a:rPr lang="en-US" altLang="ko-KR" sz="800" dirty="0" smtClean="0">
                <a:solidFill>
                  <a:schemeClr val="tx1"/>
                </a:solidFill>
              </a:rPr>
              <a:t>)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39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직사각형 139"/>
          <p:cNvSpPr/>
          <p:nvPr/>
        </p:nvSpPr>
        <p:spPr>
          <a:xfrm>
            <a:off x="1854786" y="404785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운영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804401" y="1720886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854786" y="1667748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4804401" y="4707306"/>
            <a:ext cx="1080000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PG </a:t>
            </a:r>
            <a:r>
              <a:rPr lang="en-US" altLang="ko-KR" sz="1200" dirty="0" smtClean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6262585" y="2374186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52" name="직사각형 151"/>
          <p:cNvSpPr/>
          <p:nvPr/>
        </p:nvSpPr>
        <p:spPr>
          <a:xfrm>
            <a:off x="6262585" y="4029985"/>
            <a:ext cx="1080000" cy="57600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원장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3233761" y="4047858"/>
            <a:ext cx="1080000" cy="57600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원격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3233761" y="1685748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3269705" y="3432716"/>
            <a:ext cx="1008112" cy="414384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6298529" y="1055808"/>
            <a:ext cx="1008112" cy="423259"/>
          </a:xfrm>
          <a:prstGeom prst="rect">
            <a:avLst/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6298529" y="3432587"/>
            <a:ext cx="1008112" cy="423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3269705" y="1077446"/>
            <a:ext cx="1008112" cy="423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KVM(4CH)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1830360" y="1106250"/>
            <a:ext cx="1128852" cy="3604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4768337" y="3432587"/>
            <a:ext cx="1152128" cy="3742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1818722" y="3432716"/>
            <a:ext cx="1152128" cy="374271"/>
          </a:xfrm>
          <a:prstGeom prst="rect">
            <a:avLst/>
          </a:prstGeom>
          <a:pattFill prst="wdUpDiag">
            <a:fgClr>
              <a:schemeClr val="bg2">
                <a:lumMod val="75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4779975" y="1058053"/>
            <a:ext cx="1128852" cy="360410"/>
          </a:xfrm>
          <a:prstGeom prst="rect">
            <a:avLst/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accent1">
                <a:lumMod val="40000"/>
                <a:lumOff val="6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24” </a:t>
            </a:r>
            <a:r>
              <a:rPr lang="ko-KR" altLang="en-US" sz="1200" dirty="0">
                <a:solidFill>
                  <a:schemeClr val="tx1"/>
                </a:solidFill>
              </a:rPr>
              <a:t>모니터</a:t>
            </a:r>
            <a:r>
              <a:rPr lang="en-US" altLang="ko-KR" sz="1200" dirty="0">
                <a:solidFill>
                  <a:schemeClr val="tx1"/>
                </a:solidFill>
              </a:rPr>
              <a:t>_3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4601362" y="392041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9" name="직사각형 168"/>
          <p:cNvSpPr/>
          <p:nvPr/>
        </p:nvSpPr>
        <p:spPr>
          <a:xfrm>
            <a:off x="1592953" y="392041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직사각형 169"/>
          <p:cNvSpPr/>
          <p:nvPr/>
        </p:nvSpPr>
        <p:spPr>
          <a:xfrm>
            <a:off x="4572969" y="1576870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1579515" y="1568356"/>
            <a:ext cx="2880000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4804401" y="404785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LCR / TSP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4804401" y="2374186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면계측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6621247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18.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SW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구성도 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-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모니터</a:t>
            </a:r>
            <a:r>
              <a:rPr lang="en-US" altLang="ko-KR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구성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854786" y="4707306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CIM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854786" y="2338132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면계측</a:t>
            </a:r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262585" y="1701857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233761" y="2350851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BFC9EC-9721-46D4-98AD-F0DE46056D80}"/>
              </a:ext>
            </a:extLst>
          </p:cNvPr>
          <p:cNvSpPr txBox="1"/>
          <p:nvPr/>
        </p:nvSpPr>
        <p:spPr>
          <a:xfrm>
            <a:off x="1592953" y="5532407"/>
            <a:ext cx="7878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추후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OCP#3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호기 개조 시 원격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,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원장 </a:t>
            </a: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PC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추가 필요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59643" y="5369269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ko-KR" altLang="en-US" sz="1000" dirty="0" smtClean="0">
                <a:solidFill>
                  <a:schemeClr val="tx1"/>
                </a:solidFill>
              </a:rPr>
              <a:t>키보드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</a:rPr>
              <a:t>마우스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489772" y="5462980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ko-KR" altLang="en-US" sz="1000" dirty="0" smtClean="0">
                <a:solidFill>
                  <a:schemeClr val="tx1"/>
                </a:solidFill>
              </a:rPr>
              <a:t>키보드</a:t>
            </a:r>
            <a:r>
              <a:rPr lang="en-US" altLang="ko-KR" sz="1000" dirty="0">
                <a:solidFill>
                  <a:schemeClr val="tx1"/>
                </a:solidFill>
              </a:rPr>
              <a:t>,</a:t>
            </a:r>
            <a:r>
              <a:rPr lang="ko-KR" altLang="en-US" sz="1000" dirty="0" smtClean="0">
                <a:solidFill>
                  <a:schemeClr val="tx1"/>
                </a:solidFill>
              </a:rPr>
              <a:t>마우스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59643" y="3210386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solidFill>
                  <a:schemeClr val="tx1"/>
                </a:solidFill>
                <a:latin typeface="+mn-ea"/>
              </a:rPr>
              <a:t>KVM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스위치 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489772" y="3158971"/>
            <a:ext cx="1244315" cy="18742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Z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KVM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스위치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" name="꺾인 연결선 2"/>
          <p:cNvCxnSpPr>
            <a:stCxn id="158" idx="1"/>
            <a:endCxn id="34" idx="3"/>
          </p:cNvCxnSpPr>
          <p:nvPr/>
        </p:nvCxnSpPr>
        <p:spPr>
          <a:xfrm rot="10800000" flipV="1">
            <a:off x="1503959" y="1289076"/>
            <a:ext cx="1765747" cy="2015022"/>
          </a:xfrm>
          <a:prstGeom prst="bentConnector3">
            <a:avLst>
              <a:gd name="adj1" fmla="val 10455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155" idx="0"/>
            <a:endCxn id="34" idx="3"/>
          </p:cNvCxnSpPr>
          <p:nvPr/>
        </p:nvCxnSpPr>
        <p:spPr>
          <a:xfrm rot="16200000" flipV="1">
            <a:off x="2574551" y="2233505"/>
            <a:ext cx="128618" cy="2269803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0" idx="0"/>
            <a:endCxn id="34" idx="2"/>
          </p:cNvCxnSpPr>
          <p:nvPr/>
        </p:nvCxnSpPr>
        <p:spPr>
          <a:xfrm rot="5400000" flipH="1" flipV="1">
            <a:off x="-103929" y="4383539"/>
            <a:ext cx="1971460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3" idx="0"/>
            <a:endCxn id="35" idx="2"/>
          </p:cNvCxnSpPr>
          <p:nvPr/>
        </p:nvCxnSpPr>
        <p:spPr>
          <a:xfrm rot="5400000" flipH="1" flipV="1">
            <a:off x="7053637" y="4404687"/>
            <a:ext cx="2116586" cy="12700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5" idx="1"/>
            <a:endCxn id="156" idx="3"/>
          </p:cNvCxnSpPr>
          <p:nvPr/>
        </p:nvCxnSpPr>
        <p:spPr>
          <a:xfrm rot="10800000">
            <a:off x="7306642" y="1267439"/>
            <a:ext cx="183131" cy="1985245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5" idx="1"/>
            <a:endCxn id="157" idx="3"/>
          </p:cNvCxnSpPr>
          <p:nvPr/>
        </p:nvCxnSpPr>
        <p:spPr>
          <a:xfrm rot="10800000" flipV="1">
            <a:off x="7306642" y="3252683"/>
            <a:ext cx="183131" cy="39153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2">
            <a:extLst>
              <a:ext uri="{FF2B5EF4-FFF2-40B4-BE49-F238E27FC236}">
                <a16:creationId xmlns:a16="http://schemas.microsoft.com/office/drawing/2014/main" id="{84C865CB-F100-4C33-8D0C-6296CA7C2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1" y="258668"/>
            <a:ext cx="6621247" cy="37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b="1" dirty="0">
                <a:ln w="38100">
                  <a:gradFill flip="none" rotWithShape="1">
                    <a:gsLst>
                      <a:gs pos="0">
                        <a:srgbClr val="00B0F0"/>
                      </a:gs>
                      <a:gs pos="100000">
                        <a:srgbClr val="002060"/>
                      </a:gs>
                    </a:gsLst>
                    <a:lin ang="2700000" scaled="1"/>
                    <a:tileRect/>
                  </a:gradFill>
                  <a:prstDash val="solid"/>
                  <a:miter lim="800000"/>
                </a:ln>
                <a:noFill/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ea"/>
              </a:rPr>
              <a:t>■</a:t>
            </a:r>
            <a:r>
              <a:rPr lang="ko-KR" altLang="en-US" b="1" spc="-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 </a:t>
            </a:r>
            <a:r>
              <a:rPr lang="en-US" altLang="ko-KR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PC </a:t>
            </a:r>
            <a:r>
              <a:rPr lang="ko-KR" altLang="en-US" b="1" spc="-5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ea"/>
              </a:rPr>
              <a:t>사이즈</a:t>
            </a:r>
            <a:endParaRPr lang="ko-KR" altLang="en-US" b="1" spc="-5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734" y="2981383"/>
            <a:ext cx="2804870" cy="288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34" y="1260085"/>
            <a:ext cx="3708876" cy="288000"/>
          </a:xfrm>
          <a:prstGeom prst="rect">
            <a:avLst/>
          </a:prstGeom>
        </p:spPr>
      </p:pic>
      <p:sp>
        <p:nvSpPr>
          <p:cNvPr id="51" name="직사각형 50"/>
          <p:cNvSpPr/>
          <p:nvPr/>
        </p:nvSpPr>
        <p:spPr>
          <a:xfrm>
            <a:off x="660776" y="1116085"/>
            <a:ext cx="1080000" cy="576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화질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039751" y="1134085"/>
            <a:ext cx="108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시야각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660776" y="2832390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운영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039751" y="4151286"/>
            <a:ext cx="1080000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특성 </a:t>
            </a:r>
            <a:r>
              <a:rPr lang="en-US" altLang="ko-KR" sz="1200" dirty="0" smtClean="0">
                <a:solidFill>
                  <a:schemeClr val="tx1"/>
                </a:solidFill>
              </a:rPr>
              <a:t>/ P/G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2039751" y="2832390"/>
            <a:ext cx="1080000" cy="5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특성측정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2039751" y="349183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LCR / TSP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660776" y="3491838"/>
            <a:ext cx="1080000" cy="576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CIM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PC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660776" y="1791569"/>
            <a:ext cx="1080000" cy="57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색이상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 smtClean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en-US" altLang="ko-KR" sz="1000" dirty="0" smtClean="0">
                <a:solidFill>
                  <a:schemeClr val="tx1"/>
                </a:solidFill>
              </a:rPr>
              <a:t>(</a:t>
            </a:r>
            <a:r>
              <a:rPr lang="ko-KR" altLang="en-US" sz="1000" dirty="0" err="1" smtClean="0">
                <a:solidFill>
                  <a:schemeClr val="tx1"/>
                </a:solidFill>
              </a:rPr>
              <a:t>면계측</a:t>
            </a:r>
            <a:r>
              <a:rPr lang="en-US" altLang="ko-KR" sz="1000" dirty="0" smtClean="0">
                <a:solidFill>
                  <a:schemeClr val="tx1"/>
                </a:solidFill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36549" y="952185"/>
            <a:ext cx="8169144" cy="16474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536549" y="2781516"/>
            <a:ext cx="8169144" cy="2039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36549" y="5003280"/>
          <a:ext cx="6750834" cy="1155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0286">
                  <a:extLst>
                    <a:ext uri="{9D8B030D-6E8A-4147-A177-3AD203B41FA5}">
                      <a16:colId xmlns:a16="http://schemas.microsoft.com/office/drawing/2014/main" val="2277270147"/>
                    </a:ext>
                  </a:extLst>
                </a:gridCol>
                <a:gridCol w="2460274">
                  <a:extLst>
                    <a:ext uri="{9D8B030D-6E8A-4147-A177-3AD203B41FA5}">
                      <a16:colId xmlns:a16="http://schemas.microsoft.com/office/drawing/2014/main" val="3922196404"/>
                    </a:ext>
                  </a:extLst>
                </a:gridCol>
                <a:gridCol w="2460274">
                  <a:extLst>
                    <a:ext uri="{9D8B030D-6E8A-4147-A177-3AD203B41FA5}">
                      <a16:colId xmlns:a16="http://schemas.microsoft.com/office/drawing/2014/main" val="1045750702"/>
                    </a:ext>
                  </a:extLst>
                </a:gridCol>
              </a:tblGrid>
              <a:tr h="3851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품명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규격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개수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1537410"/>
                  </a:ext>
                </a:extLst>
              </a:tr>
              <a:tr h="385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KVM </a:t>
                      </a:r>
                      <a:r>
                        <a:rPr lang="ko-KR" altLang="en-US" sz="900" u="none" strike="noStrike" dirty="0">
                          <a:effectLst/>
                        </a:rPr>
                        <a:t>스위치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US224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89535188"/>
                  </a:ext>
                </a:extLst>
              </a:tr>
              <a:tr h="385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KVM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CS1794(4Port)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돋움체" panose="020B0609000101010101" pitchFamily="49" charset="-127"/>
                          <a:ea typeface="돋움체" panose="020B0609000101010101" pitchFamily="49" charset="-127"/>
                        </a:rPr>
                        <a:t>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돋움체" panose="020B0609000101010101" pitchFamily="49" charset="-127"/>
                        <a:ea typeface="돋움체" panose="020B0609000101010101" pitchFamily="49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3635932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764" y="5802390"/>
            <a:ext cx="2810236" cy="35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8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MAC-테마2">
  <a:themeElements>
    <a:clrScheme name="사용자 지정 1">
      <a:dk1>
        <a:srgbClr val="000000"/>
      </a:dk1>
      <a:lt1>
        <a:srgbClr val="FFFFFF"/>
      </a:lt1>
      <a:dk2>
        <a:srgbClr val="FFD869"/>
      </a:dk2>
      <a:lt2>
        <a:srgbClr val="0066CC"/>
      </a:lt2>
      <a:accent1>
        <a:srgbClr val="9999FF"/>
      </a:accent1>
      <a:accent2>
        <a:srgbClr val="FF6161"/>
      </a:accent2>
      <a:accent3>
        <a:srgbClr val="92D050"/>
      </a:accent3>
      <a:accent4>
        <a:srgbClr val="78397A"/>
      </a:accent4>
      <a:accent5>
        <a:srgbClr val="00CCFF"/>
      </a:accent5>
      <a:accent6>
        <a:srgbClr val="F8EE6C"/>
      </a:accent6>
      <a:hlink>
        <a:srgbClr val="C990CB"/>
      </a:hlink>
      <a:folHlink>
        <a:srgbClr val="9DBDD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8338</TotalTime>
  <Words>1229</Words>
  <Application>Microsoft Office PowerPoint</Application>
  <PresentationFormat>화면 슬라이드 쇼(4:3)</PresentationFormat>
  <Paragraphs>466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8" baseType="lpstr">
      <vt:lpstr>HY견고딕</vt:lpstr>
      <vt:lpstr>HY헤드라인M</vt:lpstr>
      <vt:lpstr>굴림</vt:lpstr>
      <vt:lpstr>돋움</vt:lpstr>
      <vt:lpstr>돋움체</vt:lpstr>
      <vt:lpstr>맑은 고딕</vt:lpstr>
      <vt:lpstr>Arial</vt:lpstr>
      <vt:lpstr>Calibri</vt:lpstr>
      <vt:lpstr>Calibri Light</vt:lpstr>
      <vt:lpstr>Times New Roman</vt:lpstr>
      <vt:lpstr>Verdana</vt:lpstr>
      <vt:lpstr>Wingdings</vt:lpstr>
      <vt:lpstr>Office 테마</vt:lpstr>
      <vt:lpstr>KMAC-테마2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MAC</dc:creator>
  <cp:lastModifiedBy>J0002955</cp:lastModifiedBy>
  <cp:revision>379</cp:revision>
  <cp:lastPrinted>2021-07-12T08:38:37Z</cp:lastPrinted>
  <dcterms:created xsi:type="dcterms:W3CDTF">2021-03-22T02:09:06Z</dcterms:created>
  <dcterms:modified xsi:type="dcterms:W3CDTF">2022-02-25T01:25:38Z</dcterms:modified>
</cp:coreProperties>
</file>