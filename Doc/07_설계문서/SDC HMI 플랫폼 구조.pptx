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43"/>
  </p:notesMasterIdLst>
  <p:sldIdLst>
    <p:sldId id="280" r:id="rId3"/>
    <p:sldId id="391" r:id="rId4"/>
    <p:sldId id="364" r:id="rId5"/>
    <p:sldId id="363" r:id="rId6"/>
    <p:sldId id="365" r:id="rId7"/>
    <p:sldId id="367" r:id="rId8"/>
    <p:sldId id="368" r:id="rId9"/>
    <p:sldId id="366" r:id="rId10"/>
    <p:sldId id="370" r:id="rId11"/>
    <p:sldId id="401" r:id="rId12"/>
    <p:sldId id="402" r:id="rId13"/>
    <p:sldId id="403" r:id="rId14"/>
    <p:sldId id="395" r:id="rId15"/>
    <p:sldId id="396" r:id="rId16"/>
    <p:sldId id="399" r:id="rId17"/>
    <p:sldId id="398" r:id="rId18"/>
    <p:sldId id="397" r:id="rId19"/>
    <p:sldId id="400" r:id="rId20"/>
    <p:sldId id="404" r:id="rId21"/>
    <p:sldId id="378" r:id="rId22"/>
    <p:sldId id="369" r:id="rId23"/>
    <p:sldId id="371" r:id="rId24"/>
    <p:sldId id="373" r:id="rId25"/>
    <p:sldId id="372" r:id="rId26"/>
    <p:sldId id="374" r:id="rId27"/>
    <p:sldId id="375" r:id="rId28"/>
    <p:sldId id="376" r:id="rId29"/>
    <p:sldId id="377" r:id="rId30"/>
    <p:sldId id="380" r:id="rId31"/>
    <p:sldId id="382" r:id="rId32"/>
    <p:sldId id="383" r:id="rId33"/>
    <p:sldId id="392" r:id="rId34"/>
    <p:sldId id="384" r:id="rId35"/>
    <p:sldId id="385" r:id="rId36"/>
    <p:sldId id="388" r:id="rId37"/>
    <p:sldId id="386" r:id="rId38"/>
    <p:sldId id="387" r:id="rId39"/>
    <p:sldId id="389" r:id="rId40"/>
    <p:sldId id="394" r:id="rId41"/>
    <p:sldId id="393" r:id="rId42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0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11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0B242A-4147-492C-9D23-1616365AD536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1ECF220F-87C3-4365-AA89-2C69FE8CEB4D}">
      <dgm:prSet phldrT="[텍스트]"/>
      <dgm:spPr/>
      <dgm:t>
        <a:bodyPr/>
        <a:lstStyle/>
        <a:p>
          <a:pPr latinLnBrk="1"/>
          <a:r>
            <a:rPr lang="ko-KR" altLang="en-US" dirty="0" smtClean="0"/>
            <a:t>함수 호출</a:t>
          </a:r>
          <a:r>
            <a:rPr lang="en-US" altLang="ko-KR" dirty="0" smtClean="0"/>
            <a:t>(</a:t>
          </a:r>
          <a:r>
            <a:rPr lang="en-US" altLang="ko-KR" dirty="0" err="1" smtClean="0"/>
            <a:t>AuroraMgr</a:t>
          </a:r>
          <a:r>
            <a:rPr lang="en-US" altLang="ko-KR" dirty="0" smtClean="0"/>
            <a:t>)</a:t>
          </a:r>
          <a:endParaRPr lang="ko-KR" altLang="en-US" dirty="0"/>
        </a:p>
      </dgm:t>
    </dgm:pt>
    <dgm:pt modelId="{CEFC196B-A5AA-4FF4-B96C-B2EDFC562127}" type="parTrans" cxnId="{28B90C86-1FC0-4FCC-898F-916FBB4ECADE}">
      <dgm:prSet/>
      <dgm:spPr/>
      <dgm:t>
        <a:bodyPr/>
        <a:lstStyle/>
        <a:p>
          <a:pPr latinLnBrk="1"/>
          <a:endParaRPr lang="ko-KR" altLang="en-US"/>
        </a:p>
      </dgm:t>
    </dgm:pt>
    <dgm:pt modelId="{8C7F8496-ABF8-4DB7-BF0F-4D476B58FBA1}" type="sibTrans" cxnId="{28B90C86-1FC0-4FCC-898F-916FBB4ECADE}">
      <dgm:prSet/>
      <dgm:spPr/>
      <dgm:t>
        <a:bodyPr/>
        <a:lstStyle/>
        <a:p>
          <a:pPr latinLnBrk="1"/>
          <a:endParaRPr lang="ko-KR" altLang="en-US"/>
        </a:p>
      </dgm:t>
    </dgm:pt>
    <dgm:pt modelId="{B82BC3C3-4394-40DB-801F-2BA53E686B81}">
      <dgm:prSet phldrT="[텍스트]"/>
      <dgm:spPr/>
      <dgm:t>
        <a:bodyPr/>
        <a:lstStyle/>
        <a:p>
          <a:pPr latinLnBrk="1"/>
          <a:r>
            <a:rPr lang="ko-KR" altLang="en-US" dirty="0" smtClean="0"/>
            <a:t>모션</a:t>
          </a:r>
          <a:endParaRPr lang="ko-KR" altLang="en-US" dirty="0"/>
        </a:p>
      </dgm:t>
    </dgm:pt>
    <dgm:pt modelId="{FEC75279-D872-4697-B99D-B874A9B6B77C}" type="parTrans" cxnId="{CB09B088-D11B-423F-B9A2-83BECFEC1CB2}">
      <dgm:prSet/>
      <dgm:spPr/>
      <dgm:t>
        <a:bodyPr/>
        <a:lstStyle/>
        <a:p>
          <a:pPr latinLnBrk="1"/>
          <a:endParaRPr lang="ko-KR" altLang="en-US"/>
        </a:p>
      </dgm:t>
    </dgm:pt>
    <dgm:pt modelId="{7C8F081D-6AB9-43CC-BDCE-1D2D0D5999EE}" type="sibTrans" cxnId="{CB09B088-D11B-423F-B9A2-83BECFEC1CB2}">
      <dgm:prSet/>
      <dgm:spPr/>
      <dgm:t>
        <a:bodyPr/>
        <a:lstStyle/>
        <a:p>
          <a:pPr latinLnBrk="1"/>
          <a:endParaRPr lang="ko-KR" altLang="en-US"/>
        </a:p>
      </dgm:t>
    </dgm:pt>
    <dgm:pt modelId="{B2C3E5A7-B2DF-420D-A07F-FD81589190FF}">
      <dgm:prSet phldrT="[텍스트]"/>
      <dgm:spPr/>
      <dgm:t>
        <a:bodyPr/>
        <a:lstStyle/>
        <a:p>
          <a:pPr latinLnBrk="1"/>
          <a:r>
            <a:rPr lang="en-US" altLang="ko-KR" dirty="0" err="1" smtClean="0"/>
            <a:t>Impl</a:t>
          </a:r>
          <a:r>
            <a:rPr lang="en-US" altLang="ko-KR" dirty="0" smtClean="0"/>
            <a:t> </a:t>
          </a:r>
          <a:r>
            <a:rPr lang="ko-KR" altLang="en-US" dirty="0" smtClean="0"/>
            <a:t>파일</a:t>
          </a:r>
          <a:endParaRPr lang="ko-KR" altLang="en-US" dirty="0"/>
        </a:p>
      </dgm:t>
    </dgm:pt>
    <dgm:pt modelId="{042175EB-9C11-4B0F-BB59-8BE8CE838421}" type="parTrans" cxnId="{B01AD89D-365F-4385-ABE9-754BB7FE3D8F}">
      <dgm:prSet/>
      <dgm:spPr/>
      <dgm:t>
        <a:bodyPr/>
        <a:lstStyle/>
        <a:p>
          <a:pPr latinLnBrk="1"/>
          <a:endParaRPr lang="ko-KR" altLang="en-US"/>
        </a:p>
      </dgm:t>
    </dgm:pt>
    <dgm:pt modelId="{6BEE6C43-CBDF-47CB-9D47-44CE2B73631C}" type="sibTrans" cxnId="{B01AD89D-365F-4385-ABE9-754BB7FE3D8F}">
      <dgm:prSet/>
      <dgm:spPr/>
      <dgm:t>
        <a:bodyPr/>
        <a:lstStyle/>
        <a:p>
          <a:pPr latinLnBrk="1"/>
          <a:endParaRPr lang="ko-KR" altLang="en-US"/>
        </a:p>
      </dgm:t>
    </dgm:pt>
    <dgm:pt modelId="{84F9FAB8-19BC-441B-98F2-A67EDD1CBB03}">
      <dgm:prSet phldrT="[텍스트]"/>
      <dgm:spPr/>
      <dgm:t>
        <a:bodyPr/>
        <a:lstStyle/>
        <a:p>
          <a:pPr latinLnBrk="1"/>
          <a:r>
            <a:rPr lang="en-US" altLang="ko-KR" dirty="0" smtClean="0"/>
            <a:t>I / O</a:t>
          </a:r>
          <a:endParaRPr lang="ko-KR" altLang="en-US" dirty="0"/>
        </a:p>
      </dgm:t>
    </dgm:pt>
    <dgm:pt modelId="{73B6DB86-3395-4E7A-B332-9B111FD31B5A}" type="parTrans" cxnId="{1D22E4BB-C4C4-4DE2-B071-6271765484D8}">
      <dgm:prSet/>
      <dgm:spPr/>
      <dgm:t>
        <a:bodyPr/>
        <a:lstStyle/>
        <a:p>
          <a:pPr latinLnBrk="1"/>
          <a:endParaRPr lang="ko-KR" altLang="en-US"/>
        </a:p>
      </dgm:t>
    </dgm:pt>
    <dgm:pt modelId="{78998F48-0D54-4406-9A1D-1CE28A62D88A}" type="sibTrans" cxnId="{1D22E4BB-C4C4-4DE2-B071-6271765484D8}">
      <dgm:prSet/>
      <dgm:spPr/>
      <dgm:t>
        <a:bodyPr/>
        <a:lstStyle/>
        <a:p>
          <a:pPr latinLnBrk="1"/>
          <a:endParaRPr lang="ko-KR" altLang="en-US"/>
        </a:p>
      </dgm:t>
    </dgm:pt>
    <dgm:pt modelId="{F7F361EF-95A3-4CA9-9A1F-A26C2DC7D9EC}">
      <dgm:prSet phldrT="[텍스트]"/>
      <dgm:spPr/>
      <dgm:t>
        <a:bodyPr/>
        <a:lstStyle/>
        <a:p>
          <a:pPr latinLnBrk="1"/>
          <a:r>
            <a:rPr lang="en-US" altLang="ko-KR" dirty="0" err="1" smtClean="0"/>
            <a:t>Impl</a:t>
          </a:r>
          <a:r>
            <a:rPr lang="en-US" altLang="ko-KR" dirty="0" smtClean="0"/>
            <a:t> </a:t>
          </a:r>
          <a:r>
            <a:rPr lang="ko-KR" altLang="en-US" dirty="0" smtClean="0"/>
            <a:t>파일</a:t>
          </a:r>
          <a:endParaRPr lang="ko-KR" altLang="en-US" dirty="0"/>
        </a:p>
      </dgm:t>
    </dgm:pt>
    <dgm:pt modelId="{C90C3F5B-B056-4CAC-BC30-7E2211B8C7B9}" type="parTrans" cxnId="{B7A6C7C5-A2B4-4631-9B5A-60C97E2A2858}">
      <dgm:prSet/>
      <dgm:spPr/>
      <dgm:t>
        <a:bodyPr/>
        <a:lstStyle/>
        <a:p>
          <a:pPr latinLnBrk="1"/>
          <a:endParaRPr lang="ko-KR" altLang="en-US"/>
        </a:p>
      </dgm:t>
    </dgm:pt>
    <dgm:pt modelId="{3C335D0C-C05B-4743-BCE2-434A477A0B08}" type="sibTrans" cxnId="{B7A6C7C5-A2B4-4631-9B5A-60C97E2A2858}">
      <dgm:prSet/>
      <dgm:spPr/>
      <dgm:t>
        <a:bodyPr/>
        <a:lstStyle/>
        <a:p>
          <a:pPr latinLnBrk="1"/>
          <a:endParaRPr lang="ko-KR" altLang="en-US"/>
        </a:p>
      </dgm:t>
    </dgm:pt>
    <dgm:pt modelId="{99A1F111-DF73-49D1-A103-459B13FFB6F0}">
      <dgm:prSet phldrT="[텍스트]"/>
      <dgm:spPr/>
      <dgm:t>
        <a:bodyPr/>
        <a:lstStyle/>
        <a:p>
          <a:pPr latinLnBrk="1"/>
          <a:r>
            <a:rPr lang="en-US" altLang="ko-KR" dirty="0" smtClean="0"/>
            <a:t>Manager </a:t>
          </a:r>
          <a:r>
            <a:rPr lang="ko-KR" altLang="en-US" dirty="0" smtClean="0"/>
            <a:t>파일</a:t>
          </a:r>
          <a:endParaRPr lang="ko-KR" altLang="en-US" dirty="0"/>
        </a:p>
      </dgm:t>
    </dgm:pt>
    <dgm:pt modelId="{F646FC33-7052-4483-979E-A7191850F5FE}" type="parTrans" cxnId="{8F71D930-08EA-4FE7-90BA-FD1EE973CD07}">
      <dgm:prSet/>
      <dgm:spPr/>
      <dgm:t>
        <a:bodyPr/>
        <a:lstStyle/>
        <a:p>
          <a:pPr latinLnBrk="1"/>
          <a:endParaRPr lang="ko-KR" altLang="en-US"/>
        </a:p>
      </dgm:t>
    </dgm:pt>
    <dgm:pt modelId="{C1F3EE09-AC07-4FA9-BA41-953CB6E6EC83}" type="sibTrans" cxnId="{8F71D930-08EA-4FE7-90BA-FD1EE973CD07}">
      <dgm:prSet/>
      <dgm:spPr/>
      <dgm:t>
        <a:bodyPr/>
        <a:lstStyle/>
        <a:p>
          <a:pPr latinLnBrk="1"/>
          <a:endParaRPr lang="ko-KR" altLang="en-US"/>
        </a:p>
      </dgm:t>
    </dgm:pt>
    <dgm:pt modelId="{C758EC49-4AB5-4E0E-87C4-3F23A3A82F0E}">
      <dgm:prSet phldrT="[텍스트]"/>
      <dgm:spPr/>
      <dgm:t>
        <a:bodyPr/>
        <a:lstStyle/>
        <a:p>
          <a:pPr latinLnBrk="1"/>
          <a:r>
            <a:rPr lang="en-US" altLang="ko-KR" dirty="0" err="1" smtClean="0"/>
            <a:t>CoreFunction</a:t>
          </a:r>
          <a:endParaRPr lang="en-US" altLang="ko-KR" dirty="0" smtClean="0"/>
        </a:p>
      </dgm:t>
    </dgm:pt>
    <dgm:pt modelId="{E8741E26-4ED1-42A7-9D76-5C4F39967C67}" type="parTrans" cxnId="{D8D8CCE6-6EFA-4EFC-BACD-74C17E84C603}">
      <dgm:prSet/>
      <dgm:spPr/>
      <dgm:t>
        <a:bodyPr/>
        <a:lstStyle/>
        <a:p>
          <a:pPr latinLnBrk="1"/>
          <a:endParaRPr lang="ko-KR" altLang="en-US"/>
        </a:p>
      </dgm:t>
    </dgm:pt>
    <dgm:pt modelId="{E1694475-6B51-4573-82AE-EF8515283162}" type="sibTrans" cxnId="{D8D8CCE6-6EFA-4EFC-BACD-74C17E84C603}">
      <dgm:prSet/>
      <dgm:spPr/>
      <dgm:t>
        <a:bodyPr/>
        <a:lstStyle/>
        <a:p>
          <a:pPr latinLnBrk="1"/>
          <a:endParaRPr lang="ko-KR" altLang="en-US"/>
        </a:p>
      </dgm:t>
    </dgm:pt>
    <dgm:pt modelId="{5BF28B4A-5667-4F3D-BB27-1567922D625F}">
      <dgm:prSet phldrT="[텍스트]"/>
      <dgm:spPr/>
      <dgm:t>
        <a:bodyPr/>
        <a:lstStyle/>
        <a:p>
          <a:pPr latinLnBrk="1"/>
          <a:r>
            <a:rPr lang="ko-KR" altLang="en-US" dirty="0" smtClean="0"/>
            <a:t>실행 코드</a:t>
          </a:r>
          <a:endParaRPr lang="ko-KR" altLang="en-US" dirty="0"/>
        </a:p>
      </dgm:t>
    </dgm:pt>
    <dgm:pt modelId="{42E5D920-6F7A-43D4-85F2-9C475C519796}" type="parTrans" cxnId="{69A9A9FC-EE2B-47C6-8E3B-384241E353E8}">
      <dgm:prSet/>
      <dgm:spPr/>
      <dgm:t>
        <a:bodyPr/>
        <a:lstStyle/>
        <a:p>
          <a:pPr latinLnBrk="1"/>
          <a:endParaRPr lang="ko-KR" altLang="en-US"/>
        </a:p>
      </dgm:t>
    </dgm:pt>
    <dgm:pt modelId="{66160BA4-79A9-474D-926F-C5A11B740B9C}" type="sibTrans" cxnId="{69A9A9FC-EE2B-47C6-8E3B-384241E353E8}">
      <dgm:prSet/>
      <dgm:spPr/>
      <dgm:t>
        <a:bodyPr/>
        <a:lstStyle/>
        <a:p>
          <a:pPr latinLnBrk="1"/>
          <a:endParaRPr lang="ko-KR" altLang="en-US"/>
        </a:p>
      </dgm:t>
    </dgm:pt>
    <dgm:pt modelId="{7CB54A31-373C-48DB-A0C6-E86C54F30998}">
      <dgm:prSet phldrT="[텍스트]"/>
      <dgm:spPr/>
      <dgm:t>
        <a:bodyPr/>
        <a:lstStyle/>
        <a:p>
          <a:pPr latinLnBrk="1"/>
          <a:r>
            <a:rPr lang="en-US" altLang="ko-KR" dirty="0" smtClean="0"/>
            <a:t>ACS</a:t>
          </a:r>
          <a:endParaRPr lang="ko-KR" altLang="en-US" dirty="0"/>
        </a:p>
      </dgm:t>
    </dgm:pt>
    <dgm:pt modelId="{226526A8-B010-452F-93AF-8352DA0AD10D}" type="parTrans" cxnId="{173D1DE7-65EA-4EF9-BC85-29BA2D2CBD57}">
      <dgm:prSet/>
      <dgm:spPr/>
      <dgm:t>
        <a:bodyPr/>
        <a:lstStyle/>
        <a:p>
          <a:pPr latinLnBrk="1"/>
          <a:endParaRPr lang="ko-KR" altLang="en-US"/>
        </a:p>
      </dgm:t>
    </dgm:pt>
    <dgm:pt modelId="{B8BBE24C-E1AC-46C4-B033-C1CEB7B86F03}" type="sibTrans" cxnId="{173D1DE7-65EA-4EF9-BC85-29BA2D2CBD57}">
      <dgm:prSet/>
      <dgm:spPr/>
      <dgm:t>
        <a:bodyPr/>
        <a:lstStyle/>
        <a:p>
          <a:pPr latinLnBrk="1"/>
          <a:endParaRPr lang="ko-KR" altLang="en-US"/>
        </a:p>
      </dgm:t>
    </dgm:pt>
    <dgm:pt modelId="{1B3D6317-4035-4C21-A31C-BD2A02588D41}">
      <dgm:prSet phldrT="[텍스트]"/>
      <dgm:spPr/>
      <dgm:t>
        <a:bodyPr/>
        <a:lstStyle/>
        <a:p>
          <a:pPr latinLnBrk="1"/>
          <a:r>
            <a:rPr lang="en-US" altLang="ko-KR" dirty="0" smtClean="0"/>
            <a:t>COMIZOA</a:t>
          </a:r>
          <a:endParaRPr lang="ko-KR" altLang="en-US" dirty="0"/>
        </a:p>
      </dgm:t>
    </dgm:pt>
    <dgm:pt modelId="{3597B3E8-1FCB-4164-927D-49D13EE808C1}" type="parTrans" cxnId="{81019239-F058-44B6-A4CD-1E6A60AC58DE}">
      <dgm:prSet/>
      <dgm:spPr/>
      <dgm:t>
        <a:bodyPr/>
        <a:lstStyle/>
        <a:p>
          <a:pPr latinLnBrk="1"/>
          <a:endParaRPr lang="ko-KR" altLang="en-US"/>
        </a:p>
      </dgm:t>
    </dgm:pt>
    <dgm:pt modelId="{C5F6DF28-0944-48FE-A21B-DDB27738DF61}" type="sibTrans" cxnId="{81019239-F058-44B6-A4CD-1E6A60AC58DE}">
      <dgm:prSet/>
      <dgm:spPr/>
      <dgm:t>
        <a:bodyPr/>
        <a:lstStyle/>
        <a:p>
          <a:pPr latinLnBrk="1"/>
          <a:endParaRPr lang="ko-KR" altLang="en-US"/>
        </a:p>
      </dgm:t>
    </dgm:pt>
    <dgm:pt modelId="{1D2FB452-57A6-42E8-8632-6EF6AECB89F6}">
      <dgm:prSet phldrT="[텍스트]"/>
      <dgm:spPr/>
      <dgm:t>
        <a:bodyPr/>
        <a:lstStyle/>
        <a:p>
          <a:pPr latinLnBrk="1"/>
          <a:r>
            <a:rPr lang="en-US" altLang="ko-KR" dirty="0" smtClean="0"/>
            <a:t>MEI</a:t>
          </a:r>
          <a:endParaRPr lang="ko-KR" altLang="en-US" dirty="0"/>
        </a:p>
      </dgm:t>
    </dgm:pt>
    <dgm:pt modelId="{ACD09D5A-2DA5-49B9-A812-999871B8DADE}" type="parTrans" cxnId="{4F53E6C4-7804-4F38-82FD-96764A188ECC}">
      <dgm:prSet/>
      <dgm:spPr/>
      <dgm:t>
        <a:bodyPr/>
        <a:lstStyle/>
        <a:p>
          <a:pPr latinLnBrk="1"/>
          <a:endParaRPr lang="ko-KR" altLang="en-US"/>
        </a:p>
      </dgm:t>
    </dgm:pt>
    <dgm:pt modelId="{A8FA1136-02AE-4FCD-BA1D-D4932510CDFD}" type="sibTrans" cxnId="{4F53E6C4-7804-4F38-82FD-96764A188ECC}">
      <dgm:prSet/>
      <dgm:spPr/>
      <dgm:t>
        <a:bodyPr/>
        <a:lstStyle/>
        <a:p>
          <a:pPr latinLnBrk="1"/>
          <a:endParaRPr lang="ko-KR" altLang="en-US"/>
        </a:p>
      </dgm:t>
    </dgm:pt>
    <dgm:pt modelId="{6BB3842A-F408-46C5-967B-45A54B2DFAA1}">
      <dgm:prSet phldrT="[텍스트]"/>
      <dgm:spPr/>
      <dgm:t>
        <a:bodyPr/>
        <a:lstStyle/>
        <a:p>
          <a:pPr latinLnBrk="1"/>
          <a:r>
            <a:rPr lang="en-US" altLang="ko-KR" dirty="0" smtClean="0"/>
            <a:t>PLC</a:t>
          </a:r>
          <a:endParaRPr lang="ko-KR" altLang="en-US" dirty="0"/>
        </a:p>
      </dgm:t>
    </dgm:pt>
    <dgm:pt modelId="{050F25D5-9781-4527-B103-33B8E3302240}" type="parTrans" cxnId="{A82DDC61-3D9D-4FBF-9E93-30686EEDE676}">
      <dgm:prSet/>
      <dgm:spPr/>
      <dgm:t>
        <a:bodyPr/>
        <a:lstStyle/>
        <a:p>
          <a:pPr latinLnBrk="1"/>
          <a:endParaRPr lang="ko-KR" altLang="en-US"/>
        </a:p>
      </dgm:t>
    </dgm:pt>
    <dgm:pt modelId="{5C7DE895-8CAE-4698-ABE3-34EDDB98304D}" type="sibTrans" cxnId="{A82DDC61-3D9D-4FBF-9E93-30686EEDE676}">
      <dgm:prSet/>
      <dgm:spPr/>
      <dgm:t>
        <a:bodyPr/>
        <a:lstStyle/>
        <a:p>
          <a:pPr latinLnBrk="1"/>
          <a:endParaRPr lang="ko-KR" altLang="en-US"/>
        </a:p>
      </dgm:t>
    </dgm:pt>
    <dgm:pt modelId="{9D0E6A8D-AA11-493E-A36B-EAC98CD3C353}">
      <dgm:prSet phldrT="[텍스트]"/>
      <dgm:spPr/>
      <dgm:t>
        <a:bodyPr/>
        <a:lstStyle/>
        <a:p>
          <a:pPr latinLnBrk="1"/>
          <a:r>
            <a:rPr lang="en-US" altLang="ko-KR" dirty="0" smtClean="0"/>
            <a:t>I/O </a:t>
          </a:r>
          <a:r>
            <a:rPr lang="ko-KR" altLang="en-US" dirty="0" smtClean="0"/>
            <a:t>보드</a:t>
          </a:r>
          <a:endParaRPr lang="ko-KR" altLang="en-US" dirty="0"/>
        </a:p>
      </dgm:t>
    </dgm:pt>
    <dgm:pt modelId="{F1646CDA-76E3-4C6E-8393-7DEA24CBA073}" type="parTrans" cxnId="{5A766E5C-00B0-4C23-ACFB-C93A49127683}">
      <dgm:prSet/>
      <dgm:spPr/>
      <dgm:t>
        <a:bodyPr/>
        <a:lstStyle/>
        <a:p>
          <a:pPr latinLnBrk="1"/>
          <a:endParaRPr lang="ko-KR" altLang="en-US"/>
        </a:p>
      </dgm:t>
    </dgm:pt>
    <dgm:pt modelId="{D08C071C-764F-4BC4-A74F-4A4F02BA7674}" type="sibTrans" cxnId="{5A766E5C-00B0-4C23-ACFB-C93A49127683}">
      <dgm:prSet/>
      <dgm:spPr/>
      <dgm:t>
        <a:bodyPr/>
        <a:lstStyle/>
        <a:p>
          <a:pPr latinLnBrk="1"/>
          <a:endParaRPr lang="ko-KR" altLang="en-US"/>
        </a:p>
      </dgm:t>
    </dgm:pt>
    <dgm:pt modelId="{36BF9E63-82BB-47DC-BE87-C42ABAE9C31B}">
      <dgm:prSet phldrT="[텍스트]"/>
      <dgm:spPr/>
      <dgm:t>
        <a:bodyPr/>
        <a:lstStyle/>
        <a:p>
          <a:pPr latinLnBrk="1"/>
          <a:r>
            <a:rPr lang="en-US" altLang="ko-KR" smtClean="0"/>
            <a:t>Funtion </a:t>
          </a:r>
          <a:r>
            <a:rPr lang="ko-KR" altLang="en-US" smtClean="0"/>
            <a:t>파일</a:t>
          </a:r>
          <a:endParaRPr lang="en-US" altLang="ko-KR" dirty="0" smtClean="0"/>
        </a:p>
      </dgm:t>
    </dgm:pt>
    <dgm:pt modelId="{DEFEECAD-6572-4821-8143-1A89374A8A3A}" type="parTrans" cxnId="{69C13AE8-232F-41C5-BB03-BCBB6D79B57D}">
      <dgm:prSet/>
      <dgm:spPr/>
      <dgm:t>
        <a:bodyPr/>
        <a:lstStyle/>
        <a:p>
          <a:pPr latinLnBrk="1"/>
          <a:endParaRPr lang="ko-KR" altLang="en-US"/>
        </a:p>
      </dgm:t>
    </dgm:pt>
    <dgm:pt modelId="{2B23B46F-EC0F-4B0D-8F92-4979A44E4AB3}" type="sibTrans" cxnId="{69C13AE8-232F-41C5-BB03-BCBB6D79B57D}">
      <dgm:prSet/>
      <dgm:spPr/>
      <dgm:t>
        <a:bodyPr/>
        <a:lstStyle/>
        <a:p>
          <a:pPr latinLnBrk="1"/>
          <a:endParaRPr lang="ko-KR" altLang="en-US"/>
        </a:p>
      </dgm:t>
    </dgm:pt>
    <dgm:pt modelId="{DF8FBC7D-C86D-4B7D-83FA-83F6692116D0}">
      <dgm:prSet phldrT="[텍스트]"/>
      <dgm:spPr/>
      <dgm:t>
        <a:bodyPr/>
        <a:lstStyle/>
        <a:p>
          <a:pPr latinLnBrk="1"/>
          <a:r>
            <a:rPr lang="en-US" altLang="ko-KR" dirty="0" err="1" smtClean="0"/>
            <a:t>Funtion</a:t>
          </a:r>
          <a:r>
            <a:rPr lang="en-US" altLang="ko-KR" dirty="0" smtClean="0"/>
            <a:t> </a:t>
          </a:r>
          <a:r>
            <a:rPr lang="ko-KR" altLang="en-US" dirty="0" smtClean="0"/>
            <a:t>파일</a:t>
          </a:r>
          <a:endParaRPr lang="ko-KR" altLang="en-US" dirty="0"/>
        </a:p>
      </dgm:t>
    </dgm:pt>
    <dgm:pt modelId="{88286130-0727-4024-A188-7CAEC5F424A5}" type="parTrans" cxnId="{B781EF7D-5DC5-4A99-8AD0-1DAF3F6F2E33}">
      <dgm:prSet/>
      <dgm:spPr/>
      <dgm:t>
        <a:bodyPr/>
        <a:lstStyle/>
        <a:p>
          <a:pPr latinLnBrk="1"/>
          <a:endParaRPr lang="ko-KR" altLang="en-US"/>
        </a:p>
      </dgm:t>
    </dgm:pt>
    <dgm:pt modelId="{564BF1CB-DEB2-4D37-885A-E8C93D1E3979}" type="sibTrans" cxnId="{B781EF7D-5DC5-4A99-8AD0-1DAF3F6F2E33}">
      <dgm:prSet/>
      <dgm:spPr/>
      <dgm:t>
        <a:bodyPr/>
        <a:lstStyle/>
        <a:p>
          <a:pPr latinLnBrk="1"/>
          <a:endParaRPr lang="ko-KR" altLang="en-US"/>
        </a:p>
      </dgm:t>
    </dgm:pt>
    <dgm:pt modelId="{A75ED568-E7CE-407C-B0C7-907831423AEC}">
      <dgm:prSet phldrT="[텍스트]"/>
      <dgm:spPr/>
      <dgm:t>
        <a:bodyPr/>
        <a:lstStyle/>
        <a:p>
          <a:pPr latinLnBrk="1"/>
          <a:r>
            <a:rPr lang="en-US" altLang="ko-KR" dirty="0" err="1" smtClean="0"/>
            <a:t>Funtion</a:t>
          </a:r>
          <a:r>
            <a:rPr lang="en-US" altLang="ko-KR" dirty="0" smtClean="0"/>
            <a:t> </a:t>
          </a:r>
          <a:r>
            <a:rPr lang="ko-KR" altLang="en-US" dirty="0" smtClean="0"/>
            <a:t>파일</a:t>
          </a:r>
          <a:endParaRPr lang="ko-KR" altLang="en-US" dirty="0"/>
        </a:p>
      </dgm:t>
    </dgm:pt>
    <dgm:pt modelId="{35012EEA-04D0-4B64-AACE-D0D98B214426}" type="parTrans" cxnId="{39E0BD01-0127-47D1-AD48-5C30F5D2439D}">
      <dgm:prSet/>
      <dgm:spPr/>
      <dgm:t>
        <a:bodyPr/>
        <a:lstStyle/>
        <a:p>
          <a:pPr latinLnBrk="1"/>
          <a:endParaRPr lang="ko-KR" altLang="en-US"/>
        </a:p>
      </dgm:t>
    </dgm:pt>
    <dgm:pt modelId="{51ACD065-D50D-480A-A7C6-791BC29F3A29}" type="sibTrans" cxnId="{39E0BD01-0127-47D1-AD48-5C30F5D2439D}">
      <dgm:prSet/>
      <dgm:spPr/>
      <dgm:t>
        <a:bodyPr/>
        <a:lstStyle/>
        <a:p>
          <a:pPr latinLnBrk="1"/>
          <a:endParaRPr lang="ko-KR" altLang="en-US"/>
        </a:p>
      </dgm:t>
    </dgm:pt>
    <dgm:pt modelId="{B710424B-BF2F-4A67-905C-63D1C4F315C8}">
      <dgm:prSet phldrT="[텍스트]"/>
      <dgm:spPr/>
      <dgm:t>
        <a:bodyPr/>
        <a:lstStyle/>
        <a:p>
          <a:pPr latinLnBrk="1"/>
          <a:r>
            <a:rPr lang="en-US" altLang="ko-KR" dirty="0" smtClean="0"/>
            <a:t>Light</a:t>
          </a:r>
          <a:endParaRPr lang="ko-KR" altLang="en-US" dirty="0"/>
        </a:p>
      </dgm:t>
    </dgm:pt>
    <dgm:pt modelId="{FE74679E-99EE-46C9-99D6-9E175BF604D7}" type="parTrans" cxnId="{44D5A35A-AA97-4788-9DB8-71D78025FA6C}">
      <dgm:prSet/>
      <dgm:spPr/>
      <dgm:t>
        <a:bodyPr/>
        <a:lstStyle/>
        <a:p>
          <a:pPr latinLnBrk="1"/>
          <a:endParaRPr lang="ko-KR" altLang="en-US"/>
        </a:p>
      </dgm:t>
    </dgm:pt>
    <dgm:pt modelId="{616567D0-DB9C-446E-8CC0-3DE3AF67D096}" type="sibTrans" cxnId="{44D5A35A-AA97-4788-9DB8-71D78025FA6C}">
      <dgm:prSet/>
      <dgm:spPr/>
      <dgm:t>
        <a:bodyPr/>
        <a:lstStyle/>
        <a:p>
          <a:pPr latinLnBrk="1"/>
          <a:endParaRPr lang="ko-KR" altLang="en-US"/>
        </a:p>
      </dgm:t>
    </dgm:pt>
    <dgm:pt modelId="{F050643E-9195-4C75-878E-B6E9A52EACEA}">
      <dgm:prSet phldrT="[텍스트]"/>
      <dgm:spPr/>
      <dgm:t>
        <a:bodyPr/>
        <a:lstStyle/>
        <a:p>
          <a:pPr latinLnBrk="1"/>
          <a:r>
            <a:rPr lang="en-US" altLang="ko-KR" dirty="0" err="1" smtClean="0"/>
            <a:t>Impl</a:t>
          </a:r>
          <a:r>
            <a:rPr lang="en-US" altLang="ko-KR" dirty="0" smtClean="0"/>
            <a:t> </a:t>
          </a:r>
          <a:r>
            <a:rPr lang="ko-KR" altLang="en-US" dirty="0" smtClean="0"/>
            <a:t>파일</a:t>
          </a:r>
          <a:endParaRPr lang="ko-KR" altLang="en-US" dirty="0"/>
        </a:p>
      </dgm:t>
    </dgm:pt>
    <dgm:pt modelId="{4703EE8D-243E-40FF-A667-AA7AE2345798}" type="parTrans" cxnId="{013256DF-8BD1-4CBD-9543-FBE489CC2BA3}">
      <dgm:prSet/>
      <dgm:spPr/>
      <dgm:t>
        <a:bodyPr/>
        <a:lstStyle/>
        <a:p>
          <a:pPr latinLnBrk="1"/>
          <a:endParaRPr lang="ko-KR" altLang="en-US"/>
        </a:p>
      </dgm:t>
    </dgm:pt>
    <dgm:pt modelId="{9EE71075-5E7D-4509-B87B-6CCF521F866B}" type="sibTrans" cxnId="{013256DF-8BD1-4CBD-9543-FBE489CC2BA3}">
      <dgm:prSet/>
      <dgm:spPr/>
      <dgm:t>
        <a:bodyPr/>
        <a:lstStyle/>
        <a:p>
          <a:pPr latinLnBrk="1"/>
          <a:endParaRPr lang="ko-KR" altLang="en-US"/>
        </a:p>
      </dgm:t>
    </dgm:pt>
    <dgm:pt modelId="{29424514-C95B-4835-AA9B-343E0E376EB5}">
      <dgm:prSet phldrT="[텍스트]"/>
      <dgm:spPr/>
      <dgm:t>
        <a:bodyPr/>
        <a:lstStyle/>
        <a:p>
          <a:pPr latinLnBrk="1"/>
          <a:r>
            <a:rPr lang="en-US" altLang="ko-KR" dirty="0" err="1" smtClean="0"/>
            <a:t>Funtion</a:t>
          </a:r>
          <a:r>
            <a:rPr lang="en-US" altLang="ko-KR" dirty="0" smtClean="0"/>
            <a:t> </a:t>
          </a:r>
          <a:r>
            <a:rPr lang="ko-KR" altLang="en-US" dirty="0" smtClean="0"/>
            <a:t>파일</a:t>
          </a:r>
          <a:endParaRPr lang="ko-KR" altLang="en-US" dirty="0"/>
        </a:p>
      </dgm:t>
    </dgm:pt>
    <dgm:pt modelId="{DAE90520-D4BF-4761-9026-5693A606888C}" type="parTrans" cxnId="{FD1D58EF-C7CC-4099-AA5B-C221C1361365}">
      <dgm:prSet/>
      <dgm:spPr/>
      <dgm:t>
        <a:bodyPr/>
        <a:lstStyle/>
        <a:p>
          <a:pPr latinLnBrk="1"/>
          <a:endParaRPr lang="ko-KR" altLang="en-US"/>
        </a:p>
      </dgm:t>
    </dgm:pt>
    <dgm:pt modelId="{4F93AF3E-DC9F-4572-8380-604F89A8A479}" type="sibTrans" cxnId="{FD1D58EF-C7CC-4099-AA5B-C221C1361365}">
      <dgm:prSet/>
      <dgm:spPr/>
      <dgm:t>
        <a:bodyPr/>
        <a:lstStyle/>
        <a:p>
          <a:pPr latinLnBrk="1"/>
          <a:endParaRPr lang="ko-KR" altLang="en-US"/>
        </a:p>
      </dgm:t>
    </dgm:pt>
    <dgm:pt modelId="{4A6E2098-42AF-4119-8C22-5CE8C10C7CF5}">
      <dgm:prSet phldrT="[텍스트]"/>
      <dgm:spPr/>
      <dgm:t>
        <a:bodyPr/>
        <a:lstStyle/>
        <a:p>
          <a:pPr latinLnBrk="1"/>
          <a:r>
            <a:rPr lang="en-US" altLang="ko-KR" dirty="0" smtClean="0"/>
            <a:t>SPO</a:t>
          </a:r>
          <a:endParaRPr lang="ko-KR" altLang="en-US" dirty="0"/>
        </a:p>
      </dgm:t>
    </dgm:pt>
    <dgm:pt modelId="{6D8FE5BE-0C0B-4722-8471-91AD1B5B2D99}" type="parTrans" cxnId="{2F2EFBD5-87A1-4904-BB8D-E0964E39A7DA}">
      <dgm:prSet/>
      <dgm:spPr/>
      <dgm:t>
        <a:bodyPr/>
        <a:lstStyle/>
        <a:p>
          <a:pPr latinLnBrk="1"/>
          <a:endParaRPr lang="ko-KR" altLang="en-US"/>
        </a:p>
      </dgm:t>
    </dgm:pt>
    <dgm:pt modelId="{A0F0DF34-782E-42AE-8A94-E0AD80637342}" type="sibTrans" cxnId="{2F2EFBD5-87A1-4904-BB8D-E0964E39A7DA}">
      <dgm:prSet/>
      <dgm:spPr/>
      <dgm:t>
        <a:bodyPr/>
        <a:lstStyle/>
        <a:p>
          <a:pPr latinLnBrk="1"/>
          <a:endParaRPr lang="ko-KR" altLang="en-US"/>
        </a:p>
      </dgm:t>
    </dgm:pt>
    <dgm:pt modelId="{7EC1EDA2-E122-41A6-878D-8B58E0531D00}">
      <dgm:prSet phldrT="[텍스트]"/>
      <dgm:spPr/>
      <dgm:t>
        <a:bodyPr/>
        <a:lstStyle/>
        <a:p>
          <a:pPr latinLnBrk="1"/>
          <a:r>
            <a:rPr lang="en-US" altLang="ko-KR" dirty="0" smtClean="0"/>
            <a:t>CAS</a:t>
          </a:r>
          <a:endParaRPr lang="ko-KR" altLang="en-US" dirty="0"/>
        </a:p>
      </dgm:t>
    </dgm:pt>
    <dgm:pt modelId="{6631C0ED-F16F-46C3-B150-907178F41099}" type="parTrans" cxnId="{83A8BFC6-BB39-40E4-A435-ED18F8D26413}">
      <dgm:prSet/>
      <dgm:spPr/>
      <dgm:t>
        <a:bodyPr/>
        <a:lstStyle/>
        <a:p>
          <a:pPr latinLnBrk="1"/>
          <a:endParaRPr lang="ko-KR" altLang="en-US"/>
        </a:p>
      </dgm:t>
    </dgm:pt>
    <dgm:pt modelId="{43938871-E40C-4CF7-B421-14AD932783B4}" type="sibTrans" cxnId="{83A8BFC6-BB39-40E4-A435-ED18F8D26413}">
      <dgm:prSet/>
      <dgm:spPr/>
      <dgm:t>
        <a:bodyPr/>
        <a:lstStyle/>
        <a:p>
          <a:pPr latinLnBrk="1"/>
          <a:endParaRPr lang="ko-KR" altLang="en-US"/>
        </a:p>
      </dgm:t>
    </dgm:pt>
    <dgm:pt modelId="{C43EC2B0-BD2A-41A8-8AF5-9EE45A2C3319}">
      <dgm:prSet phldrT="[텍스트]"/>
      <dgm:spPr/>
      <dgm:t>
        <a:bodyPr/>
        <a:lstStyle/>
        <a:p>
          <a:pPr latinLnBrk="1"/>
          <a:r>
            <a:rPr lang="ko-KR" altLang="en-US" dirty="0" smtClean="0"/>
            <a:t>개발 소스</a:t>
          </a:r>
          <a:endParaRPr lang="ko-KR" altLang="en-US" dirty="0"/>
        </a:p>
      </dgm:t>
    </dgm:pt>
    <dgm:pt modelId="{C07E8C1B-F9B2-49EA-8CF7-C823EAE20D19}" type="sibTrans" cxnId="{BDD1811B-68A9-465A-89E9-97E3A6B0830B}">
      <dgm:prSet/>
      <dgm:spPr/>
      <dgm:t>
        <a:bodyPr/>
        <a:lstStyle/>
        <a:p>
          <a:pPr latinLnBrk="1"/>
          <a:endParaRPr lang="ko-KR" altLang="en-US"/>
        </a:p>
      </dgm:t>
    </dgm:pt>
    <dgm:pt modelId="{C7E8F233-9E9E-4B2A-9269-D3A1333DCCA4}" type="parTrans" cxnId="{BDD1811B-68A9-465A-89E9-97E3A6B0830B}">
      <dgm:prSet/>
      <dgm:spPr/>
      <dgm:t>
        <a:bodyPr/>
        <a:lstStyle/>
        <a:p>
          <a:pPr latinLnBrk="1"/>
          <a:endParaRPr lang="ko-KR" altLang="en-US"/>
        </a:p>
      </dgm:t>
    </dgm:pt>
    <dgm:pt modelId="{773A8C70-1E73-48A7-9035-28BD022B753E}">
      <dgm:prSet phldrT="[텍스트]"/>
      <dgm:spPr/>
      <dgm:t>
        <a:bodyPr/>
        <a:lstStyle/>
        <a:p>
          <a:pPr latinLnBrk="1"/>
          <a:r>
            <a:rPr lang="ko-KR" altLang="en-US" dirty="0" smtClean="0"/>
            <a:t>통신</a:t>
          </a:r>
          <a:endParaRPr lang="ko-KR" altLang="en-US" dirty="0"/>
        </a:p>
      </dgm:t>
    </dgm:pt>
    <dgm:pt modelId="{391637A7-E856-489D-B2DC-7088B4256D23}" type="parTrans" cxnId="{45BD7A80-B956-4E51-944B-974A4EAB3839}">
      <dgm:prSet/>
      <dgm:spPr/>
      <dgm:t>
        <a:bodyPr/>
        <a:lstStyle/>
        <a:p>
          <a:pPr latinLnBrk="1"/>
          <a:endParaRPr lang="ko-KR" altLang="en-US"/>
        </a:p>
      </dgm:t>
    </dgm:pt>
    <dgm:pt modelId="{89313A7A-B715-447A-BE6D-EF8417FFFA09}" type="sibTrans" cxnId="{45BD7A80-B956-4E51-944B-974A4EAB3839}">
      <dgm:prSet/>
      <dgm:spPr/>
      <dgm:t>
        <a:bodyPr/>
        <a:lstStyle/>
        <a:p>
          <a:pPr latinLnBrk="1"/>
          <a:endParaRPr lang="ko-KR" altLang="en-US"/>
        </a:p>
      </dgm:t>
    </dgm:pt>
    <dgm:pt modelId="{F4A22B56-8979-4B54-B97D-D23B72CE76C9}">
      <dgm:prSet phldrT="[텍스트]"/>
      <dgm:spPr/>
      <dgm:t>
        <a:bodyPr/>
        <a:lstStyle/>
        <a:p>
          <a:pPr latinLnBrk="1"/>
          <a:r>
            <a:rPr lang="en-US" altLang="ko-KR" dirty="0" err="1" smtClean="0"/>
            <a:t>Config</a:t>
          </a:r>
          <a:endParaRPr lang="ko-KR" altLang="en-US" dirty="0"/>
        </a:p>
      </dgm:t>
    </dgm:pt>
    <dgm:pt modelId="{24599602-EFEA-4F4A-A28C-5FC59A95BB1F}" type="parTrans" cxnId="{30CB483B-3A61-4A20-AE07-FF0BBB667CF2}">
      <dgm:prSet/>
      <dgm:spPr/>
      <dgm:t>
        <a:bodyPr/>
        <a:lstStyle/>
        <a:p>
          <a:pPr latinLnBrk="1"/>
          <a:endParaRPr lang="ko-KR" altLang="en-US"/>
        </a:p>
      </dgm:t>
    </dgm:pt>
    <dgm:pt modelId="{2CCC1ABD-3E2E-4D64-9949-C3A6B041401C}" type="sibTrans" cxnId="{30CB483B-3A61-4A20-AE07-FF0BBB667CF2}">
      <dgm:prSet/>
      <dgm:spPr/>
      <dgm:t>
        <a:bodyPr/>
        <a:lstStyle/>
        <a:p>
          <a:pPr latinLnBrk="1"/>
          <a:endParaRPr lang="ko-KR" altLang="en-US"/>
        </a:p>
      </dgm:t>
    </dgm:pt>
    <dgm:pt modelId="{8607A643-088F-4226-B2FB-C51E02488312}">
      <dgm:prSet phldrT="[텍스트]"/>
      <dgm:spPr/>
      <dgm:t>
        <a:bodyPr/>
        <a:lstStyle/>
        <a:p>
          <a:pPr latinLnBrk="1"/>
          <a:r>
            <a:rPr lang="en-US" altLang="ko-KR" dirty="0" smtClean="0"/>
            <a:t>Alarm </a:t>
          </a:r>
          <a:r>
            <a:rPr lang="ko-KR" altLang="en-US" dirty="0" smtClean="0"/>
            <a:t>모니터링</a:t>
          </a:r>
          <a:endParaRPr lang="ko-KR" altLang="en-US" dirty="0"/>
        </a:p>
      </dgm:t>
    </dgm:pt>
    <dgm:pt modelId="{AB968D78-6359-41FD-9A5A-7DBEFFCE4456}" type="parTrans" cxnId="{98C3ABED-8D84-47ED-A5BF-3051A3F18954}">
      <dgm:prSet/>
      <dgm:spPr/>
      <dgm:t>
        <a:bodyPr/>
        <a:lstStyle/>
        <a:p>
          <a:pPr latinLnBrk="1"/>
          <a:endParaRPr lang="ko-KR" altLang="en-US"/>
        </a:p>
      </dgm:t>
    </dgm:pt>
    <dgm:pt modelId="{CE0F23D0-724B-4A87-99AA-A65C36A94437}" type="sibTrans" cxnId="{98C3ABED-8D84-47ED-A5BF-3051A3F18954}">
      <dgm:prSet/>
      <dgm:spPr/>
      <dgm:t>
        <a:bodyPr/>
        <a:lstStyle/>
        <a:p>
          <a:pPr latinLnBrk="1"/>
          <a:endParaRPr lang="ko-KR" altLang="en-US"/>
        </a:p>
      </dgm:t>
    </dgm:pt>
    <dgm:pt modelId="{848E1FEC-4918-4C51-BE48-707A217DD0F6}">
      <dgm:prSet phldrT="[텍스트]"/>
      <dgm:spPr/>
      <dgm:t>
        <a:bodyPr/>
        <a:lstStyle/>
        <a:p>
          <a:pPr latinLnBrk="1"/>
          <a:r>
            <a:rPr lang="en-US" altLang="ko-KR" dirty="0" smtClean="0"/>
            <a:t>Tact Time </a:t>
          </a:r>
          <a:endParaRPr lang="ko-KR" altLang="en-US" dirty="0"/>
        </a:p>
      </dgm:t>
    </dgm:pt>
    <dgm:pt modelId="{71B7FCE1-047A-4FCC-83FC-B8EC8C1E63C0}" type="parTrans" cxnId="{3D6B1997-7734-48EA-B513-1CC519624DF1}">
      <dgm:prSet/>
      <dgm:spPr/>
      <dgm:t>
        <a:bodyPr/>
        <a:lstStyle/>
        <a:p>
          <a:pPr latinLnBrk="1"/>
          <a:endParaRPr lang="ko-KR" altLang="en-US"/>
        </a:p>
      </dgm:t>
    </dgm:pt>
    <dgm:pt modelId="{A4A15DF3-5A55-465F-894A-D83C8E4848FC}" type="sibTrans" cxnId="{3D6B1997-7734-48EA-B513-1CC519624DF1}">
      <dgm:prSet/>
      <dgm:spPr/>
      <dgm:t>
        <a:bodyPr/>
        <a:lstStyle/>
        <a:p>
          <a:pPr latinLnBrk="1"/>
          <a:endParaRPr lang="ko-KR" altLang="en-US"/>
        </a:p>
      </dgm:t>
    </dgm:pt>
    <dgm:pt modelId="{301BEAB5-922C-42D4-AD9D-F9A2272F68ED}" type="pres">
      <dgm:prSet presAssocID="{E90B242A-4147-492C-9D23-1616365AD536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D8A12FF-82A9-459A-BD47-0151F93FD070}" type="pres">
      <dgm:prSet presAssocID="{E90B242A-4147-492C-9D23-1616365AD536}" presName="hierFlow" presStyleCnt="0"/>
      <dgm:spPr/>
    </dgm:pt>
    <dgm:pt modelId="{4D94663A-EB63-44F9-9BCD-62CD434186A3}" type="pres">
      <dgm:prSet presAssocID="{E90B242A-4147-492C-9D23-1616365AD536}" presName="firstBuf" presStyleCnt="0"/>
      <dgm:spPr/>
    </dgm:pt>
    <dgm:pt modelId="{553F4EB0-252A-4DDA-A10E-A8EFB80FFC10}" type="pres">
      <dgm:prSet presAssocID="{E90B242A-4147-492C-9D23-1616365AD536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26C1F206-6172-4DBF-9FD0-4394F7219C7D}" type="pres">
      <dgm:prSet presAssocID="{1ECF220F-87C3-4365-AA89-2C69FE8CEB4D}" presName="Name14" presStyleCnt="0"/>
      <dgm:spPr/>
    </dgm:pt>
    <dgm:pt modelId="{E0F351DF-EBE3-4061-89C5-29D196237DEE}" type="pres">
      <dgm:prSet presAssocID="{1ECF220F-87C3-4365-AA89-2C69FE8CEB4D}" presName="level1Shape" presStyleLbl="node0" presStyleIdx="0" presStyleCnt="1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4E30D78-AB81-4ABE-B6B3-344BC0890B26}" type="pres">
      <dgm:prSet presAssocID="{1ECF220F-87C3-4365-AA89-2C69FE8CEB4D}" presName="hierChild2" presStyleCnt="0"/>
      <dgm:spPr/>
    </dgm:pt>
    <dgm:pt modelId="{21679396-4AF9-4FFF-B828-B867BE531767}" type="pres">
      <dgm:prSet presAssocID="{391637A7-E856-489D-B2DC-7088B4256D23}" presName="Name19" presStyleLbl="parChTrans1D2" presStyleIdx="0" presStyleCnt="7"/>
      <dgm:spPr/>
      <dgm:t>
        <a:bodyPr/>
        <a:lstStyle/>
        <a:p>
          <a:pPr latinLnBrk="1"/>
          <a:endParaRPr lang="ko-KR" altLang="en-US"/>
        </a:p>
      </dgm:t>
    </dgm:pt>
    <dgm:pt modelId="{BBC12313-F0E8-4970-B173-D78E691C4D80}" type="pres">
      <dgm:prSet presAssocID="{773A8C70-1E73-48A7-9035-28BD022B753E}" presName="Name21" presStyleCnt="0"/>
      <dgm:spPr/>
    </dgm:pt>
    <dgm:pt modelId="{EF0ED426-043E-4BED-8666-9B44C5A5C1BC}" type="pres">
      <dgm:prSet presAssocID="{773A8C70-1E73-48A7-9035-28BD022B753E}" presName="level2Shape" presStyleLbl="node2" presStyleIdx="0" presStyleCnt="7"/>
      <dgm:spPr/>
      <dgm:t>
        <a:bodyPr/>
        <a:lstStyle/>
        <a:p>
          <a:pPr latinLnBrk="1"/>
          <a:endParaRPr lang="ko-KR" altLang="en-US"/>
        </a:p>
      </dgm:t>
    </dgm:pt>
    <dgm:pt modelId="{870B146C-EAAB-4B19-856B-F9304089A86A}" type="pres">
      <dgm:prSet presAssocID="{773A8C70-1E73-48A7-9035-28BD022B753E}" presName="hierChild3" presStyleCnt="0"/>
      <dgm:spPr/>
    </dgm:pt>
    <dgm:pt modelId="{CDED2936-0B0A-4CAF-8C8C-EE63CEB0FD24}" type="pres">
      <dgm:prSet presAssocID="{24599602-EFEA-4F4A-A28C-5FC59A95BB1F}" presName="Name19" presStyleLbl="parChTrans1D2" presStyleIdx="1" presStyleCnt="7"/>
      <dgm:spPr/>
      <dgm:t>
        <a:bodyPr/>
        <a:lstStyle/>
        <a:p>
          <a:pPr latinLnBrk="1"/>
          <a:endParaRPr lang="ko-KR" altLang="en-US"/>
        </a:p>
      </dgm:t>
    </dgm:pt>
    <dgm:pt modelId="{F1124B03-C327-4362-8A7D-BE73523A5137}" type="pres">
      <dgm:prSet presAssocID="{F4A22B56-8979-4B54-B97D-D23B72CE76C9}" presName="Name21" presStyleCnt="0"/>
      <dgm:spPr/>
    </dgm:pt>
    <dgm:pt modelId="{A70D7F7E-F117-4C59-9992-E82976821D9E}" type="pres">
      <dgm:prSet presAssocID="{F4A22B56-8979-4B54-B97D-D23B72CE76C9}" presName="level2Shape" presStyleLbl="node2" presStyleIdx="1" presStyleCnt="7"/>
      <dgm:spPr/>
      <dgm:t>
        <a:bodyPr/>
        <a:lstStyle/>
        <a:p>
          <a:pPr latinLnBrk="1"/>
          <a:endParaRPr lang="ko-KR" altLang="en-US"/>
        </a:p>
      </dgm:t>
    </dgm:pt>
    <dgm:pt modelId="{1A92ED44-B4C8-463C-AF31-E430AE85A15F}" type="pres">
      <dgm:prSet presAssocID="{F4A22B56-8979-4B54-B97D-D23B72CE76C9}" presName="hierChild3" presStyleCnt="0"/>
      <dgm:spPr/>
    </dgm:pt>
    <dgm:pt modelId="{D87C3F47-5EFA-4337-B3FF-E6644EEE9D88}" type="pres">
      <dgm:prSet presAssocID="{AB968D78-6359-41FD-9A5A-7DBEFFCE4456}" presName="Name19" presStyleLbl="parChTrans1D2" presStyleIdx="2" presStyleCnt="7"/>
      <dgm:spPr/>
      <dgm:t>
        <a:bodyPr/>
        <a:lstStyle/>
        <a:p>
          <a:pPr latinLnBrk="1"/>
          <a:endParaRPr lang="ko-KR" altLang="en-US"/>
        </a:p>
      </dgm:t>
    </dgm:pt>
    <dgm:pt modelId="{02EFEDBE-6771-4D29-86F6-04DD1EFB088C}" type="pres">
      <dgm:prSet presAssocID="{8607A643-088F-4226-B2FB-C51E02488312}" presName="Name21" presStyleCnt="0"/>
      <dgm:spPr/>
    </dgm:pt>
    <dgm:pt modelId="{66D76941-D515-48D8-AE3A-ABF8FD128810}" type="pres">
      <dgm:prSet presAssocID="{8607A643-088F-4226-B2FB-C51E02488312}" presName="level2Shape" presStyleLbl="node2" presStyleIdx="2" presStyleCnt="7"/>
      <dgm:spPr/>
      <dgm:t>
        <a:bodyPr/>
        <a:lstStyle/>
        <a:p>
          <a:pPr latinLnBrk="1"/>
          <a:endParaRPr lang="ko-KR" altLang="en-US"/>
        </a:p>
      </dgm:t>
    </dgm:pt>
    <dgm:pt modelId="{DE9F5FB8-0F6D-4FDC-8F03-612CF774CBE8}" type="pres">
      <dgm:prSet presAssocID="{8607A643-088F-4226-B2FB-C51E02488312}" presName="hierChild3" presStyleCnt="0"/>
      <dgm:spPr/>
    </dgm:pt>
    <dgm:pt modelId="{582678B2-3D7D-4114-9909-2FE986DCDE45}" type="pres">
      <dgm:prSet presAssocID="{71B7FCE1-047A-4FCC-83FC-B8EC8C1E63C0}" presName="Name19" presStyleLbl="parChTrans1D2" presStyleIdx="3" presStyleCnt="7"/>
      <dgm:spPr/>
      <dgm:t>
        <a:bodyPr/>
        <a:lstStyle/>
        <a:p>
          <a:pPr latinLnBrk="1"/>
          <a:endParaRPr lang="ko-KR" altLang="en-US"/>
        </a:p>
      </dgm:t>
    </dgm:pt>
    <dgm:pt modelId="{DB959727-73FE-43FB-B355-EEEFD3364F4A}" type="pres">
      <dgm:prSet presAssocID="{848E1FEC-4918-4C51-BE48-707A217DD0F6}" presName="Name21" presStyleCnt="0"/>
      <dgm:spPr/>
    </dgm:pt>
    <dgm:pt modelId="{4B1B6E6D-D479-4360-91DA-D1C887C651DB}" type="pres">
      <dgm:prSet presAssocID="{848E1FEC-4918-4C51-BE48-707A217DD0F6}" presName="level2Shape" presStyleLbl="node2" presStyleIdx="3" presStyleCnt="7"/>
      <dgm:spPr/>
      <dgm:t>
        <a:bodyPr/>
        <a:lstStyle/>
        <a:p>
          <a:pPr latinLnBrk="1"/>
          <a:endParaRPr lang="ko-KR" altLang="en-US"/>
        </a:p>
      </dgm:t>
    </dgm:pt>
    <dgm:pt modelId="{06A78B47-10F7-4905-8130-3A07B8D409EF}" type="pres">
      <dgm:prSet presAssocID="{848E1FEC-4918-4C51-BE48-707A217DD0F6}" presName="hierChild3" presStyleCnt="0"/>
      <dgm:spPr/>
    </dgm:pt>
    <dgm:pt modelId="{BB36764B-6BEA-48CD-990E-943A74F9618E}" type="pres">
      <dgm:prSet presAssocID="{FEC75279-D872-4697-B99D-B874A9B6B77C}" presName="Name19" presStyleLbl="parChTrans1D2" presStyleIdx="4" presStyleCnt="7"/>
      <dgm:spPr/>
      <dgm:t>
        <a:bodyPr/>
        <a:lstStyle/>
        <a:p>
          <a:pPr latinLnBrk="1"/>
          <a:endParaRPr lang="ko-KR" altLang="en-US"/>
        </a:p>
      </dgm:t>
    </dgm:pt>
    <dgm:pt modelId="{A223F228-40E0-4328-AA0A-AF8BB553BF16}" type="pres">
      <dgm:prSet presAssocID="{B82BC3C3-4394-40DB-801F-2BA53E686B81}" presName="Name21" presStyleCnt="0"/>
      <dgm:spPr/>
    </dgm:pt>
    <dgm:pt modelId="{A00D146F-55FC-4568-9D12-D368FACD4353}" type="pres">
      <dgm:prSet presAssocID="{B82BC3C3-4394-40DB-801F-2BA53E686B81}" presName="level2Shape" presStyleLbl="node2" presStyleIdx="4" presStyleCnt="7"/>
      <dgm:spPr/>
      <dgm:t>
        <a:bodyPr/>
        <a:lstStyle/>
        <a:p>
          <a:pPr latinLnBrk="1"/>
          <a:endParaRPr lang="ko-KR" altLang="en-US"/>
        </a:p>
      </dgm:t>
    </dgm:pt>
    <dgm:pt modelId="{7A228F6E-6C3C-4CD7-8659-AEF291DF3165}" type="pres">
      <dgm:prSet presAssocID="{B82BC3C3-4394-40DB-801F-2BA53E686B81}" presName="hierChild3" presStyleCnt="0"/>
      <dgm:spPr/>
    </dgm:pt>
    <dgm:pt modelId="{66054ABC-BD5D-4FF1-AA82-25828F6565A0}" type="pres">
      <dgm:prSet presAssocID="{042175EB-9C11-4B0F-BB59-8BE8CE838421}" presName="Name19" presStyleLbl="parChTrans1D3" presStyleIdx="0" presStyleCnt="3"/>
      <dgm:spPr/>
      <dgm:t>
        <a:bodyPr/>
        <a:lstStyle/>
        <a:p>
          <a:pPr latinLnBrk="1"/>
          <a:endParaRPr lang="ko-KR" altLang="en-US"/>
        </a:p>
      </dgm:t>
    </dgm:pt>
    <dgm:pt modelId="{EBED4B9C-79D1-44BF-919E-5B3D9073F9B1}" type="pres">
      <dgm:prSet presAssocID="{B2C3E5A7-B2DF-420D-A07F-FD81589190FF}" presName="Name21" presStyleCnt="0"/>
      <dgm:spPr/>
    </dgm:pt>
    <dgm:pt modelId="{197E092B-926B-412C-82D3-247CA1F4A486}" type="pres">
      <dgm:prSet presAssocID="{B2C3E5A7-B2DF-420D-A07F-FD81589190FF}" presName="level2Shape" presStyleLbl="node3" presStyleIdx="0" presStyleCnt="3"/>
      <dgm:spPr/>
      <dgm:t>
        <a:bodyPr/>
        <a:lstStyle/>
        <a:p>
          <a:pPr latinLnBrk="1"/>
          <a:endParaRPr lang="ko-KR" altLang="en-US"/>
        </a:p>
      </dgm:t>
    </dgm:pt>
    <dgm:pt modelId="{50E542E5-EC17-4200-869F-72AC23A70FDF}" type="pres">
      <dgm:prSet presAssocID="{B2C3E5A7-B2DF-420D-A07F-FD81589190FF}" presName="hierChild3" presStyleCnt="0"/>
      <dgm:spPr/>
    </dgm:pt>
    <dgm:pt modelId="{A79DBAFA-3BCD-4682-90B8-6253C6EEF456}" type="pres">
      <dgm:prSet presAssocID="{88286130-0727-4024-A188-7CAEC5F424A5}" presName="Name19" presStyleLbl="parChTrans1D4" presStyleIdx="0" presStyleCnt="10"/>
      <dgm:spPr/>
      <dgm:t>
        <a:bodyPr/>
        <a:lstStyle/>
        <a:p>
          <a:pPr latinLnBrk="1"/>
          <a:endParaRPr lang="ko-KR" altLang="en-US"/>
        </a:p>
      </dgm:t>
    </dgm:pt>
    <dgm:pt modelId="{C48815C9-8B61-410B-B430-2766E195CB7A}" type="pres">
      <dgm:prSet presAssocID="{DF8FBC7D-C86D-4B7D-83FA-83F6692116D0}" presName="Name21" presStyleCnt="0"/>
      <dgm:spPr/>
    </dgm:pt>
    <dgm:pt modelId="{444F36C9-BB0B-468A-B39D-99600E31A9E7}" type="pres">
      <dgm:prSet presAssocID="{DF8FBC7D-C86D-4B7D-83FA-83F6692116D0}" presName="level2Shape" presStyleLbl="node4" presStyleIdx="0" presStyleCnt="10"/>
      <dgm:spPr/>
      <dgm:t>
        <a:bodyPr/>
        <a:lstStyle/>
        <a:p>
          <a:pPr latinLnBrk="1"/>
          <a:endParaRPr lang="ko-KR" altLang="en-US"/>
        </a:p>
      </dgm:t>
    </dgm:pt>
    <dgm:pt modelId="{B6E15CBF-DC00-4732-BA5F-3F33C05B9608}" type="pres">
      <dgm:prSet presAssocID="{DF8FBC7D-C86D-4B7D-83FA-83F6692116D0}" presName="hierChild3" presStyleCnt="0"/>
      <dgm:spPr/>
    </dgm:pt>
    <dgm:pt modelId="{C103DB2D-0786-43C5-A58A-320DBCB314E8}" type="pres">
      <dgm:prSet presAssocID="{226526A8-B010-452F-93AF-8352DA0AD10D}" presName="Name19" presStyleLbl="parChTrans1D4" presStyleIdx="1" presStyleCnt="10"/>
      <dgm:spPr/>
      <dgm:t>
        <a:bodyPr/>
        <a:lstStyle/>
        <a:p>
          <a:pPr latinLnBrk="1"/>
          <a:endParaRPr lang="ko-KR" altLang="en-US"/>
        </a:p>
      </dgm:t>
    </dgm:pt>
    <dgm:pt modelId="{B75158CB-72A6-4767-BDBE-A8DE55AF8A12}" type="pres">
      <dgm:prSet presAssocID="{7CB54A31-373C-48DB-A0C6-E86C54F30998}" presName="Name21" presStyleCnt="0"/>
      <dgm:spPr/>
    </dgm:pt>
    <dgm:pt modelId="{FB70E3A1-8537-4B35-B7B3-228CF7B539DD}" type="pres">
      <dgm:prSet presAssocID="{7CB54A31-373C-48DB-A0C6-E86C54F30998}" presName="level2Shape" presStyleLbl="node4" presStyleIdx="1" presStyleCnt="10"/>
      <dgm:spPr/>
      <dgm:t>
        <a:bodyPr/>
        <a:lstStyle/>
        <a:p>
          <a:pPr latinLnBrk="1"/>
          <a:endParaRPr lang="ko-KR" altLang="en-US"/>
        </a:p>
      </dgm:t>
    </dgm:pt>
    <dgm:pt modelId="{9754F588-2CAE-415F-91EB-EDE036EB5868}" type="pres">
      <dgm:prSet presAssocID="{7CB54A31-373C-48DB-A0C6-E86C54F30998}" presName="hierChild3" presStyleCnt="0"/>
      <dgm:spPr/>
    </dgm:pt>
    <dgm:pt modelId="{26447B95-BF41-4053-B594-BA39424D22E2}" type="pres">
      <dgm:prSet presAssocID="{3597B3E8-1FCB-4164-927D-49D13EE808C1}" presName="Name19" presStyleLbl="parChTrans1D4" presStyleIdx="2" presStyleCnt="10"/>
      <dgm:spPr/>
      <dgm:t>
        <a:bodyPr/>
        <a:lstStyle/>
        <a:p>
          <a:pPr latinLnBrk="1"/>
          <a:endParaRPr lang="ko-KR" altLang="en-US"/>
        </a:p>
      </dgm:t>
    </dgm:pt>
    <dgm:pt modelId="{D6BA5942-CFBE-47DF-AE55-759EACF9E7FA}" type="pres">
      <dgm:prSet presAssocID="{1B3D6317-4035-4C21-A31C-BD2A02588D41}" presName="Name21" presStyleCnt="0"/>
      <dgm:spPr/>
    </dgm:pt>
    <dgm:pt modelId="{D60076EF-8F4F-480B-B75A-8DA4B8D4998E}" type="pres">
      <dgm:prSet presAssocID="{1B3D6317-4035-4C21-A31C-BD2A02588D41}" presName="level2Shape" presStyleLbl="node4" presStyleIdx="2" presStyleCnt="10"/>
      <dgm:spPr/>
      <dgm:t>
        <a:bodyPr/>
        <a:lstStyle/>
        <a:p>
          <a:pPr latinLnBrk="1"/>
          <a:endParaRPr lang="ko-KR" altLang="en-US"/>
        </a:p>
      </dgm:t>
    </dgm:pt>
    <dgm:pt modelId="{3A32C115-17FA-4578-AF47-DC465880A733}" type="pres">
      <dgm:prSet presAssocID="{1B3D6317-4035-4C21-A31C-BD2A02588D41}" presName="hierChild3" presStyleCnt="0"/>
      <dgm:spPr/>
    </dgm:pt>
    <dgm:pt modelId="{D4C1FF0C-C7D2-44CC-B959-F096654C7C70}" type="pres">
      <dgm:prSet presAssocID="{ACD09D5A-2DA5-49B9-A812-999871B8DADE}" presName="Name19" presStyleLbl="parChTrans1D4" presStyleIdx="3" presStyleCnt="10"/>
      <dgm:spPr/>
      <dgm:t>
        <a:bodyPr/>
        <a:lstStyle/>
        <a:p>
          <a:pPr latinLnBrk="1"/>
          <a:endParaRPr lang="ko-KR" altLang="en-US"/>
        </a:p>
      </dgm:t>
    </dgm:pt>
    <dgm:pt modelId="{6430DFA6-80DD-404F-A4E2-A06DCF9EB14D}" type="pres">
      <dgm:prSet presAssocID="{1D2FB452-57A6-42E8-8632-6EF6AECB89F6}" presName="Name21" presStyleCnt="0"/>
      <dgm:spPr/>
    </dgm:pt>
    <dgm:pt modelId="{57450EB1-599C-40C1-84B0-74C67FFBF874}" type="pres">
      <dgm:prSet presAssocID="{1D2FB452-57A6-42E8-8632-6EF6AECB89F6}" presName="level2Shape" presStyleLbl="node4" presStyleIdx="3" presStyleCnt="10"/>
      <dgm:spPr/>
      <dgm:t>
        <a:bodyPr/>
        <a:lstStyle/>
        <a:p>
          <a:pPr latinLnBrk="1"/>
          <a:endParaRPr lang="ko-KR" altLang="en-US"/>
        </a:p>
      </dgm:t>
    </dgm:pt>
    <dgm:pt modelId="{C2CD13CF-99F2-4FD2-A53C-59F2BFB1A1C7}" type="pres">
      <dgm:prSet presAssocID="{1D2FB452-57A6-42E8-8632-6EF6AECB89F6}" presName="hierChild3" presStyleCnt="0"/>
      <dgm:spPr/>
    </dgm:pt>
    <dgm:pt modelId="{93B27BBF-70AC-4EB7-BC75-74779D07CEFF}" type="pres">
      <dgm:prSet presAssocID="{73B6DB86-3395-4E7A-B332-9B111FD31B5A}" presName="Name19" presStyleLbl="parChTrans1D2" presStyleIdx="5" presStyleCnt="7"/>
      <dgm:spPr/>
      <dgm:t>
        <a:bodyPr/>
        <a:lstStyle/>
        <a:p>
          <a:pPr latinLnBrk="1"/>
          <a:endParaRPr lang="ko-KR" altLang="en-US"/>
        </a:p>
      </dgm:t>
    </dgm:pt>
    <dgm:pt modelId="{EAA8FB12-2ABD-4DF4-8F1C-F5BE7F947A65}" type="pres">
      <dgm:prSet presAssocID="{84F9FAB8-19BC-441B-98F2-A67EDD1CBB03}" presName="Name21" presStyleCnt="0"/>
      <dgm:spPr/>
    </dgm:pt>
    <dgm:pt modelId="{B0E71681-2328-4E9A-9000-FD0BEEECDB6A}" type="pres">
      <dgm:prSet presAssocID="{84F9FAB8-19BC-441B-98F2-A67EDD1CBB03}" presName="level2Shape" presStyleLbl="node2" presStyleIdx="5" presStyleCnt="7"/>
      <dgm:spPr/>
      <dgm:t>
        <a:bodyPr/>
        <a:lstStyle/>
        <a:p>
          <a:pPr latinLnBrk="1"/>
          <a:endParaRPr lang="ko-KR" altLang="en-US"/>
        </a:p>
      </dgm:t>
    </dgm:pt>
    <dgm:pt modelId="{7FB3BBE5-C83E-45E6-BF66-C6FE4CF75653}" type="pres">
      <dgm:prSet presAssocID="{84F9FAB8-19BC-441B-98F2-A67EDD1CBB03}" presName="hierChild3" presStyleCnt="0"/>
      <dgm:spPr/>
    </dgm:pt>
    <dgm:pt modelId="{23121D76-1391-4E71-8C48-A719E5D8B91B}" type="pres">
      <dgm:prSet presAssocID="{C90C3F5B-B056-4CAC-BC30-7E2211B8C7B9}" presName="Name19" presStyleLbl="parChTrans1D3" presStyleIdx="1" presStyleCnt="3"/>
      <dgm:spPr/>
      <dgm:t>
        <a:bodyPr/>
        <a:lstStyle/>
        <a:p>
          <a:pPr latinLnBrk="1"/>
          <a:endParaRPr lang="ko-KR" altLang="en-US"/>
        </a:p>
      </dgm:t>
    </dgm:pt>
    <dgm:pt modelId="{1B3AB476-D3A7-4F08-BC6C-CE299E863BDF}" type="pres">
      <dgm:prSet presAssocID="{F7F361EF-95A3-4CA9-9A1F-A26C2DC7D9EC}" presName="Name21" presStyleCnt="0"/>
      <dgm:spPr/>
    </dgm:pt>
    <dgm:pt modelId="{BCF33F21-C122-4910-9E0C-1080AB10AA7C}" type="pres">
      <dgm:prSet presAssocID="{F7F361EF-95A3-4CA9-9A1F-A26C2DC7D9EC}" presName="level2Shape" presStyleLbl="node3" presStyleIdx="1" presStyleCnt="3"/>
      <dgm:spPr/>
      <dgm:t>
        <a:bodyPr/>
        <a:lstStyle/>
        <a:p>
          <a:pPr latinLnBrk="1"/>
          <a:endParaRPr lang="ko-KR" altLang="en-US"/>
        </a:p>
      </dgm:t>
    </dgm:pt>
    <dgm:pt modelId="{B7D7AF91-5A85-4E62-9FCF-7692C19AA67D}" type="pres">
      <dgm:prSet presAssocID="{F7F361EF-95A3-4CA9-9A1F-A26C2DC7D9EC}" presName="hierChild3" presStyleCnt="0"/>
      <dgm:spPr/>
    </dgm:pt>
    <dgm:pt modelId="{6B948F26-0AAF-4431-891F-B026F8A514EF}" type="pres">
      <dgm:prSet presAssocID="{35012EEA-04D0-4B64-AACE-D0D98B214426}" presName="Name19" presStyleLbl="parChTrans1D4" presStyleIdx="4" presStyleCnt="10"/>
      <dgm:spPr/>
      <dgm:t>
        <a:bodyPr/>
        <a:lstStyle/>
        <a:p>
          <a:pPr latinLnBrk="1"/>
          <a:endParaRPr lang="ko-KR" altLang="en-US"/>
        </a:p>
      </dgm:t>
    </dgm:pt>
    <dgm:pt modelId="{57A1E4F7-1098-4618-90B4-43714477F8DB}" type="pres">
      <dgm:prSet presAssocID="{A75ED568-E7CE-407C-B0C7-907831423AEC}" presName="Name21" presStyleCnt="0"/>
      <dgm:spPr/>
    </dgm:pt>
    <dgm:pt modelId="{F138E062-88B5-4B84-810E-F6CED54871A6}" type="pres">
      <dgm:prSet presAssocID="{A75ED568-E7CE-407C-B0C7-907831423AEC}" presName="level2Shape" presStyleLbl="node4" presStyleIdx="4" presStyleCnt="10"/>
      <dgm:spPr/>
      <dgm:t>
        <a:bodyPr/>
        <a:lstStyle/>
        <a:p>
          <a:pPr latinLnBrk="1"/>
          <a:endParaRPr lang="ko-KR" altLang="en-US"/>
        </a:p>
      </dgm:t>
    </dgm:pt>
    <dgm:pt modelId="{64E3C506-E5E0-4A6C-82B4-C95C4583CFD3}" type="pres">
      <dgm:prSet presAssocID="{A75ED568-E7CE-407C-B0C7-907831423AEC}" presName="hierChild3" presStyleCnt="0"/>
      <dgm:spPr/>
    </dgm:pt>
    <dgm:pt modelId="{6D7D4C73-4610-493E-A937-CDCE8E6D9725}" type="pres">
      <dgm:prSet presAssocID="{050F25D5-9781-4527-B103-33B8E3302240}" presName="Name19" presStyleLbl="parChTrans1D4" presStyleIdx="5" presStyleCnt="10"/>
      <dgm:spPr/>
      <dgm:t>
        <a:bodyPr/>
        <a:lstStyle/>
        <a:p>
          <a:pPr latinLnBrk="1"/>
          <a:endParaRPr lang="ko-KR" altLang="en-US"/>
        </a:p>
      </dgm:t>
    </dgm:pt>
    <dgm:pt modelId="{8308E55E-1CCB-49AB-A875-FEFC0778BC31}" type="pres">
      <dgm:prSet presAssocID="{6BB3842A-F408-46C5-967B-45A54B2DFAA1}" presName="Name21" presStyleCnt="0"/>
      <dgm:spPr/>
    </dgm:pt>
    <dgm:pt modelId="{82E35392-E662-435D-AAA9-F4871E8E3ED3}" type="pres">
      <dgm:prSet presAssocID="{6BB3842A-F408-46C5-967B-45A54B2DFAA1}" presName="level2Shape" presStyleLbl="node4" presStyleIdx="5" presStyleCnt="10"/>
      <dgm:spPr/>
      <dgm:t>
        <a:bodyPr/>
        <a:lstStyle/>
        <a:p>
          <a:pPr latinLnBrk="1"/>
          <a:endParaRPr lang="ko-KR" altLang="en-US"/>
        </a:p>
      </dgm:t>
    </dgm:pt>
    <dgm:pt modelId="{E4C94D2A-EF7D-4AF3-A727-1BD626850055}" type="pres">
      <dgm:prSet presAssocID="{6BB3842A-F408-46C5-967B-45A54B2DFAA1}" presName="hierChild3" presStyleCnt="0"/>
      <dgm:spPr/>
    </dgm:pt>
    <dgm:pt modelId="{15F622F6-CAD8-4B59-A5AD-3952660CC641}" type="pres">
      <dgm:prSet presAssocID="{F1646CDA-76E3-4C6E-8393-7DEA24CBA073}" presName="Name19" presStyleLbl="parChTrans1D4" presStyleIdx="6" presStyleCnt="10"/>
      <dgm:spPr/>
      <dgm:t>
        <a:bodyPr/>
        <a:lstStyle/>
        <a:p>
          <a:pPr latinLnBrk="1"/>
          <a:endParaRPr lang="ko-KR" altLang="en-US"/>
        </a:p>
      </dgm:t>
    </dgm:pt>
    <dgm:pt modelId="{E3E2C883-E526-4DD2-B34B-4FDA8262CBDB}" type="pres">
      <dgm:prSet presAssocID="{9D0E6A8D-AA11-493E-A36B-EAC98CD3C353}" presName="Name21" presStyleCnt="0"/>
      <dgm:spPr/>
    </dgm:pt>
    <dgm:pt modelId="{772857FD-527F-462D-AD92-05A5434656E3}" type="pres">
      <dgm:prSet presAssocID="{9D0E6A8D-AA11-493E-A36B-EAC98CD3C353}" presName="level2Shape" presStyleLbl="node4" presStyleIdx="6" presStyleCnt="10"/>
      <dgm:spPr/>
      <dgm:t>
        <a:bodyPr/>
        <a:lstStyle/>
        <a:p>
          <a:pPr latinLnBrk="1"/>
          <a:endParaRPr lang="ko-KR" altLang="en-US"/>
        </a:p>
      </dgm:t>
    </dgm:pt>
    <dgm:pt modelId="{22C2824C-5C9A-4FF9-BB22-36192CD327DB}" type="pres">
      <dgm:prSet presAssocID="{9D0E6A8D-AA11-493E-A36B-EAC98CD3C353}" presName="hierChild3" presStyleCnt="0"/>
      <dgm:spPr/>
    </dgm:pt>
    <dgm:pt modelId="{E12820EC-2A2D-476A-AEB2-661B7E784057}" type="pres">
      <dgm:prSet presAssocID="{FE74679E-99EE-46C9-99D6-9E175BF604D7}" presName="Name19" presStyleLbl="parChTrans1D2" presStyleIdx="6" presStyleCnt="7"/>
      <dgm:spPr/>
      <dgm:t>
        <a:bodyPr/>
        <a:lstStyle/>
        <a:p>
          <a:pPr latinLnBrk="1"/>
          <a:endParaRPr lang="ko-KR" altLang="en-US"/>
        </a:p>
      </dgm:t>
    </dgm:pt>
    <dgm:pt modelId="{521F8F56-88F1-431E-9979-A30704B41C53}" type="pres">
      <dgm:prSet presAssocID="{B710424B-BF2F-4A67-905C-63D1C4F315C8}" presName="Name21" presStyleCnt="0"/>
      <dgm:spPr/>
    </dgm:pt>
    <dgm:pt modelId="{7A2E3AD8-BE38-41CB-B949-145FCE9F2C60}" type="pres">
      <dgm:prSet presAssocID="{B710424B-BF2F-4A67-905C-63D1C4F315C8}" presName="level2Shape" presStyleLbl="node2" presStyleIdx="6" presStyleCnt="7"/>
      <dgm:spPr/>
      <dgm:t>
        <a:bodyPr/>
        <a:lstStyle/>
        <a:p>
          <a:pPr latinLnBrk="1"/>
          <a:endParaRPr lang="ko-KR" altLang="en-US"/>
        </a:p>
      </dgm:t>
    </dgm:pt>
    <dgm:pt modelId="{1F4B7D01-EEA8-4E53-B171-AE06433C17C7}" type="pres">
      <dgm:prSet presAssocID="{B710424B-BF2F-4A67-905C-63D1C4F315C8}" presName="hierChild3" presStyleCnt="0"/>
      <dgm:spPr/>
    </dgm:pt>
    <dgm:pt modelId="{9C23A1E0-1ABC-43A0-8958-A9357C7AE469}" type="pres">
      <dgm:prSet presAssocID="{4703EE8D-243E-40FF-A667-AA7AE2345798}" presName="Name19" presStyleLbl="parChTrans1D3" presStyleIdx="2" presStyleCnt="3"/>
      <dgm:spPr/>
      <dgm:t>
        <a:bodyPr/>
        <a:lstStyle/>
        <a:p>
          <a:pPr latinLnBrk="1"/>
          <a:endParaRPr lang="ko-KR" altLang="en-US"/>
        </a:p>
      </dgm:t>
    </dgm:pt>
    <dgm:pt modelId="{2C0B0BCE-38C1-49AC-B13B-1633F9A71FBF}" type="pres">
      <dgm:prSet presAssocID="{F050643E-9195-4C75-878E-B6E9A52EACEA}" presName="Name21" presStyleCnt="0"/>
      <dgm:spPr/>
    </dgm:pt>
    <dgm:pt modelId="{25739E2B-833B-4B41-B677-F03667717AC5}" type="pres">
      <dgm:prSet presAssocID="{F050643E-9195-4C75-878E-B6E9A52EACEA}" presName="level2Shape" presStyleLbl="node3" presStyleIdx="2" presStyleCnt="3"/>
      <dgm:spPr/>
      <dgm:t>
        <a:bodyPr/>
        <a:lstStyle/>
        <a:p>
          <a:pPr latinLnBrk="1"/>
          <a:endParaRPr lang="ko-KR" altLang="en-US"/>
        </a:p>
      </dgm:t>
    </dgm:pt>
    <dgm:pt modelId="{947BB663-1E45-4727-9A27-7A2373FD81C1}" type="pres">
      <dgm:prSet presAssocID="{F050643E-9195-4C75-878E-B6E9A52EACEA}" presName="hierChild3" presStyleCnt="0"/>
      <dgm:spPr/>
    </dgm:pt>
    <dgm:pt modelId="{9CD0731B-CBD6-4D04-B4CF-B5BD478800FA}" type="pres">
      <dgm:prSet presAssocID="{DAE90520-D4BF-4761-9026-5693A606888C}" presName="Name19" presStyleLbl="parChTrans1D4" presStyleIdx="7" presStyleCnt="10"/>
      <dgm:spPr/>
      <dgm:t>
        <a:bodyPr/>
        <a:lstStyle/>
        <a:p>
          <a:pPr latinLnBrk="1"/>
          <a:endParaRPr lang="ko-KR" altLang="en-US"/>
        </a:p>
      </dgm:t>
    </dgm:pt>
    <dgm:pt modelId="{3A0BDA58-219E-47BB-8423-FF7E5B3AA5EF}" type="pres">
      <dgm:prSet presAssocID="{29424514-C95B-4835-AA9B-343E0E376EB5}" presName="Name21" presStyleCnt="0"/>
      <dgm:spPr/>
    </dgm:pt>
    <dgm:pt modelId="{0DBD9E72-1BC0-46C4-A00D-F48D4CBC042F}" type="pres">
      <dgm:prSet presAssocID="{29424514-C95B-4835-AA9B-343E0E376EB5}" presName="level2Shape" presStyleLbl="node4" presStyleIdx="7" presStyleCnt="10"/>
      <dgm:spPr/>
      <dgm:t>
        <a:bodyPr/>
        <a:lstStyle/>
        <a:p>
          <a:pPr latinLnBrk="1"/>
          <a:endParaRPr lang="ko-KR" altLang="en-US"/>
        </a:p>
      </dgm:t>
    </dgm:pt>
    <dgm:pt modelId="{DFEF1113-EEC1-4A35-B032-72620CCA009C}" type="pres">
      <dgm:prSet presAssocID="{29424514-C95B-4835-AA9B-343E0E376EB5}" presName="hierChild3" presStyleCnt="0"/>
      <dgm:spPr/>
    </dgm:pt>
    <dgm:pt modelId="{1350CD0E-EDB1-4321-A00C-C9736A3D8042}" type="pres">
      <dgm:prSet presAssocID="{6D8FE5BE-0C0B-4722-8471-91AD1B5B2D99}" presName="Name19" presStyleLbl="parChTrans1D4" presStyleIdx="8" presStyleCnt="10"/>
      <dgm:spPr/>
      <dgm:t>
        <a:bodyPr/>
        <a:lstStyle/>
        <a:p>
          <a:pPr latinLnBrk="1"/>
          <a:endParaRPr lang="ko-KR" altLang="en-US"/>
        </a:p>
      </dgm:t>
    </dgm:pt>
    <dgm:pt modelId="{E3154B9C-871C-46DB-A233-5D4FA834FA5A}" type="pres">
      <dgm:prSet presAssocID="{4A6E2098-42AF-4119-8C22-5CE8C10C7CF5}" presName="Name21" presStyleCnt="0"/>
      <dgm:spPr/>
    </dgm:pt>
    <dgm:pt modelId="{563A982E-CE1F-4504-9BEE-BFB9E733821B}" type="pres">
      <dgm:prSet presAssocID="{4A6E2098-42AF-4119-8C22-5CE8C10C7CF5}" presName="level2Shape" presStyleLbl="node4" presStyleIdx="8" presStyleCnt="10"/>
      <dgm:spPr/>
      <dgm:t>
        <a:bodyPr/>
        <a:lstStyle/>
        <a:p>
          <a:pPr latinLnBrk="1"/>
          <a:endParaRPr lang="ko-KR" altLang="en-US"/>
        </a:p>
      </dgm:t>
    </dgm:pt>
    <dgm:pt modelId="{69ACF196-D76D-4047-A492-D567897ED664}" type="pres">
      <dgm:prSet presAssocID="{4A6E2098-42AF-4119-8C22-5CE8C10C7CF5}" presName="hierChild3" presStyleCnt="0"/>
      <dgm:spPr/>
    </dgm:pt>
    <dgm:pt modelId="{E3EBC34F-8A5B-4E42-B9E7-2C71E94C9659}" type="pres">
      <dgm:prSet presAssocID="{6631C0ED-F16F-46C3-B150-907178F41099}" presName="Name19" presStyleLbl="parChTrans1D4" presStyleIdx="9" presStyleCnt="10"/>
      <dgm:spPr/>
      <dgm:t>
        <a:bodyPr/>
        <a:lstStyle/>
        <a:p>
          <a:pPr latinLnBrk="1"/>
          <a:endParaRPr lang="ko-KR" altLang="en-US"/>
        </a:p>
      </dgm:t>
    </dgm:pt>
    <dgm:pt modelId="{5DDFC877-5E63-4577-BD27-ADC0879B07FE}" type="pres">
      <dgm:prSet presAssocID="{7EC1EDA2-E122-41A6-878D-8B58E0531D00}" presName="Name21" presStyleCnt="0"/>
      <dgm:spPr/>
    </dgm:pt>
    <dgm:pt modelId="{96CA3CA5-42DB-4C4D-B534-38B50C107785}" type="pres">
      <dgm:prSet presAssocID="{7EC1EDA2-E122-41A6-878D-8B58E0531D00}" presName="level2Shape" presStyleLbl="node4" presStyleIdx="9" presStyleCnt="10"/>
      <dgm:spPr/>
      <dgm:t>
        <a:bodyPr/>
        <a:lstStyle/>
        <a:p>
          <a:pPr latinLnBrk="1"/>
          <a:endParaRPr lang="ko-KR" altLang="en-US"/>
        </a:p>
      </dgm:t>
    </dgm:pt>
    <dgm:pt modelId="{2A7FAF03-E4A9-419E-BA7A-F9B8A4307EEA}" type="pres">
      <dgm:prSet presAssocID="{7EC1EDA2-E122-41A6-878D-8B58E0531D00}" presName="hierChild3" presStyleCnt="0"/>
      <dgm:spPr/>
    </dgm:pt>
    <dgm:pt modelId="{284C7F49-840D-46A8-AFC7-ADDF7E7C7485}" type="pres">
      <dgm:prSet presAssocID="{E90B242A-4147-492C-9D23-1616365AD536}" presName="bgShapesFlow" presStyleCnt="0"/>
      <dgm:spPr/>
    </dgm:pt>
    <dgm:pt modelId="{ED5F294D-69D3-4DB2-B07D-489FBB22EB7A}" type="pres">
      <dgm:prSet presAssocID="{C43EC2B0-BD2A-41A8-8AF5-9EE45A2C3319}" presName="rectComp" presStyleCnt="0"/>
      <dgm:spPr/>
    </dgm:pt>
    <dgm:pt modelId="{014802B2-07BB-4688-B94C-0D038B12C24E}" type="pres">
      <dgm:prSet presAssocID="{C43EC2B0-BD2A-41A8-8AF5-9EE45A2C3319}" presName="bgRect" presStyleLbl="bgShp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EB71B4F8-41D0-4989-8BA5-7DB12C18F499}" type="pres">
      <dgm:prSet presAssocID="{C43EC2B0-BD2A-41A8-8AF5-9EE45A2C3319}" presName="bgRectTx" presStyleLbl="bgShp" presStyleIdx="0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608514C-478D-46C0-A2E7-657AB5D13D2C}" type="pres">
      <dgm:prSet presAssocID="{C43EC2B0-BD2A-41A8-8AF5-9EE45A2C3319}" presName="spComp" presStyleCnt="0"/>
      <dgm:spPr/>
    </dgm:pt>
    <dgm:pt modelId="{D9714719-607F-4060-965B-7DE01BBF82D4}" type="pres">
      <dgm:prSet presAssocID="{C43EC2B0-BD2A-41A8-8AF5-9EE45A2C3319}" presName="vSp" presStyleCnt="0"/>
      <dgm:spPr/>
    </dgm:pt>
    <dgm:pt modelId="{C0487A3A-BDA9-4835-8C45-9856C740C4C6}" type="pres">
      <dgm:prSet presAssocID="{99A1F111-DF73-49D1-A103-459B13FFB6F0}" presName="rectComp" presStyleCnt="0"/>
      <dgm:spPr/>
    </dgm:pt>
    <dgm:pt modelId="{07053A06-472D-4A2C-A9E9-17EBB754DAF1}" type="pres">
      <dgm:prSet presAssocID="{99A1F111-DF73-49D1-A103-459B13FFB6F0}" presName="bgRect" presStyleLbl="bgShp" presStyleIdx="1" presStyleCnt="5"/>
      <dgm:spPr/>
      <dgm:t>
        <a:bodyPr/>
        <a:lstStyle/>
        <a:p>
          <a:pPr latinLnBrk="1"/>
          <a:endParaRPr lang="ko-KR" altLang="en-US"/>
        </a:p>
      </dgm:t>
    </dgm:pt>
    <dgm:pt modelId="{CD252F94-985F-41B9-A0C8-2A8272E25280}" type="pres">
      <dgm:prSet presAssocID="{99A1F111-DF73-49D1-A103-459B13FFB6F0}" presName="bgRectTx" presStyleLbl="bgShp" presStyleIdx="1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A4A9ACA-E158-4004-AA29-1E112AC713CF}" type="pres">
      <dgm:prSet presAssocID="{99A1F111-DF73-49D1-A103-459B13FFB6F0}" presName="spComp" presStyleCnt="0"/>
      <dgm:spPr/>
    </dgm:pt>
    <dgm:pt modelId="{80076C8B-7689-4881-8253-FC56945FEB69}" type="pres">
      <dgm:prSet presAssocID="{99A1F111-DF73-49D1-A103-459B13FFB6F0}" presName="vSp" presStyleCnt="0"/>
      <dgm:spPr/>
    </dgm:pt>
    <dgm:pt modelId="{A023316E-93DB-4724-A568-6DF9CB07F472}" type="pres">
      <dgm:prSet presAssocID="{C758EC49-4AB5-4E0E-87C4-3F23A3A82F0E}" presName="rectComp" presStyleCnt="0"/>
      <dgm:spPr/>
    </dgm:pt>
    <dgm:pt modelId="{FA332A0C-2849-4585-B71A-A76D51989715}" type="pres">
      <dgm:prSet presAssocID="{C758EC49-4AB5-4E0E-87C4-3F23A3A82F0E}" presName="bgRect" presStyleLbl="bgShp" presStyleIdx="2" presStyleCnt="5"/>
      <dgm:spPr/>
      <dgm:t>
        <a:bodyPr/>
        <a:lstStyle/>
        <a:p>
          <a:pPr latinLnBrk="1"/>
          <a:endParaRPr lang="ko-KR" altLang="en-US"/>
        </a:p>
      </dgm:t>
    </dgm:pt>
    <dgm:pt modelId="{2F7E2E01-AF53-4636-BDED-309D3B2029DC}" type="pres">
      <dgm:prSet presAssocID="{C758EC49-4AB5-4E0E-87C4-3F23A3A82F0E}" presName="bgRectTx" presStyleLbl="bgShp" presStyleIdx="2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9108BE7-EE37-47E5-AF5D-71CB39E9E4AE}" type="pres">
      <dgm:prSet presAssocID="{C758EC49-4AB5-4E0E-87C4-3F23A3A82F0E}" presName="spComp" presStyleCnt="0"/>
      <dgm:spPr/>
    </dgm:pt>
    <dgm:pt modelId="{E1477CE3-F965-4181-98F9-D4BA3722EF78}" type="pres">
      <dgm:prSet presAssocID="{C758EC49-4AB5-4E0E-87C4-3F23A3A82F0E}" presName="vSp" presStyleCnt="0"/>
      <dgm:spPr/>
    </dgm:pt>
    <dgm:pt modelId="{B38027D0-225B-4A31-90BF-4FFA6637EA06}" type="pres">
      <dgm:prSet presAssocID="{36BF9E63-82BB-47DC-BE87-C42ABAE9C31B}" presName="rectComp" presStyleCnt="0"/>
      <dgm:spPr/>
    </dgm:pt>
    <dgm:pt modelId="{76B53B08-C371-4F8C-9A26-4B322526E5F5}" type="pres">
      <dgm:prSet presAssocID="{36BF9E63-82BB-47DC-BE87-C42ABAE9C31B}" presName="bgRect" presStyleLbl="bgShp" presStyleIdx="3" presStyleCnt="5"/>
      <dgm:spPr/>
      <dgm:t>
        <a:bodyPr/>
        <a:lstStyle/>
        <a:p>
          <a:pPr latinLnBrk="1"/>
          <a:endParaRPr lang="ko-KR" altLang="en-US"/>
        </a:p>
      </dgm:t>
    </dgm:pt>
    <dgm:pt modelId="{6B84D8CD-5C05-48DC-8FFA-51B33DFB8274}" type="pres">
      <dgm:prSet presAssocID="{36BF9E63-82BB-47DC-BE87-C42ABAE9C31B}" presName="bgRectTx" presStyleLbl="bgShp" presStyleIdx="3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AD19030-7FF5-4D23-A742-6C498675F11C}" type="pres">
      <dgm:prSet presAssocID="{36BF9E63-82BB-47DC-BE87-C42ABAE9C31B}" presName="spComp" presStyleCnt="0"/>
      <dgm:spPr/>
    </dgm:pt>
    <dgm:pt modelId="{B7C8E68E-297D-4899-8251-4AC07F2EF231}" type="pres">
      <dgm:prSet presAssocID="{36BF9E63-82BB-47DC-BE87-C42ABAE9C31B}" presName="vSp" presStyleCnt="0"/>
      <dgm:spPr/>
    </dgm:pt>
    <dgm:pt modelId="{D9C443D1-2CF9-4D30-835C-986C8473154B}" type="pres">
      <dgm:prSet presAssocID="{5BF28B4A-5667-4F3D-BB27-1567922D625F}" presName="rectComp" presStyleCnt="0"/>
      <dgm:spPr/>
    </dgm:pt>
    <dgm:pt modelId="{773EB694-F8B3-4BE5-A237-94283C7EC0EA}" type="pres">
      <dgm:prSet presAssocID="{5BF28B4A-5667-4F3D-BB27-1567922D625F}" presName="bgRect" presStyleLbl="bgShp" presStyleIdx="4" presStyleCnt="5"/>
      <dgm:spPr/>
      <dgm:t>
        <a:bodyPr/>
        <a:lstStyle/>
        <a:p>
          <a:pPr latinLnBrk="1"/>
          <a:endParaRPr lang="ko-KR" altLang="en-US"/>
        </a:p>
      </dgm:t>
    </dgm:pt>
    <dgm:pt modelId="{131A5A08-2612-4C84-9479-861A70221B00}" type="pres">
      <dgm:prSet presAssocID="{5BF28B4A-5667-4F3D-BB27-1567922D625F}" presName="bgRectTx" presStyleLbl="bgShp" presStyleIdx="4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4BCA10A7-24FD-484C-836B-2CC8D777D5A4}" type="presOf" srcId="{A75ED568-E7CE-407C-B0C7-907831423AEC}" destId="{F138E062-88B5-4B84-810E-F6CED54871A6}" srcOrd="0" destOrd="0" presId="urn:microsoft.com/office/officeart/2005/8/layout/hierarchy6"/>
    <dgm:cxn modelId="{80F99030-DCDC-4DD3-97C2-A42A7C0969D6}" type="presOf" srcId="{3597B3E8-1FCB-4164-927D-49D13EE808C1}" destId="{26447B95-BF41-4053-B594-BA39424D22E2}" srcOrd="0" destOrd="0" presId="urn:microsoft.com/office/officeart/2005/8/layout/hierarchy6"/>
    <dgm:cxn modelId="{1CA4A10B-4A4D-467E-B11E-0C2ABBD7D1A8}" type="presOf" srcId="{F4A22B56-8979-4B54-B97D-D23B72CE76C9}" destId="{A70D7F7E-F117-4C59-9992-E82976821D9E}" srcOrd="0" destOrd="0" presId="urn:microsoft.com/office/officeart/2005/8/layout/hierarchy6"/>
    <dgm:cxn modelId="{4AC1FB16-BB20-4513-B28E-A324207E8B0F}" type="presOf" srcId="{DAE90520-D4BF-4761-9026-5693A606888C}" destId="{9CD0731B-CBD6-4D04-B4CF-B5BD478800FA}" srcOrd="0" destOrd="0" presId="urn:microsoft.com/office/officeart/2005/8/layout/hierarchy6"/>
    <dgm:cxn modelId="{1D22E4BB-C4C4-4DE2-B071-6271765484D8}" srcId="{1ECF220F-87C3-4365-AA89-2C69FE8CEB4D}" destId="{84F9FAB8-19BC-441B-98F2-A67EDD1CBB03}" srcOrd="5" destOrd="0" parTransId="{73B6DB86-3395-4E7A-B332-9B111FD31B5A}" sibTransId="{78998F48-0D54-4406-9A1D-1CE28A62D88A}"/>
    <dgm:cxn modelId="{013256DF-8BD1-4CBD-9543-FBE489CC2BA3}" srcId="{B710424B-BF2F-4A67-905C-63D1C4F315C8}" destId="{F050643E-9195-4C75-878E-B6E9A52EACEA}" srcOrd="0" destOrd="0" parTransId="{4703EE8D-243E-40FF-A667-AA7AE2345798}" sibTransId="{9EE71075-5E7D-4509-B87B-6CCF521F866B}"/>
    <dgm:cxn modelId="{44D5A35A-AA97-4788-9DB8-71D78025FA6C}" srcId="{1ECF220F-87C3-4365-AA89-2C69FE8CEB4D}" destId="{B710424B-BF2F-4A67-905C-63D1C4F315C8}" srcOrd="6" destOrd="0" parTransId="{FE74679E-99EE-46C9-99D6-9E175BF604D7}" sibTransId="{616567D0-DB9C-446E-8CC0-3DE3AF67D096}"/>
    <dgm:cxn modelId="{ADACB872-3F0A-42B2-A6FB-2BD6FA8FFE28}" type="presOf" srcId="{FEC75279-D872-4697-B99D-B874A9B6B77C}" destId="{BB36764B-6BEA-48CD-990E-943A74F9618E}" srcOrd="0" destOrd="0" presId="urn:microsoft.com/office/officeart/2005/8/layout/hierarchy6"/>
    <dgm:cxn modelId="{C850E18C-C3E3-45D5-81E8-D93DFF549345}" type="presOf" srcId="{36BF9E63-82BB-47DC-BE87-C42ABAE9C31B}" destId="{76B53B08-C371-4F8C-9A26-4B322526E5F5}" srcOrd="0" destOrd="0" presId="urn:microsoft.com/office/officeart/2005/8/layout/hierarchy6"/>
    <dgm:cxn modelId="{545D1B22-055D-4995-89BA-327346764449}" type="presOf" srcId="{050F25D5-9781-4527-B103-33B8E3302240}" destId="{6D7D4C73-4610-493E-A937-CDCE8E6D9725}" srcOrd="0" destOrd="0" presId="urn:microsoft.com/office/officeart/2005/8/layout/hierarchy6"/>
    <dgm:cxn modelId="{68F1999F-FBBC-478D-9199-0D7D8078486E}" type="presOf" srcId="{F1646CDA-76E3-4C6E-8393-7DEA24CBA073}" destId="{15F622F6-CAD8-4B59-A5AD-3952660CC641}" srcOrd="0" destOrd="0" presId="urn:microsoft.com/office/officeart/2005/8/layout/hierarchy6"/>
    <dgm:cxn modelId="{45BD7A80-B956-4E51-944B-974A4EAB3839}" srcId="{1ECF220F-87C3-4365-AA89-2C69FE8CEB4D}" destId="{773A8C70-1E73-48A7-9035-28BD022B753E}" srcOrd="0" destOrd="0" parTransId="{391637A7-E856-489D-B2DC-7088B4256D23}" sibTransId="{89313A7A-B715-447A-BE6D-EF8417FFFA09}"/>
    <dgm:cxn modelId="{4C498FC4-2BF5-4995-9AD0-0FFB773DC7ED}" type="presOf" srcId="{35012EEA-04D0-4B64-AACE-D0D98B214426}" destId="{6B948F26-0AAF-4431-891F-B026F8A514EF}" srcOrd="0" destOrd="0" presId="urn:microsoft.com/office/officeart/2005/8/layout/hierarchy6"/>
    <dgm:cxn modelId="{EEC412E3-857E-4CEC-8513-4DEE5AEF7D2C}" type="presOf" srcId="{DF8FBC7D-C86D-4B7D-83FA-83F6692116D0}" destId="{444F36C9-BB0B-468A-B39D-99600E31A9E7}" srcOrd="0" destOrd="0" presId="urn:microsoft.com/office/officeart/2005/8/layout/hierarchy6"/>
    <dgm:cxn modelId="{69C13AE8-232F-41C5-BB03-BCBB6D79B57D}" srcId="{E90B242A-4147-492C-9D23-1616365AD536}" destId="{36BF9E63-82BB-47DC-BE87-C42ABAE9C31B}" srcOrd="4" destOrd="0" parTransId="{DEFEECAD-6572-4821-8143-1A89374A8A3A}" sibTransId="{2B23B46F-EC0F-4B0D-8F92-4979A44E4AB3}"/>
    <dgm:cxn modelId="{3C0C9D23-D7D5-48AA-9588-7CF337D3CA7C}" type="presOf" srcId="{8607A643-088F-4226-B2FB-C51E02488312}" destId="{66D76941-D515-48D8-AE3A-ABF8FD128810}" srcOrd="0" destOrd="0" presId="urn:microsoft.com/office/officeart/2005/8/layout/hierarchy6"/>
    <dgm:cxn modelId="{BCCFBA1C-25E0-4CCE-8478-83BE2310E18B}" type="presOf" srcId="{E90B242A-4147-492C-9D23-1616365AD536}" destId="{301BEAB5-922C-42D4-AD9D-F9A2272F68ED}" srcOrd="0" destOrd="0" presId="urn:microsoft.com/office/officeart/2005/8/layout/hierarchy6"/>
    <dgm:cxn modelId="{E60277A8-24CE-48D5-907C-4E383ABABE22}" type="presOf" srcId="{C758EC49-4AB5-4E0E-87C4-3F23A3A82F0E}" destId="{2F7E2E01-AF53-4636-BDED-309D3B2029DC}" srcOrd="1" destOrd="0" presId="urn:microsoft.com/office/officeart/2005/8/layout/hierarchy6"/>
    <dgm:cxn modelId="{3D6B1997-7734-48EA-B513-1CC519624DF1}" srcId="{1ECF220F-87C3-4365-AA89-2C69FE8CEB4D}" destId="{848E1FEC-4918-4C51-BE48-707A217DD0F6}" srcOrd="3" destOrd="0" parTransId="{71B7FCE1-047A-4FCC-83FC-B8EC8C1E63C0}" sibTransId="{A4A15DF3-5A55-465F-894A-D83C8E4848FC}"/>
    <dgm:cxn modelId="{5436F9C6-2922-46EB-93A3-176B2EB57ADF}" type="presOf" srcId="{4703EE8D-243E-40FF-A667-AA7AE2345798}" destId="{9C23A1E0-1ABC-43A0-8958-A9357C7AE469}" srcOrd="0" destOrd="0" presId="urn:microsoft.com/office/officeart/2005/8/layout/hierarchy6"/>
    <dgm:cxn modelId="{2CFE8728-7638-4327-8A24-533C9F75F3A1}" type="presOf" srcId="{C43EC2B0-BD2A-41A8-8AF5-9EE45A2C3319}" destId="{014802B2-07BB-4688-B94C-0D038B12C24E}" srcOrd="0" destOrd="0" presId="urn:microsoft.com/office/officeart/2005/8/layout/hierarchy6"/>
    <dgm:cxn modelId="{E5536C0A-7E94-4C4B-A811-BCD1841FF908}" type="presOf" srcId="{AB968D78-6359-41FD-9A5A-7DBEFFCE4456}" destId="{D87C3F47-5EFA-4337-B3FF-E6644EEE9D88}" srcOrd="0" destOrd="0" presId="urn:microsoft.com/office/officeart/2005/8/layout/hierarchy6"/>
    <dgm:cxn modelId="{08A771B4-36D7-4F9C-BEE6-92117F154D4C}" type="presOf" srcId="{226526A8-B010-452F-93AF-8352DA0AD10D}" destId="{C103DB2D-0786-43C5-A58A-320DBCB314E8}" srcOrd="0" destOrd="0" presId="urn:microsoft.com/office/officeart/2005/8/layout/hierarchy6"/>
    <dgm:cxn modelId="{D16BAB82-6C75-455E-AAAC-090600BD46B0}" type="presOf" srcId="{88286130-0727-4024-A188-7CAEC5F424A5}" destId="{A79DBAFA-3BCD-4682-90B8-6253C6EEF456}" srcOrd="0" destOrd="0" presId="urn:microsoft.com/office/officeart/2005/8/layout/hierarchy6"/>
    <dgm:cxn modelId="{4F53E6C4-7804-4F38-82FD-96764A188ECC}" srcId="{DF8FBC7D-C86D-4B7D-83FA-83F6692116D0}" destId="{1D2FB452-57A6-42E8-8632-6EF6AECB89F6}" srcOrd="2" destOrd="0" parTransId="{ACD09D5A-2DA5-49B9-A812-999871B8DADE}" sibTransId="{A8FA1136-02AE-4FCD-BA1D-D4932510CDFD}"/>
    <dgm:cxn modelId="{FD1D58EF-C7CC-4099-AA5B-C221C1361365}" srcId="{F050643E-9195-4C75-878E-B6E9A52EACEA}" destId="{29424514-C95B-4835-AA9B-343E0E376EB5}" srcOrd="0" destOrd="0" parTransId="{DAE90520-D4BF-4761-9026-5693A606888C}" sibTransId="{4F93AF3E-DC9F-4572-8380-604F89A8A479}"/>
    <dgm:cxn modelId="{5427DFE8-FA76-4F1E-BD07-194A1F533B8B}" type="presOf" srcId="{5BF28B4A-5667-4F3D-BB27-1567922D625F}" destId="{773EB694-F8B3-4BE5-A237-94283C7EC0EA}" srcOrd="0" destOrd="0" presId="urn:microsoft.com/office/officeart/2005/8/layout/hierarchy6"/>
    <dgm:cxn modelId="{0C460E81-49B6-4483-B748-0BE8505BC93C}" type="presOf" srcId="{773A8C70-1E73-48A7-9035-28BD022B753E}" destId="{EF0ED426-043E-4BED-8666-9B44C5A5C1BC}" srcOrd="0" destOrd="0" presId="urn:microsoft.com/office/officeart/2005/8/layout/hierarchy6"/>
    <dgm:cxn modelId="{58E02FED-0786-4973-A592-A82CDFEF2E39}" type="presOf" srcId="{6BB3842A-F408-46C5-967B-45A54B2DFAA1}" destId="{82E35392-E662-435D-AAA9-F4871E8E3ED3}" srcOrd="0" destOrd="0" presId="urn:microsoft.com/office/officeart/2005/8/layout/hierarchy6"/>
    <dgm:cxn modelId="{32D08D14-7DCD-4A9C-BB6C-51D87EE633D5}" type="presOf" srcId="{C758EC49-4AB5-4E0E-87C4-3F23A3A82F0E}" destId="{FA332A0C-2849-4585-B71A-A76D51989715}" srcOrd="0" destOrd="0" presId="urn:microsoft.com/office/officeart/2005/8/layout/hierarchy6"/>
    <dgm:cxn modelId="{A82DDC61-3D9D-4FBF-9E93-30686EEDE676}" srcId="{A75ED568-E7CE-407C-B0C7-907831423AEC}" destId="{6BB3842A-F408-46C5-967B-45A54B2DFAA1}" srcOrd="0" destOrd="0" parTransId="{050F25D5-9781-4527-B103-33B8E3302240}" sibTransId="{5C7DE895-8CAE-4698-ABE3-34EDDB98304D}"/>
    <dgm:cxn modelId="{CC3532EA-495A-40CF-A522-67FB446589A8}" type="presOf" srcId="{99A1F111-DF73-49D1-A103-459B13FFB6F0}" destId="{07053A06-472D-4A2C-A9E9-17EBB754DAF1}" srcOrd="0" destOrd="0" presId="urn:microsoft.com/office/officeart/2005/8/layout/hierarchy6"/>
    <dgm:cxn modelId="{81019239-F058-44B6-A4CD-1E6A60AC58DE}" srcId="{DF8FBC7D-C86D-4B7D-83FA-83F6692116D0}" destId="{1B3D6317-4035-4C21-A31C-BD2A02588D41}" srcOrd="1" destOrd="0" parTransId="{3597B3E8-1FCB-4164-927D-49D13EE808C1}" sibTransId="{C5F6DF28-0944-48FE-A21B-DDB27738DF61}"/>
    <dgm:cxn modelId="{69A9A9FC-EE2B-47C6-8E3B-384241E353E8}" srcId="{E90B242A-4147-492C-9D23-1616365AD536}" destId="{5BF28B4A-5667-4F3D-BB27-1567922D625F}" srcOrd="5" destOrd="0" parTransId="{42E5D920-6F7A-43D4-85F2-9C475C519796}" sibTransId="{66160BA4-79A9-474D-926F-C5A11B740B9C}"/>
    <dgm:cxn modelId="{2D6C0A9D-EE17-46E4-8D0E-DFE31A07AB79}" type="presOf" srcId="{B710424B-BF2F-4A67-905C-63D1C4F315C8}" destId="{7A2E3AD8-BE38-41CB-B949-145FCE9F2C60}" srcOrd="0" destOrd="0" presId="urn:microsoft.com/office/officeart/2005/8/layout/hierarchy6"/>
    <dgm:cxn modelId="{B01AD89D-365F-4385-ABE9-754BB7FE3D8F}" srcId="{B82BC3C3-4394-40DB-801F-2BA53E686B81}" destId="{B2C3E5A7-B2DF-420D-A07F-FD81589190FF}" srcOrd="0" destOrd="0" parTransId="{042175EB-9C11-4B0F-BB59-8BE8CE838421}" sibTransId="{6BEE6C43-CBDF-47CB-9D47-44CE2B73631C}"/>
    <dgm:cxn modelId="{82229F1D-550D-47D7-A9B0-E10607AF7824}" type="presOf" srcId="{6631C0ED-F16F-46C3-B150-907178F41099}" destId="{E3EBC34F-8A5B-4E42-B9E7-2C71E94C9659}" srcOrd="0" destOrd="0" presId="urn:microsoft.com/office/officeart/2005/8/layout/hierarchy6"/>
    <dgm:cxn modelId="{83A8BFC6-BB39-40E4-A435-ED18F8D26413}" srcId="{29424514-C95B-4835-AA9B-343E0E376EB5}" destId="{7EC1EDA2-E122-41A6-878D-8B58E0531D00}" srcOrd="1" destOrd="0" parTransId="{6631C0ED-F16F-46C3-B150-907178F41099}" sibTransId="{43938871-E40C-4CF7-B421-14AD932783B4}"/>
    <dgm:cxn modelId="{3532A6A1-80ED-4894-A77F-502780F00E25}" type="presOf" srcId="{7EC1EDA2-E122-41A6-878D-8B58E0531D00}" destId="{96CA3CA5-42DB-4C4D-B534-38B50C107785}" srcOrd="0" destOrd="0" presId="urn:microsoft.com/office/officeart/2005/8/layout/hierarchy6"/>
    <dgm:cxn modelId="{39E0BD01-0127-47D1-AD48-5C30F5D2439D}" srcId="{F7F361EF-95A3-4CA9-9A1F-A26C2DC7D9EC}" destId="{A75ED568-E7CE-407C-B0C7-907831423AEC}" srcOrd="0" destOrd="0" parTransId="{35012EEA-04D0-4B64-AACE-D0D98B214426}" sibTransId="{51ACD065-D50D-480A-A7C6-791BC29F3A29}"/>
    <dgm:cxn modelId="{83F79628-9AFB-45A2-B296-0F24C2D989B4}" type="presOf" srcId="{1ECF220F-87C3-4365-AA89-2C69FE8CEB4D}" destId="{E0F351DF-EBE3-4061-89C5-29D196237DEE}" srcOrd="0" destOrd="0" presId="urn:microsoft.com/office/officeart/2005/8/layout/hierarchy6"/>
    <dgm:cxn modelId="{CB09B088-D11B-423F-B9A2-83BECFEC1CB2}" srcId="{1ECF220F-87C3-4365-AA89-2C69FE8CEB4D}" destId="{B82BC3C3-4394-40DB-801F-2BA53E686B81}" srcOrd="4" destOrd="0" parTransId="{FEC75279-D872-4697-B99D-B874A9B6B77C}" sibTransId="{7C8F081D-6AB9-43CC-BDCE-1D2D0D5999EE}"/>
    <dgm:cxn modelId="{30CB483B-3A61-4A20-AE07-FF0BBB667CF2}" srcId="{1ECF220F-87C3-4365-AA89-2C69FE8CEB4D}" destId="{F4A22B56-8979-4B54-B97D-D23B72CE76C9}" srcOrd="1" destOrd="0" parTransId="{24599602-EFEA-4F4A-A28C-5FC59A95BB1F}" sibTransId="{2CCC1ABD-3E2E-4D64-9949-C3A6B041401C}"/>
    <dgm:cxn modelId="{8B807265-FFC2-4DAE-B409-2405B35FC21C}" type="presOf" srcId="{B82BC3C3-4394-40DB-801F-2BA53E686B81}" destId="{A00D146F-55FC-4568-9D12-D368FACD4353}" srcOrd="0" destOrd="0" presId="urn:microsoft.com/office/officeart/2005/8/layout/hierarchy6"/>
    <dgm:cxn modelId="{AD8A8672-FA1E-43EC-BC30-9E9BB2DF9EF7}" type="presOf" srcId="{24599602-EFEA-4F4A-A28C-5FC59A95BB1F}" destId="{CDED2936-0B0A-4CAF-8C8C-EE63CEB0FD24}" srcOrd="0" destOrd="0" presId="urn:microsoft.com/office/officeart/2005/8/layout/hierarchy6"/>
    <dgm:cxn modelId="{B9682A4F-EBC9-499C-8F93-978F9EA0F008}" type="presOf" srcId="{848E1FEC-4918-4C51-BE48-707A217DD0F6}" destId="{4B1B6E6D-D479-4360-91DA-D1C887C651DB}" srcOrd="0" destOrd="0" presId="urn:microsoft.com/office/officeart/2005/8/layout/hierarchy6"/>
    <dgm:cxn modelId="{5A766E5C-00B0-4C23-ACFB-C93A49127683}" srcId="{A75ED568-E7CE-407C-B0C7-907831423AEC}" destId="{9D0E6A8D-AA11-493E-A36B-EAC98CD3C353}" srcOrd="1" destOrd="0" parTransId="{F1646CDA-76E3-4C6E-8393-7DEA24CBA073}" sibTransId="{D08C071C-764F-4BC4-A74F-4A4F02BA7674}"/>
    <dgm:cxn modelId="{BDD1811B-68A9-465A-89E9-97E3A6B0830B}" srcId="{E90B242A-4147-492C-9D23-1616365AD536}" destId="{C43EC2B0-BD2A-41A8-8AF5-9EE45A2C3319}" srcOrd="1" destOrd="0" parTransId="{C7E8F233-9E9E-4B2A-9269-D3A1333DCCA4}" sibTransId="{C07E8C1B-F9B2-49EA-8CF7-C823EAE20D19}"/>
    <dgm:cxn modelId="{9A5D730B-7CA8-4001-975A-43A3299BE15E}" type="presOf" srcId="{1B3D6317-4035-4C21-A31C-BD2A02588D41}" destId="{D60076EF-8F4F-480B-B75A-8DA4B8D4998E}" srcOrd="0" destOrd="0" presId="urn:microsoft.com/office/officeart/2005/8/layout/hierarchy6"/>
    <dgm:cxn modelId="{0E1428DE-02A1-4B9B-A833-6DDA0C8EA273}" type="presOf" srcId="{042175EB-9C11-4B0F-BB59-8BE8CE838421}" destId="{66054ABC-BD5D-4FF1-AA82-25828F6565A0}" srcOrd="0" destOrd="0" presId="urn:microsoft.com/office/officeart/2005/8/layout/hierarchy6"/>
    <dgm:cxn modelId="{173D1DE7-65EA-4EF9-BC85-29BA2D2CBD57}" srcId="{DF8FBC7D-C86D-4B7D-83FA-83F6692116D0}" destId="{7CB54A31-373C-48DB-A0C6-E86C54F30998}" srcOrd="0" destOrd="0" parTransId="{226526A8-B010-452F-93AF-8352DA0AD10D}" sibTransId="{B8BBE24C-E1AC-46C4-B033-C1CEB7B86F03}"/>
    <dgm:cxn modelId="{D1E4312B-E19F-4B9D-B505-B8B7C8FB0E08}" type="presOf" srcId="{73B6DB86-3395-4E7A-B332-9B111FD31B5A}" destId="{93B27BBF-70AC-4EB7-BC75-74779D07CEFF}" srcOrd="0" destOrd="0" presId="urn:microsoft.com/office/officeart/2005/8/layout/hierarchy6"/>
    <dgm:cxn modelId="{8D9F9BBA-6F6A-4D65-8C41-8C15B4722C1F}" type="presOf" srcId="{4A6E2098-42AF-4119-8C22-5CE8C10C7CF5}" destId="{563A982E-CE1F-4504-9BEE-BFB9E733821B}" srcOrd="0" destOrd="0" presId="urn:microsoft.com/office/officeart/2005/8/layout/hierarchy6"/>
    <dgm:cxn modelId="{FB304D9D-4AB8-4BDF-91FE-20328C6E5DFE}" type="presOf" srcId="{FE74679E-99EE-46C9-99D6-9E175BF604D7}" destId="{E12820EC-2A2D-476A-AEB2-661B7E784057}" srcOrd="0" destOrd="0" presId="urn:microsoft.com/office/officeart/2005/8/layout/hierarchy6"/>
    <dgm:cxn modelId="{004E6096-EED1-4821-B30C-B03882D377A6}" type="presOf" srcId="{B2C3E5A7-B2DF-420D-A07F-FD81589190FF}" destId="{197E092B-926B-412C-82D3-247CA1F4A486}" srcOrd="0" destOrd="0" presId="urn:microsoft.com/office/officeart/2005/8/layout/hierarchy6"/>
    <dgm:cxn modelId="{B781EF7D-5DC5-4A99-8AD0-1DAF3F6F2E33}" srcId="{B2C3E5A7-B2DF-420D-A07F-FD81589190FF}" destId="{DF8FBC7D-C86D-4B7D-83FA-83F6692116D0}" srcOrd="0" destOrd="0" parTransId="{88286130-0727-4024-A188-7CAEC5F424A5}" sibTransId="{564BF1CB-DEB2-4D37-885A-E8C93D1E3979}"/>
    <dgm:cxn modelId="{30B36479-CAE0-4369-A5E7-349AFF245C9E}" type="presOf" srcId="{7CB54A31-373C-48DB-A0C6-E86C54F30998}" destId="{FB70E3A1-8537-4B35-B7B3-228CF7B539DD}" srcOrd="0" destOrd="0" presId="urn:microsoft.com/office/officeart/2005/8/layout/hierarchy6"/>
    <dgm:cxn modelId="{98C3ABED-8D84-47ED-A5BF-3051A3F18954}" srcId="{1ECF220F-87C3-4365-AA89-2C69FE8CEB4D}" destId="{8607A643-088F-4226-B2FB-C51E02488312}" srcOrd="2" destOrd="0" parTransId="{AB968D78-6359-41FD-9A5A-7DBEFFCE4456}" sibTransId="{CE0F23D0-724B-4A87-99AA-A65C36A94437}"/>
    <dgm:cxn modelId="{A39CE387-08B9-4625-9371-92F1D70035C4}" type="presOf" srcId="{F7F361EF-95A3-4CA9-9A1F-A26C2DC7D9EC}" destId="{BCF33F21-C122-4910-9E0C-1080AB10AA7C}" srcOrd="0" destOrd="0" presId="urn:microsoft.com/office/officeart/2005/8/layout/hierarchy6"/>
    <dgm:cxn modelId="{04169074-2AE7-4A48-BC13-316A38C732B1}" type="presOf" srcId="{36BF9E63-82BB-47DC-BE87-C42ABAE9C31B}" destId="{6B84D8CD-5C05-48DC-8FFA-51B33DFB8274}" srcOrd="1" destOrd="0" presId="urn:microsoft.com/office/officeart/2005/8/layout/hierarchy6"/>
    <dgm:cxn modelId="{51067CC4-DFEA-41BE-9798-03AFDCA16464}" type="presOf" srcId="{5BF28B4A-5667-4F3D-BB27-1567922D625F}" destId="{131A5A08-2612-4C84-9479-861A70221B00}" srcOrd="1" destOrd="0" presId="urn:microsoft.com/office/officeart/2005/8/layout/hierarchy6"/>
    <dgm:cxn modelId="{B7A6C7C5-A2B4-4631-9B5A-60C97E2A2858}" srcId="{84F9FAB8-19BC-441B-98F2-A67EDD1CBB03}" destId="{F7F361EF-95A3-4CA9-9A1F-A26C2DC7D9EC}" srcOrd="0" destOrd="0" parTransId="{C90C3F5B-B056-4CAC-BC30-7E2211B8C7B9}" sibTransId="{3C335D0C-C05B-4743-BCE2-434A477A0B08}"/>
    <dgm:cxn modelId="{9B774B07-EF50-4E0C-935A-249C2A9F0BF4}" type="presOf" srcId="{ACD09D5A-2DA5-49B9-A812-999871B8DADE}" destId="{D4C1FF0C-C7D2-44CC-B959-F096654C7C70}" srcOrd="0" destOrd="0" presId="urn:microsoft.com/office/officeart/2005/8/layout/hierarchy6"/>
    <dgm:cxn modelId="{2F2EFBD5-87A1-4904-BB8D-E0964E39A7DA}" srcId="{29424514-C95B-4835-AA9B-343E0E376EB5}" destId="{4A6E2098-42AF-4119-8C22-5CE8C10C7CF5}" srcOrd="0" destOrd="0" parTransId="{6D8FE5BE-0C0B-4722-8471-91AD1B5B2D99}" sibTransId="{A0F0DF34-782E-42AE-8A94-E0AD80637342}"/>
    <dgm:cxn modelId="{28B90C86-1FC0-4FCC-898F-916FBB4ECADE}" srcId="{E90B242A-4147-492C-9D23-1616365AD536}" destId="{1ECF220F-87C3-4365-AA89-2C69FE8CEB4D}" srcOrd="0" destOrd="0" parTransId="{CEFC196B-A5AA-4FF4-B96C-B2EDFC562127}" sibTransId="{8C7F8496-ABF8-4DB7-BF0F-4D476B58FBA1}"/>
    <dgm:cxn modelId="{1FBB1CBD-EC2A-4416-9B49-649D22BEBBD7}" type="presOf" srcId="{1D2FB452-57A6-42E8-8632-6EF6AECB89F6}" destId="{57450EB1-599C-40C1-84B0-74C67FFBF874}" srcOrd="0" destOrd="0" presId="urn:microsoft.com/office/officeart/2005/8/layout/hierarchy6"/>
    <dgm:cxn modelId="{40C741A6-B34E-43D6-9BD9-680A19A76BB3}" type="presOf" srcId="{C90C3F5B-B056-4CAC-BC30-7E2211B8C7B9}" destId="{23121D76-1391-4E71-8C48-A719E5D8B91B}" srcOrd="0" destOrd="0" presId="urn:microsoft.com/office/officeart/2005/8/layout/hierarchy6"/>
    <dgm:cxn modelId="{B1072FB2-87A2-4D89-84F4-62F331937C3D}" type="presOf" srcId="{9D0E6A8D-AA11-493E-A36B-EAC98CD3C353}" destId="{772857FD-527F-462D-AD92-05A5434656E3}" srcOrd="0" destOrd="0" presId="urn:microsoft.com/office/officeart/2005/8/layout/hierarchy6"/>
    <dgm:cxn modelId="{688A943A-13E9-47D5-A582-777FB97C37FE}" type="presOf" srcId="{29424514-C95B-4835-AA9B-343E0E376EB5}" destId="{0DBD9E72-1BC0-46C4-A00D-F48D4CBC042F}" srcOrd="0" destOrd="0" presId="urn:microsoft.com/office/officeart/2005/8/layout/hierarchy6"/>
    <dgm:cxn modelId="{FEA295EB-C838-45FA-9568-777AA445EAF4}" type="presOf" srcId="{84F9FAB8-19BC-441B-98F2-A67EDD1CBB03}" destId="{B0E71681-2328-4E9A-9000-FD0BEEECDB6A}" srcOrd="0" destOrd="0" presId="urn:microsoft.com/office/officeart/2005/8/layout/hierarchy6"/>
    <dgm:cxn modelId="{37F313F3-E7CD-4DC8-87AC-FFD427745058}" type="presOf" srcId="{6D8FE5BE-0C0B-4722-8471-91AD1B5B2D99}" destId="{1350CD0E-EDB1-4321-A00C-C9736A3D8042}" srcOrd="0" destOrd="0" presId="urn:microsoft.com/office/officeart/2005/8/layout/hierarchy6"/>
    <dgm:cxn modelId="{8F71D930-08EA-4FE7-90BA-FD1EE973CD07}" srcId="{E90B242A-4147-492C-9D23-1616365AD536}" destId="{99A1F111-DF73-49D1-A103-459B13FFB6F0}" srcOrd="2" destOrd="0" parTransId="{F646FC33-7052-4483-979E-A7191850F5FE}" sibTransId="{C1F3EE09-AC07-4FA9-BA41-953CB6E6EC83}"/>
    <dgm:cxn modelId="{D8D8CCE6-6EFA-4EFC-BACD-74C17E84C603}" srcId="{E90B242A-4147-492C-9D23-1616365AD536}" destId="{C758EC49-4AB5-4E0E-87C4-3F23A3A82F0E}" srcOrd="3" destOrd="0" parTransId="{E8741E26-4ED1-42A7-9D76-5C4F39967C67}" sibTransId="{E1694475-6B51-4573-82AE-EF8515283162}"/>
    <dgm:cxn modelId="{099C51B4-F1B8-4F93-9F50-2D216E09C587}" type="presOf" srcId="{99A1F111-DF73-49D1-A103-459B13FFB6F0}" destId="{CD252F94-985F-41B9-A0C8-2A8272E25280}" srcOrd="1" destOrd="0" presId="urn:microsoft.com/office/officeart/2005/8/layout/hierarchy6"/>
    <dgm:cxn modelId="{DD5A1D6C-1F2B-4351-A80D-2411830A8E40}" type="presOf" srcId="{71B7FCE1-047A-4FCC-83FC-B8EC8C1E63C0}" destId="{582678B2-3D7D-4114-9909-2FE986DCDE45}" srcOrd="0" destOrd="0" presId="urn:microsoft.com/office/officeart/2005/8/layout/hierarchy6"/>
    <dgm:cxn modelId="{45A83989-AB3B-4F0B-8760-1E8E98BDC6C0}" type="presOf" srcId="{C43EC2B0-BD2A-41A8-8AF5-9EE45A2C3319}" destId="{EB71B4F8-41D0-4989-8BA5-7DB12C18F499}" srcOrd="1" destOrd="0" presId="urn:microsoft.com/office/officeart/2005/8/layout/hierarchy6"/>
    <dgm:cxn modelId="{DE168347-CCB8-4FDC-9326-1A8D950EC37C}" type="presOf" srcId="{F050643E-9195-4C75-878E-B6E9A52EACEA}" destId="{25739E2B-833B-4B41-B677-F03667717AC5}" srcOrd="0" destOrd="0" presId="urn:microsoft.com/office/officeart/2005/8/layout/hierarchy6"/>
    <dgm:cxn modelId="{2F01FBB2-3195-4F93-94A8-25492C9AB0EE}" type="presOf" srcId="{391637A7-E856-489D-B2DC-7088B4256D23}" destId="{21679396-4AF9-4FFF-B828-B867BE531767}" srcOrd="0" destOrd="0" presId="urn:microsoft.com/office/officeart/2005/8/layout/hierarchy6"/>
    <dgm:cxn modelId="{7E66705D-3708-4333-949E-80095D7AA9C1}" type="presParOf" srcId="{301BEAB5-922C-42D4-AD9D-F9A2272F68ED}" destId="{CD8A12FF-82A9-459A-BD47-0151F93FD070}" srcOrd="0" destOrd="0" presId="urn:microsoft.com/office/officeart/2005/8/layout/hierarchy6"/>
    <dgm:cxn modelId="{593C4A83-69EE-4A8D-8302-6D4366C23367}" type="presParOf" srcId="{CD8A12FF-82A9-459A-BD47-0151F93FD070}" destId="{4D94663A-EB63-44F9-9BCD-62CD434186A3}" srcOrd="0" destOrd="0" presId="urn:microsoft.com/office/officeart/2005/8/layout/hierarchy6"/>
    <dgm:cxn modelId="{A757B763-E141-46A3-9011-B0BC39F638FD}" type="presParOf" srcId="{CD8A12FF-82A9-459A-BD47-0151F93FD070}" destId="{553F4EB0-252A-4DDA-A10E-A8EFB80FFC10}" srcOrd="1" destOrd="0" presId="urn:microsoft.com/office/officeart/2005/8/layout/hierarchy6"/>
    <dgm:cxn modelId="{563D6F9D-1CD2-40D1-B392-0EDBFA3E2832}" type="presParOf" srcId="{553F4EB0-252A-4DDA-A10E-A8EFB80FFC10}" destId="{26C1F206-6172-4DBF-9FD0-4394F7219C7D}" srcOrd="0" destOrd="0" presId="urn:microsoft.com/office/officeart/2005/8/layout/hierarchy6"/>
    <dgm:cxn modelId="{C453AE83-82EC-48DB-A57C-5D78D0E2239C}" type="presParOf" srcId="{26C1F206-6172-4DBF-9FD0-4394F7219C7D}" destId="{E0F351DF-EBE3-4061-89C5-29D196237DEE}" srcOrd="0" destOrd="0" presId="urn:microsoft.com/office/officeart/2005/8/layout/hierarchy6"/>
    <dgm:cxn modelId="{6E4671DB-8387-47D6-88BE-EA647B952CA7}" type="presParOf" srcId="{26C1F206-6172-4DBF-9FD0-4394F7219C7D}" destId="{64E30D78-AB81-4ABE-B6B3-344BC0890B26}" srcOrd="1" destOrd="0" presId="urn:microsoft.com/office/officeart/2005/8/layout/hierarchy6"/>
    <dgm:cxn modelId="{C92338AB-3BD6-48DD-875C-204112E97770}" type="presParOf" srcId="{64E30D78-AB81-4ABE-B6B3-344BC0890B26}" destId="{21679396-4AF9-4FFF-B828-B867BE531767}" srcOrd="0" destOrd="0" presId="urn:microsoft.com/office/officeart/2005/8/layout/hierarchy6"/>
    <dgm:cxn modelId="{F213AC59-27AE-4A3B-B28B-C5F0D71CE625}" type="presParOf" srcId="{64E30D78-AB81-4ABE-B6B3-344BC0890B26}" destId="{BBC12313-F0E8-4970-B173-D78E691C4D80}" srcOrd="1" destOrd="0" presId="urn:microsoft.com/office/officeart/2005/8/layout/hierarchy6"/>
    <dgm:cxn modelId="{C568AAAA-EC68-4DF6-B15B-CB811F35EE48}" type="presParOf" srcId="{BBC12313-F0E8-4970-B173-D78E691C4D80}" destId="{EF0ED426-043E-4BED-8666-9B44C5A5C1BC}" srcOrd="0" destOrd="0" presId="urn:microsoft.com/office/officeart/2005/8/layout/hierarchy6"/>
    <dgm:cxn modelId="{3DA27E35-EF2A-486E-9494-91EA89074AD5}" type="presParOf" srcId="{BBC12313-F0E8-4970-B173-D78E691C4D80}" destId="{870B146C-EAAB-4B19-856B-F9304089A86A}" srcOrd="1" destOrd="0" presId="urn:microsoft.com/office/officeart/2005/8/layout/hierarchy6"/>
    <dgm:cxn modelId="{9B063112-5B6A-457B-81C8-5BDF3C942807}" type="presParOf" srcId="{64E30D78-AB81-4ABE-B6B3-344BC0890B26}" destId="{CDED2936-0B0A-4CAF-8C8C-EE63CEB0FD24}" srcOrd="2" destOrd="0" presId="urn:microsoft.com/office/officeart/2005/8/layout/hierarchy6"/>
    <dgm:cxn modelId="{2029A3C7-3B4C-43F6-9D2D-A9A884A484C2}" type="presParOf" srcId="{64E30D78-AB81-4ABE-B6B3-344BC0890B26}" destId="{F1124B03-C327-4362-8A7D-BE73523A5137}" srcOrd="3" destOrd="0" presId="urn:microsoft.com/office/officeart/2005/8/layout/hierarchy6"/>
    <dgm:cxn modelId="{E35A3903-053B-475C-90D2-DF4DC8D2B349}" type="presParOf" srcId="{F1124B03-C327-4362-8A7D-BE73523A5137}" destId="{A70D7F7E-F117-4C59-9992-E82976821D9E}" srcOrd="0" destOrd="0" presId="urn:microsoft.com/office/officeart/2005/8/layout/hierarchy6"/>
    <dgm:cxn modelId="{60C75E6A-6B2A-402D-A6B9-7ACB4D77952D}" type="presParOf" srcId="{F1124B03-C327-4362-8A7D-BE73523A5137}" destId="{1A92ED44-B4C8-463C-AF31-E430AE85A15F}" srcOrd="1" destOrd="0" presId="urn:microsoft.com/office/officeart/2005/8/layout/hierarchy6"/>
    <dgm:cxn modelId="{76EE08B7-3206-49CF-9674-51A679D38792}" type="presParOf" srcId="{64E30D78-AB81-4ABE-B6B3-344BC0890B26}" destId="{D87C3F47-5EFA-4337-B3FF-E6644EEE9D88}" srcOrd="4" destOrd="0" presId="urn:microsoft.com/office/officeart/2005/8/layout/hierarchy6"/>
    <dgm:cxn modelId="{A716EE47-B1AA-4DC1-8294-1C992C0FA153}" type="presParOf" srcId="{64E30D78-AB81-4ABE-B6B3-344BC0890B26}" destId="{02EFEDBE-6771-4D29-86F6-04DD1EFB088C}" srcOrd="5" destOrd="0" presId="urn:microsoft.com/office/officeart/2005/8/layout/hierarchy6"/>
    <dgm:cxn modelId="{7FACDB57-32FD-4EBC-AF63-686BE5454F22}" type="presParOf" srcId="{02EFEDBE-6771-4D29-86F6-04DD1EFB088C}" destId="{66D76941-D515-48D8-AE3A-ABF8FD128810}" srcOrd="0" destOrd="0" presId="urn:microsoft.com/office/officeart/2005/8/layout/hierarchy6"/>
    <dgm:cxn modelId="{E2E24DCE-D1C1-44A8-B13C-637B024D6DE3}" type="presParOf" srcId="{02EFEDBE-6771-4D29-86F6-04DD1EFB088C}" destId="{DE9F5FB8-0F6D-4FDC-8F03-612CF774CBE8}" srcOrd="1" destOrd="0" presId="urn:microsoft.com/office/officeart/2005/8/layout/hierarchy6"/>
    <dgm:cxn modelId="{23E0A46D-4704-45D4-B177-FD9FD463D86A}" type="presParOf" srcId="{64E30D78-AB81-4ABE-B6B3-344BC0890B26}" destId="{582678B2-3D7D-4114-9909-2FE986DCDE45}" srcOrd="6" destOrd="0" presId="urn:microsoft.com/office/officeart/2005/8/layout/hierarchy6"/>
    <dgm:cxn modelId="{5AD53D04-2C01-4264-A4F2-AF2A2564A688}" type="presParOf" srcId="{64E30D78-AB81-4ABE-B6B3-344BC0890B26}" destId="{DB959727-73FE-43FB-B355-EEEFD3364F4A}" srcOrd="7" destOrd="0" presId="urn:microsoft.com/office/officeart/2005/8/layout/hierarchy6"/>
    <dgm:cxn modelId="{05EA3F4A-FAE5-4E50-BAC5-92C15A272748}" type="presParOf" srcId="{DB959727-73FE-43FB-B355-EEEFD3364F4A}" destId="{4B1B6E6D-D479-4360-91DA-D1C887C651DB}" srcOrd="0" destOrd="0" presId="urn:microsoft.com/office/officeart/2005/8/layout/hierarchy6"/>
    <dgm:cxn modelId="{42AEFE74-4A8D-4001-BC62-5A25F5CF5B74}" type="presParOf" srcId="{DB959727-73FE-43FB-B355-EEEFD3364F4A}" destId="{06A78B47-10F7-4905-8130-3A07B8D409EF}" srcOrd="1" destOrd="0" presId="urn:microsoft.com/office/officeart/2005/8/layout/hierarchy6"/>
    <dgm:cxn modelId="{ECCBAA3F-F826-4D47-8CED-0A289433E381}" type="presParOf" srcId="{64E30D78-AB81-4ABE-B6B3-344BC0890B26}" destId="{BB36764B-6BEA-48CD-990E-943A74F9618E}" srcOrd="8" destOrd="0" presId="urn:microsoft.com/office/officeart/2005/8/layout/hierarchy6"/>
    <dgm:cxn modelId="{BDF40895-8593-4612-BBFD-AD9875D18ED9}" type="presParOf" srcId="{64E30D78-AB81-4ABE-B6B3-344BC0890B26}" destId="{A223F228-40E0-4328-AA0A-AF8BB553BF16}" srcOrd="9" destOrd="0" presId="urn:microsoft.com/office/officeart/2005/8/layout/hierarchy6"/>
    <dgm:cxn modelId="{9620BE90-2498-4CE4-ABA1-D6BA47102156}" type="presParOf" srcId="{A223F228-40E0-4328-AA0A-AF8BB553BF16}" destId="{A00D146F-55FC-4568-9D12-D368FACD4353}" srcOrd="0" destOrd="0" presId="urn:microsoft.com/office/officeart/2005/8/layout/hierarchy6"/>
    <dgm:cxn modelId="{E2297D4A-1E19-4E50-8185-8EACF8D5A3CE}" type="presParOf" srcId="{A223F228-40E0-4328-AA0A-AF8BB553BF16}" destId="{7A228F6E-6C3C-4CD7-8659-AEF291DF3165}" srcOrd="1" destOrd="0" presId="urn:microsoft.com/office/officeart/2005/8/layout/hierarchy6"/>
    <dgm:cxn modelId="{6B24CEF4-E583-4812-BD39-048C7B68B4FE}" type="presParOf" srcId="{7A228F6E-6C3C-4CD7-8659-AEF291DF3165}" destId="{66054ABC-BD5D-4FF1-AA82-25828F6565A0}" srcOrd="0" destOrd="0" presId="urn:microsoft.com/office/officeart/2005/8/layout/hierarchy6"/>
    <dgm:cxn modelId="{137D270A-6063-444E-8E36-8A01B19F28B3}" type="presParOf" srcId="{7A228F6E-6C3C-4CD7-8659-AEF291DF3165}" destId="{EBED4B9C-79D1-44BF-919E-5B3D9073F9B1}" srcOrd="1" destOrd="0" presId="urn:microsoft.com/office/officeart/2005/8/layout/hierarchy6"/>
    <dgm:cxn modelId="{00B70599-BEE9-4CC3-A4F7-FE77A5760679}" type="presParOf" srcId="{EBED4B9C-79D1-44BF-919E-5B3D9073F9B1}" destId="{197E092B-926B-412C-82D3-247CA1F4A486}" srcOrd="0" destOrd="0" presId="urn:microsoft.com/office/officeart/2005/8/layout/hierarchy6"/>
    <dgm:cxn modelId="{DA951AA4-7080-4C83-BF71-4E08BAD4D8EF}" type="presParOf" srcId="{EBED4B9C-79D1-44BF-919E-5B3D9073F9B1}" destId="{50E542E5-EC17-4200-869F-72AC23A70FDF}" srcOrd="1" destOrd="0" presId="urn:microsoft.com/office/officeart/2005/8/layout/hierarchy6"/>
    <dgm:cxn modelId="{A61D5BB1-00A4-4740-BD41-19FFB3753A2E}" type="presParOf" srcId="{50E542E5-EC17-4200-869F-72AC23A70FDF}" destId="{A79DBAFA-3BCD-4682-90B8-6253C6EEF456}" srcOrd="0" destOrd="0" presId="urn:microsoft.com/office/officeart/2005/8/layout/hierarchy6"/>
    <dgm:cxn modelId="{B0D1BF21-4C13-492D-9B69-AF9C6A71530F}" type="presParOf" srcId="{50E542E5-EC17-4200-869F-72AC23A70FDF}" destId="{C48815C9-8B61-410B-B430-2766E195CB7A}" srcOrd="1" destOrd="0" presId="urn:microsoft.com/office/officeart/2005/8/layout/hierarchy6"/>
    <dgm:cxn modelId="{0547B757-D813-4E4C-98A0-2ECD25D4DDE2}" type="presParOf" srcId="{C48815C9-8B61-410B-B430-2766E195CB7A}" destId="{444F36C9-BB0B-468A-B39D-99600E31A9E7}" srcOrd="0" destOrd="0" presId="urn:microsoft.com/office/officeart/2005/8/layout/hierarchy6"/>
    <dgm:cxn modelId="{440E906B-D317-4F90-A6B4-E8090BB2CBBB}" type="presParOf" srcId="{C48815C9-8B61-410B-B430-2766E195CB7A}" destId="{B6E15CBF-DC00-4732-BA5F-3F33C05B9608}" srcOrd="1" destOrd="0" presId="urn:microsoft.com/office/officeart/2005/8/layout/hierarchy6"/>
    <dgm:cxn modelId="{7F2A0131-7519-4B7D-9AD1-3E86D8ED4935}" type="presParOf" srcId="{B6E15CBF-DC00-4732-BA5F-3F33C05B9608}" destId="{C103DB2D-0786-43C5-A58A-320DBCB314E8}" srcOrd="0" destOrd="0" presId="urn:microsoft.com/office/officeart/2005/8/layout/hierarchy6"/>
    <dgm:cxn modelId="{6EE5A935-A22E-4DD1-B15E-CAA3C75F9217}" type="presParOf" srcId="{B6E15CBF-DC00-4732-BA5F-3F33C05B9608}" destId="{B75158CB-72A6-4767-BDBE-A8DE55AF8A12}" srcOrd="1" destOrd="0" presId="urn:microsoft.com/office/officeart/2005/8/layout/hierarchy6"/>
    <dgm:cxn modelId="{F592917D-B824-46E7-87E7-6AC3CE2396A4}" type="presParOf" srcId="{B75158CB-72A6-4767-BDBE-A8DE55AF8A12}" destId="{FB70E3A1-8537-4B35-B7B3-228CF7B539DD}" srcOrd="0" destOrd="0" presId="urn:microsoft.com/office/officeart/2005/8/layout/hierarchy6"/>
    <dgm:cxn modelId="{6D9100B8-6F24-4576-A3DF-C17236461A29}" type="presParOf" srcId="{B75158CB-72A6-4767-BDBE-A8DE55AF8A12}" destId="{9754F588-2CAE-415F-91EB-EDE036EB5868}" srcOrd="1" destOrd="0" presId="urn:microsoft.com/office/officeart/2005/8/layout/hierarchy6"/>
    <dgm:cxn modelId="{FBFFE2D2-EA01-4B23-BA21-83BE00454CB3}" type="presParOf" srcId="{B6E15CBF-DC00-4732-BA5F-3F33C05B9608}" destId="{26447B95-BF41-4053-B594-BA39424D22E2}" srcOrd="2" destOrd="0" presId="urn:microsoft.com/office/officeart/2005/8/layout/hierarchy6"/>
    <dgm:cxn modelId="{6FD9D135-06B8-48F1-947A-E2370FF2B966}" type="presParOf" srcId="{B6E15CBF-DC00-4732-BA5F-3F33C05B9608}" destId="{D6BA5942-CFBE-47DF-AE55-759EACF9E7FA}" srcOrd="3" destOrd="0" presId="urn:microsoft.com/office/officeart/2005/8/layout/hierarchy6"/>
    <dgm:cxn modelId="{099AEADE-43F3-4923-89F2-801C35144AF7}" type="presParOf" srcId="{D6BA5942-CFBE-47DF-AE55-759EACF9E7FA}" destId="{D60076EF-8F4F-480B-B75A-8DA4B8D4998E}" srcOrd="0" destOrd="0" presId="urn:microsoft.com/office/officeart/2005/8/layout/hierarchy6"/>
    <dgm:cxn modelId="{EA4D7E4E-046B-4D45-B2D5-69782B3569C5}" type="presParOf" srcId="{D6BA5942-CFBE-47DF-AE55-759EACF9E7FA}" destId="{3A32C115-17FA-4578-AF47-DC465880A733}" srcOrd="1" destOrd="0" presId="urn:microsoft.com/office/officeart/2005/8/layout/hierarchy6"/>
    <dgm:cxn modelId="{9BA2851D-4A6B-405C-B84D-B490CBCCE8A5}" type="presParOf" srcId="{B6E15CBF-DC00-4732-BA5F-3F33C05B9608}" destId="{D4C1FF0C-C7D2-44CC-B959-F096654C7C70}" srcOrd="4" destOrd="0" presId="urn:microsoft.com/office/officeart/2005/8/layout/hierarchy6"/>
    <dgm:cxn modelId="{371CF82E-CA75-473D-BAB2-6F949B179CD3}" type="presParOf" srcId="{B6E15CBF-DC00-4732-BA5F-3F33C05B9608}" destId="{6430DFA6-80DD-404F-A4E2-A06DCF9EB14D}" srcOrd="5" destOrd="0" presId="urn:microsoft.com/office/officeart/2005/8/layout/hierarchy6"/>
    <dgm:cxn modelId="{1470E4AA-C7B2-4F59-928A-0BAC79C1A67F}" type="presParOf" srcId="{6430DFA6-80DD-404F-A4E2-A06DCF9EB14D}" destId="{57450EB1-599C-40C1-84B0-74C67FFBF874}" srcOrd="0" destOrd="0" presId="urn:microsoft.com/office/officeart/2005/8/layout/hierarchy6"/>
    <dgm:cxn modelId="{E0F04D12-68C6-4E36-AC24-9ED43039AB46}" type="presParOf" srcId="{6430DFA6-80DD-404F-A4E2-A06DCF9EB14D}" destId="{C2CD13CF-99F2-4FD2-A53C-59F2BFB1A1C7}" srcOrd="1" destOrd="0" presId="urn:microsoft.com/office/officeart/2005/8/layout/hierarchy6"/>
    <dgm:cxn modelId="{23D2A670-D7B9-46C0-97CF-891AE6380EDC}" type="presParOf" srcId="{64E30D78-AB81-4ABE-B6B3-344BC0890B26}" destId="{93B27BBF-70AC-4EB7-BC75-74779D07CEFF}" srcOrd="10" destOrd="0" presId="urn:microsoft.com/office/officeart/2005/8/layout/hierarchy6"/>
    <dgm:cxn modelId="{FA1B74C9-3187-43F4-BA17-7D8CBAA407CA}" type="presParOf" srcId="{64E30D78-AB81-4ABE-B6B3-344BC0890B26}" destId="{EAA8FB12-2ABD-4DF4-8F1C-F5BE7F947A65}" srcOrd="11" destOrd="0" presId="urn:microsoft.com/office/officeart/2005/8/layout/hierarchy6"/>
    <dgm:cxn modelId="{FAB68678-3D07-4C69-B25D-6DA8E3FC3145}" type="presParOf" srcId="{EAA8FB12-2ABD-4DF4-8F1C-F5BE7F947A65}" destId="{B0E71681-2328-4E9A-9000-FD0BEEECDB6A}" srcOrd="0" destOrd="0" presId="urn:microsoft.com/office/officeart/2005/8/layout/hierarchy6"/>
    <dgm:cxn modelId="{39146AC6-C80E-4F00-BC42-D7CC092F1272}" type="presParOf" srcId="{EAA8FB12-2ABD-4DF4-8F1C-F5BE7F947A65}" destId="{7FB3BBE5-C83E-45E6-BF66-C6FE4CF75653}" srcOrd="1" destOrd="0" presId="urn:microsoft.com/office/officeart/2005/8/layout/hierarchy6"/>
    <dgm:cxn modelId="{4A792B7D-4C1E-451E-8A54-573229017164}" type="presParOf" srcId="{7FB3BBE5-C83E-45E6-BF66-C6FE4CF75653}" destId="{23121D76-1391-4E71-8C48-A719E5D8B91B}" srcOrd="0" destOrd="0" presId="urn:microsoft.com/office/officeart/2005/8/layout/hierarchy6"/>
    <dgm:cxn modelId="{C17A169E-7B5B-4067-8333-686BD86D9CDA}" type="presParOf" srcId="{7FB3BBE5-C83E-45E6-BF66-C6FE4CF75653}" destId="{1B3AB476-D3A7-4F08-BC6C-CE299E863BDF}" srcOrd="1" destOrd="0" presId="urn:microsoft.com/office/officeart/2005/8/layout/hierarchy6"/>
    <dgm:cxn modelId="{65FC083B-6EFA-4C59-A41D-BD51283F98A7}" type="presParOf" srcId="{1B3AB476-D3A7-4F08-BC6C-CE299E863BDF}" destId="{BCF33F21-C122-4910-9E0C-1080AB10AA7C}" srcOrd="0" destOrd="0" presId="urn:microsoft.com/office/officeart/2005/8/layout/hierarchy6"/>
    <dgm:cxn modelId="{59D94CEB-8218-4A9F-B670-C4B8789E83E0}" type="presParOf" srcId="{1B3AB476-D3A7-4F08-BC6C-CE299E863BDF}" destId="{B7D7AF91-5A85-4E62-9FCF-7692C19AA67D}" srcOrd="1" destOrd="0" presId="urn:microsoft.com/office/officeart/2005/8/layout/hierarchy6"/>
    <dgm:cxn modelId="{58D011BE-8744-49F2-A00B-60A4E57A6346}" type="presParOf" srcId="{B7D7AF91-5A85-4E62-9FCF-7692C19AA67D}" destId="{6B948F26-0AAF-4431-891F-B026F8A514EF}" srcOrd="0" destOrd="0" presId="urn:microsoft.com/office/officeart/2005/8/layout/hierarchy6"/>
    <dgm:cxn modelId="{B3C62E71-0961-41CA-A8E6-C90C58F6AA62}" type="presParOf" srcId="{B7D7AF91-5A85-4E62-9FCF-7692C19AA67D}" destId="{57A1E4F7-1098-4618-90B4-43714477F8DB}" srcOrd="1" destOrd="0" presId="urn:microsoft.com/office/officeart/2005/8/layout/hierarchy6"/>
    <dgm:cxn modelId="{3F833A4F-6CE5-47AB-9FD6-D333BEF985F9}" type="presParOf" srcId="{57A1E4F7-1098-4618-90B4-43714477F8DB}" destId="{F138E062-88B5-4B84-810E-F6CED54871A6}" srcOrd="0" destOrd="0" presId="urn:microsoft.com/office/officeart/2005/8/layout/hierarchy6"/>
    <dgm:cxn modelId="{EA9279FA-49DD-4FAB-8854-6A8446908574}" type="presParOf" srcId="{57A1E4F7-1098-4618-90B4-43714477F8DB}" destId="{64E3C506-E5E0-4A6C-82B4-C95C4583CFD3}" srcOrd="1" destOrd="0" presId="urn:microsoft.com/office/officeart/2005/8/layout/hierarchy6"/>
    <dgm:cxn modelId="{E8A2B4C4-F941-4FA6-B406-859D79062AE2}" type="presParOf" srcId="{64E3C506-E5E0-4A6C-82B4-C95C4583CFD3}" destId="{6D7D4C73-4610-493E-A937-CDCE8E6D9725}" srcOrd="0" destOrd="0" presId="urn:microsoft.com/office/officeart/2005/8/layout/hierarchy6"/>
    <dgm:cxn modelId="{8D8D9694-A3C8-4CB0-9FB5-C007371F4FA3}" type="presParOf" srcId="{64E3C506-E5E0-4A6C-82B4-C95C4583CFD3}" destId="{8308E55E-1CCB-49AB-A875-FEFC0778BC31}" srcOrd="1" destOrd="0" presId="urn:microsoft.com/office/officeart/2005/8/layout/hierarchy6"/>
    <dgm:cxn modelId="{DAD847E8-3BC7-4B44-B1B5-E5639A0A4026}" type="presParOf" srcId="{8308E55E-1CCB-49AB-A875-FEFC0778BC31}" destId="{82E35392-E662-435D-AAA9-F4871E8E3ED3}" srcOrd="0" destOrd="0" presId="urn:microsoft.com/office/officeart/2005/8/layout/hierarchy6"/>
    <dgm:cxn modelId="{38979999-B304-491D-8DC8-4BB8F7DB76B6}" type="presParOf" srcId="{8308E55E-1CCB-49AB-A875-FEFC0778BC31}" destId="{E4C94D2A-EF7D-4AF3-A727-1BD626850055}" srcOrd="1" destOrd="0" presId="urn:microsoft.com/office/officeart/2005/8/layout/hierarchy6"/>
    <dgm:cxn modelId="{3D7141C4-71C3-42C7-B7D0-820B25F84C3C}" type="presParOf" srcId="{64E3C506-E5E0-4A6C-82B4-C95C4583CFD3}" destId="{15F622F6-CAD8-4B59-A5AD-3952660CC641}" srcOrd="2" destOrd="0" presId="urn:microsoft.com/office/officeart/2005/8/layout/hierarchy6"/>
    <dgm:cxn modelId="{537A363F-D11B-4BBB-9A2F-999611D86B1A}" type="presParOf" srcId="{64E3C506-E5E0-4A6C-82B4-C95C4583CFD3}" destId="{E3E2C883-E526-4DD2-B34B-4FDA8262CBDB}" srcOrd="3" destOrd="0" presId="urn:microsoft.com/office/officeart/2005/8/layout/hierarchy6"/>
    <dgm:cxn modelId="{D00067DE-E540-43D0-AE26-009B1337102F}" type="presParOf" srcId="{E3E2C883-E526-4DD2-B34B-4FDA8262CBDB}" destId="{772857FD-527F-462D-AD92-05A5434656E3}" srcOrd="0" destOrd="0" presId="urn:microsoft.com/office/officeart/2005/8/layout/hierarchy6"/>
    <dgm:cxn modelId="{1C4B57CB-437B-4A09-A607-2A2C3E206FCB}" type="presParOf" srcId="{E3E2C883-E526-4DD2-B34B-4FDA8262CBDB}" destId="{22C2824C-5C9A-4FF9-BB22-36192CD327DB}" srcOrd="1" destOrd="0" presId="urn:microsoft.com/office/officeart/2005/8/layout/hierarchy6"/>
    <dgm:cxn modelId="{9570121C-73D8-4887-9ACA-3607A7D3680A}" type="presParOf" srcId="{64E30D78-AB81-4ABE-B6B3-344BC0890B26}" destId="{E12820EC-2A2D-476A-AEB2-661B7E784057}" srcOrd="12" destOrd="0" presId="urn:microsoft.com/office/officeart/2005/8/layout/hierarchy6"/>
    <dgm:cxn modelId="{DB114550-7DF2-459E-AEEE-EE07B07A3574}" type="presParOf" srcId="{64E30D78-AB81-4ABE-B6B3-344BC0890B26}" destId="{521F8F56-88F1-431E-9979-A30704B41C53}" srcOrd="13" destOrd="0" presId="urn:microsoft.com/office/officeart/2005/8/layout/hierarchy6"/>
    <dgm:cxn modelId="{4F124CD6-F2AC-4FFC-848A-CD8655B33E21}" type="presParOf" srcId="{521F8F56-88F1-431E-9979-A30704B41C53}" destId="{7A2E3AD8-BE38-41CB-B949-145FCE9F2C60}" srcOrd="0" destOrd="0" presId="urn:microsoft.com/office/officeart/2005/8/layout/hierarchy6"/>
    <dgm:cxn modelId="{9D579C71-AE8D-444C-872C-10EDD4E57ED1}" type="presParOf" srcId="{521F8F56-88F1-431E-9979-A30704B41C53}" destId="{1F4B7D01-EEA8-4E53-B171-AE06433C17C7}" srcOrd="1" destOrd="0" presId="urn:microsoft.com/office/officeart/2005/8/layout/hierarchy6"/>
    <dgm:cxn modelId="{825BB31D-28E2-4236-AAC3-4EE964977DD0}" type="presParOf" srcId="{1F4B7D01-EEA8-4E53-B171-AE06433C17C7}" destId="{9C23A1E0-1ABC-43A0-8958-A9357C7AE469}" srcOrd="0" destOrd="0" presId="urn:microsoft.com/office/officeart/2005/8/layout/hierarchy6"/>
    <dgm:cxn modelId="{7D9E4511-2E09-4AEA-9028-A0DFC0F184FF}" type="presParOf" srcId="{1F4B7D01-EEA8-4E53-B171-AE06433C17C7}" destId="{2C0B0BCE-38C1-49AC-B13B-1633F9A71FBF}" srcOrd="1" destOrd="0" presId="urn:microsoft.com/office/officeart/2005/8/layout/hierarchy6"/>
    <dgm:cxn modelId="{08F99E52-751D-4BB3-BCBE-A607DD632D25}" type="presParOf" srcId="{2C0B0BCE-38C1-49AC-B13B-1633F9A71FBF}" destId="{25739E2B-833B-4B41-B677-F03667717AC5}" srcOrd="0" destOrd="0" presId="urn:microsoft.com/office/officeart/2005/8/layout/hierarchy6"/>
    <dgm:cxn modelId="{CBA1AD25-C03E-4900-A66C-94CCFC85211B}" type="presParOf" srcId="{2C0B0BCE-38C1-49AC-B13B-1633F9A71FBF}" destId="{947BB663-1E45-4727-9A27-7A2373FD81C1}" srcOrd="1" destOrd="0" presId="urn:microsoft.com/office/officeart/2005/8/layout/hierarchy6"/>
    <dgm:cxn modelId="{ED78A797-988C-4FB8-8AB6-FE9173E6939F}" type="presParOf" srcId="{947BB663-1E45-4727-9A27-7A2373FD81C1}" destId="{9CD0731B-CBD6-4D04-B4CF-B5BD478800FA}" srcOrd="0" destOrd="0" presId="urn:microsoft.com/office/officeart/2005/8/layout/hierarchy6"/>
    <dgm:cxn modelId="{0C257368-D300-4E25-BFEC-C9E66DB268C4}" type="presParOf" srcId="{947BB663-1E45-4727-9A27-7A2373FD81C1}" destId="{3A0BDA58-219E-47BB-8423-FF7E5B3AA5EF}" srcOrd="1" destOrd="0" presId="urn:microsoft.com/office/officeart/2005/8/layout/hierarchy6"/>
    <dgm:cxn modelId="{F5779125-AAA0-4C7F-8C4B-E9BF9D357C0F}" type="presParOf" srcId="{3A0BDA58-219E-47BB-8423-FF7E5B3AA5EF}" destId="{0DBD9E72-1BC0-46C4-A00D-F48D4CBC042F}" srcOrd="0" destOrd="0" presId="urn:microsoft.com/office/officeart/2005/8/layout/hierarchy6"/>
    <dgm:cxn modelId="{148E71EF-453C-4984-A503-DB3C3CC5B665}" type="presParOf" srcId="{3A0BDA58-219E-47BB-8423-FF7E5B3AA5EF}" destId="{DFEF1113-EEC1-4A35-B032-72620CCA009C}" srcOrd="1" destOrd="0" presId="urn:microsoft.com/office/officeart/2005/8/layout/hierarchy6"/>
    <dgm:cxn modelId="{89112174-EFD1-4712-91F1-BF70EECEEBA7}" type="presParOf" srcId="{DFEF1113-EEC1-4A35-B032-72620CCA009C}" destId="{1350CD0E-EDB1-4321-A00C-C9736A3D8042}" srcOrd="0" destOrd="0" presId="urn:microsoft.com/office/officeart/2005/8/layout/hierarchy6"/>
    <dgm:cxn modelId="{B1423392-6AA6-4CD5-A1E3-527E287E3413}" type="presParOf" srcId="{DFEF1113-EEC1-4A35-B032-72620CCA009C}" destId="{E3154B9C-871C-46DB-A233-5D4FA834FA5A}" srcOrd="1" destOrd="0" presId="urn:microsoft.com/office/officeart/2005/8/layout/hierarchy6"/>
    <dgm:cxn modelId="{8B49BBD8-B8B1-4249-90EA-7A7BFD87F22C}" type="presParOf" srcId="{E3154B9C-871C-46DB-A233-5D4FA834FA5A}" destId="{563A982E-CE1F-4504-9BEE-BFB9E733821B}" srcOrd="0" destOrd="0" presId="urn:microsoft.com/office/officeart/2005/8/layout/hierarchy6"/>
    <dgm:cxn modelId="{0715319F-E4E5-4D25-B3E2-ECE3C50A0409}" type="presParOf" srcId="{E3154B9C-871C-46DB-A233-5D4FA834FA5A}" destId="{69ACF196-D76D-4047-A492-D567897ED664}" srcOrd="1" destOrd="0" presId="urn:microsoft.com/office/officeart/2005/8/layout/hierarchy6"/>
    <dgm:cxn modelId="{7A0E9C99-2069-4EC0-B7B2-DA7199075568}" type="presParOf" srcId="{DFEF1113-EEC1-4A35-B032-72620CCA009C}" destId="{E3EBC34F-8A5B-4E42-B9E7-2C71E94C9659}" srcOrd="2" destOrd="0" presId="urn:microsoft.com/office/officeart/2005/8/layout/hierarchy6"/>
    <dgm:cxn modelId="{8BEEE973-C8F2-4089-AB5C-11DE3A2356F2}" type="presParOf" srcId="{DFEF1113-EEC1-4A35-B032-72620CCA009C}" destId="{5DDFC877-5E63-4577-BD27-ADC0879B07FE}" srcOrd="3" destOrd="0" presId="urn:microsoft.com/office/officeart/2005/8/layout/hierarchy6"/>
    <dgm:cxn modelId="{2499BA8F-553D-4A4D-8905-F64D6FEDB340}" type="presParOf" srcId="{5DDFC877-5E63-4577-BD27-ADC0879B07FE}" destId="{96CA3CA5-42DB-4C4D-B534-38B50C107785}" srcOrd="0" destOrd="0" presId="urn:microsoft.com/office/officeart/2005/8/layout/hierarchy6"/>
    <dgm:cxn modelId="{8AF856D2-CB58-4ADB-B1DE-AA8B1D1B874B}" type="presParOf" srcId="{5DDFC877-5E63-4577-BD27-ADC0879B07FE}" destId="{2A7FAF03-E4A9-419E-BA7A-F9B8A4307EEA}" srcOrd="1" destOrd="0" presId="urn:microsoft.com/office/officeart/2005/8/layout/hierarchy6"/>
    <dgm:cxn modelId="{22C8A344-C75E-472E-B505-8988D331F114}" type="presParOf" srcId="{301BEAB5-922C-42D4-AD9D-F9A2272F68ED}" destId="{284C7F49-840D-46A8-AFC7-ADDF7E7C7485}" srcOrd="1" destOrd="0" presId="urn:microsoft.com/office/officeart/2005/8/layout/hierarchy6"/>
    <dgm:cxn modelId="{7A66F8E9-7E50-4724-A9F4-0E8AE1C0CE16}" type="presParOf" srcId="{284C7F49-840D-46A8-AFC7-ADDF7E7C7485}" destId="{ED5F294D-69D3-4DB2-B07D-489FBB22EB7A}" srcOrd="0" destOrd="0" presId="urn:microsoft.com/office/officeart/2005/8/layout/hierarchy6"/>
    <dgm:cxn modelId="{932F119F-24E8-4750-9B99-E06CD122C9D4}" type="presParOf" srcId="{ED5F294D-69D3-4DB2-B07D-489FBB22EB7A}" destId="{014802B2-07BB-4688-B94C-0D038B12C24E}" srcOrd="0" destOrd="0" presId="urn:microsoft.com/office/officeart/2005/8/layout/hierarchy6"/>
    <dgm:cxn modelId="{015BE804-EB24-4F36-8F32-775FD8AD616E}" type="presParOf" srcId="{ED5F294D-69D3-4DB2-B07D-489FBB22EB7A}" destId="{EB71B4F8-41D0-4989-8BA5-7DB12C18F499}" srcOrd="1" destOrd="0" presId="urn:microsoft.com/office/officeart/2005/8/layout/hierarchy6"/>
    <dgm:cxn modelId="{C5FFE5B7-C611-48C9-B3F7-1684E164F67C}" type="presParOf" srcId="{284C7F49-840D-46A8-AFC7-ADDF7E7C7485}" destId="{1608514C-478D-46C0-A2E7-657AB5D13D2C}" srcOrd="1" destOrd="0" presId="urn:microsoft.com/office/officeart/2005/8/layout/hierarchy6"/>
    <dgm:cxn modelId="{922E2D49-93AF-414D-87C3-CB826DB0D6F2}" type="presParOf" srcId="{1608514C-478D-46C0-A2E7-657AB5D13D2C}" destId="{D9714719-607F-4060-965B-7DE01BBF82D4}" srcOrd="0" destOrd="0" presId="urn:microsoft.com/office/officeart/2005/8/layout/hierarchy6"/>
    <dgm:cxn modelId="{03736A74-7AC7-45B0-9D1D-BBCCF18711FB}" type="presParOf" srcId="{284C7F49-840D-46A8-AFC7-ADDF7E7C7485}" destId="{C0487A3A-BDA9-4835-8C45-9856C740C4C6}" srcOrd="2" destOrd="0" presId="urn:microsoft.com/office/officeart/2005/8/layout/hierarchy6"/>
    <dgm:cxn modelId="{4EAAC998-741E-4401-A1FA-5B0B943279A5}" type="presParOf" srcId="{C0487A3A-BDA9-4835-8C45-9856C740C4C6}" destId="{07053A06-472D-4A2C-A9E9-17EBB754DAF1}" srcOrd="0" destOrd="0" presId="urn:microsoft.com/office/officeart/2005/8/layout/hierarchy6"/>
    <dgm:cxn modelId="{FF87DDE6-8050-4BFD-AFAA-DDF98CFDB2C0}" type="presParOf" srcId="{C0487A3A-BDA9-4835-8C45-9856C740C4C6}" destId="{CD252F94-985F-41B9-A0C8-2A8272E25280}" srcOrd="1" destOrd="0" presId="urn:microsoft.com/office/officeart/2005/8/layout/hierarchy6"/>
    <dgm:cxn modelId="{CC4328AD-66B0-49BF-AA44-98B8A7AC78C2}" type="presParOf" srcId="{284C7F49-840D-46A8-AFC7-ADDF7E7C7485}" destId="{BA4A9ACA-E158-4004-AA29-1E112AC713CF}" srcOrd="3" destOrd="0" presId="urn:microsoft.com/office/officeart/2005/8/layout/hierarchy6"/>
    <dgm:cxn modelId="{E415B2F5-55FC-485B-8F93-ACD0A54BA644}" type="presParOf" srcId="{BA4A9ACA-E158-4004-AA29-1E112AC713CF}" destId="{80076C8B-7689-4881-8253-FC56945FEB69}" srcOrd="0" destOrd="0" presId="urn:microsoft.com/office/officeart/2005/8/layout/hierarchy6"/>
    <dgm:cxn modelId="{091C4F91-0988-431E-A111-6B9065543AE2}" type="presParOf" srcId="{284C7F49-840D-46A8-AFC7-ADDF7E7C7485}" destId="{A023316E-93DB-4724-A568-6DF9CB07F472}" srcOrd="4" destOrd="0" presId="urn:microsoft.com/office/officeart/2005/8/layout/hierarchy6"/>
    <dgm:cxn modelId="{20D9882D-6808-49EC-885A-721A22264FC3}" type="presParOf" srcId="{A023316E-93DB-4724-A568-6DF9CB07F472}" destId="{FA332A0C-2849-4585-B71A-A76D51989715}" srcOrd="0" destOrd="0" presId="urn:microsoft.com/office/officeart/2005/8/layout/hierarchy6"/>
    <dgm:cxn modelId="{42815C0F-4DD6-4DE8-8226-468F306AF497}" type="presParOf" srcId="{A023316E-93DB-4724-A568-6DF9CB07F472}" destId="{2F7E2E01-AF53-4636-BDED-309D3B2029DC}" srcOrd="1" destOrd="0" presId="urn:microsoft.com/office/officeart/2005/8/layout/hierarchy6"/>
    <dgm:cxn modelId="{0D1D9A44-DB34-4D41-A6B3-C2523577EAB9}" type="presParOf" srcId="{284C7F49-840D-46A8-AFC7-ADDF7E7C7485}" destId="{A9108BE7-EE37-47E5-AF5D-71CB39E9E4AE}" srcOrd="5" destOrd="0" presId="urn:microsoft.com/office/officeart/2005/8/layout/hierarchy6"/>
    <dgm:cxn modelId="{2E0DC940-64AE-42EE-9040-616EF2CA4285}" type="presParOf" srcId="{A9108BE7-EE37-47E5-AF5D-71CB39E9E4AE}" destId="{E1477CE3-F965-4181-98F9-D4BA3722EF78}" srcOrd="0" destOrd="0" presId="urn:microsoft.com/office/officeart/2005/8/layout/hierarchy6"/>
    <dgm:cxn modelId="{E79E7E13-B214-4DD0-8E5B-0D3694BE6747}" type="presParOf" srcId="{284C7F49-840D-46A8-AFC7-ADDF7E7C7485}" destId="{B38027D0-225B-4A31-90BF-4FFA6637EA06}" srcOrd="6" destOrd="0" presId="urn:microsoft.com/office/officeart/2005/8/layout/hierarchy6"/>
    <dgm:cxn modelId="{27E5B13B-2D13-4EA2-AB29-ECF2F3217289}" type="presParOf" srcId="{B38027D0-225B-4A31-90BF-4FFA6637EA06}" destId="{76B53B08-C371-4F8C-9A26-4B322526E5F5}" srcOrd="0" destOrd="0" presId="urn:microsoft.com/office/officeart/2005/8/layout/hierarchy6"/>
    <dgm:cxn modelId="{A42D467B-269E-4977-BE07-E2FD59CAFC33}" type="presParOf" srcId="{B38027D0-225B-4A31-90BF-4FFA6637EA06}" destId="{6B84D8CD-5C05-48DC-8FFA-51B33DFB8274}" srcOrd="1" destOrd="0" presId="urn:microsoft.com/office/officeart/2005/8/layout/hierarchy6"/>
    <dgm:cxn modelId="{ECFE24C6-8478-42B1-A645-BDC0E1044104}" type="presParOf" srcId="{284C7F49-840D-46A8-AFC7-ADDF7E7C7485}" destId="{8AD19030-7FF5-4D23-A742-6C498675F11C}" srcOrd="7" destOrd="0" presId="urn:microsoft.com/office/officeart/2005/8/layout/hierarchy6"/>
    <dgm:cxn modelId="{570FE29B-3A85-4455-9E26-F40542665311}" type="presParOf" srcId="{8AD19030-7FF5-4D23-A742-6C498675F11C}" destId="{B7C8E68E-297D-4899-8251-4AC07F2EF231}" srcOrd="0" destOrd="0" presId="urn:microsoft.com/office/officeart/2005/8/layout/hierarchy6"/>
    <dgm:cxn modelId="{8BC4C08B-6139-4FD4-85BD-A1BC8815B2AB}" type="presParOf" srcId="{284C7F49-840D-46A8-AFC7-ADDF7E7C7485}" destId="{D9C443D1-2CF9-4D30-835C-986C8473154B}" srcOrd="8" destOrd="0" presId="urn:microsoft.com/office/officeart/2005/8/layout/hierarchy6"/>
    <dgm:cxn modelId="{4AB9AAE2-DD65-468C-B4FB-03FF69C0BAE4}" type="presParOf" srcId="{D9C443D1-2CF9-4D30-835C-986C8473154B}" destId="{773EB694-F8B3-4BE5-A237-94283C7EC0EA}" srcOrd="0" destOrd="0" presId="urn:microsoft.com/office/officeart/2005/8/layout/hierarchy6"/>
    <dgm:cxn modelId="{2FB4B9D3-12D3-40FE-BD19-16F2ED45AC5D}" type="presParOf" srcId="{D9C443D1-2CF9-4D30-835C-986C8473154B}" destId="{131A5A08-2612-4C84-9479-861A70221B00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EBB00D-F30A-4DB4-B6B8-6DE03F6B3127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94D3C423-124D-4D9E-89E8-16E03321827E}">
      <dgm:prSet phldrT="[텍스트]" custT="1"/>
      <dgm:spPr/>
      <dgm:t>
        <a:bodyPr/>
        <a:lstStyle/>
        <a:p>
          <a:pPr latinLnBrk="1"/>
          <a:r>
            <a:rPr lang="en-US" altLang="en-US" sz="1400" dirty="0" err="1" smtClean="0"/>
            <a:t>CDoWorkGlassSequenceEngine</a:t>
          </a:r>
          <a:r>
            <a:rPr lang="en-US" altLang="en-US" sz="1400" dirty="0" smtClean="0"/>
            <a:t>::</a:t>
          </a:r>
          <a:r>
            <a:rPr lang="en-US" altLang="en-US" sz="1400" dirty="0" err="1" smtClean="0"/>
            <a:t>ThreadRun</a:t>
          </a:r>
          <a:r>
            <a:rPr lang="en-US" altLang="en-US" sz="1400" dirty="0" smtClean="0"/>
            <a:t>()</a:t>
          </a:r>
          <a:endParaRPr lang="ko-KR" altLang="en-US" sz="1400" dirty="0"/>
        </a:p>
      </dgm:t>
    </dgm:pt>
    <dgm:pt modelId="{F4329DF4-98CE-4FBF-B070-BEA3FBECBAC4}" type="parTrans" cxnId="{FA87BB07-7C47-49EA-9325-3B26FDA78E17}">
      <dgm:prSet/>
      <dgm:spPr/>
      <dgm:t>
        <a:bodyPr/>
        <a:lstStyle/>
        <a:p>
          <a:pPr latinLnBrk="1"/>
          <a:endParaRPr lang="ko-KR" altLang="en-US"/>
        </a:p>
      </dgm:t>
    </dgm:pt>
    <dgm:pt modelId="{02149D9F-820C-4189-832A-3EA6601EFA00}" type="sibTrans" cxnId="{FA87BB07-7C47-49EA-9325-3B26FDA78E17}">
      <dgm:prSet/>
      <dgm:spPr/>
      <dgm:t>
        <a:bodyPr/>
        <a:lstStyle/>
        <a:p>
          <a:pPr latinLnBrk="1"/>
          <a:endParaRPr lang="ko-KR" altLang="en-US"/>
        </a:p>
      </dgm:t>
    </dgm:pt>
    <dgm:pt modelId="{36AECB56-584E-4E29-888C-1EB90BFF7AD4}">
      <dgm:prSet phldrT="[텍스트]" custT="1"/>
      <dgm:spPr/>
      <dgm:t>
        <a:bodyPr/>
        <a:lstStyle/>
        <a:p>
          <a:pPr latinLnBrk="1"/>
          <a:r>
            <a:rPr lang="ko-KR" altLang="en-US" sz="1000" dirty="0" smtClean="0"/>
            <a:t>측정 시작</a:t>
          </a:r>
          <a:endParaRPr lang="ko-KR" altLang="en-US" sz="1000" dirty="0"/>
        </a:p>
      </dgm:t>
    </dgm:pt>
    <dgm:pt modelId="{505CE95A-54AD-47A9-8E50-5209CF9528E6}" type="parTrans" cxnId="{64873AE7-B471-44D5-939A-40DB97EEBE43}">
      <dgm:prSet/>
      <dgm:spPr/>
      <dgm:t>
        <a:bodyPr/>
        <a:lstStyle/>
        <a:p>
          <a:pPr latinLnBrk="1"/>
          <a:endParaRPr lang="ko-KR" altLang="en-US"/>
        </a:p>
      </dgm:t>
    </dgm:pt>
    <dgm:pt modelId="{6DF139F7-F5D5-4F40-A2F8-F5468436B838}" type="sibTrans" cxnId="{64873AE7-B471-44D5-939A-40DB97EEBE43}">
      <dgm:prSet/>
      <dgm:spPr/>
      <dgm:t>
        <a:bodyPr/>
        <a:lstStyle/>
        <a:p>
          <a:pPr latinLnBrk="1"/>
          <a:endParaRPr lang="ko-KR" altLang="en-US"/>
        </a:p>
      </dgm:t>
    </dgm:pt>
    <dgm:pt modelId="{45EDA345-ACC9-4493-856D-4F283818FC5A}">
      <dgm:prSet phldrT="[텍스트]" custT="1"/>
      <dgm:spPr/>
      <dgm:t>
        <a:bodyPr/>
        <a:lstStyle/>
        <a:p>
          <a:pPr latinLnBrk="1"/>
          <a:r>
            <a:rPr lang="en-US" altLang="en-US" sz="1400" dirty="0" err="1" smtClean="0"/>
            <a:t>CDoWorkGlassSequenceEngine</a:t>
          </a:r>
          <a:r>
            <a:rPr lang="en-US" altLang="en-US" sz="1400" dirty="0" smtClean="0"/>
            <a:t>::</a:t>
          </a:r>
          <a:r>
            <a:rPr lang="en-US" altLang="en-US" sz="1400" dirty="0" err="1" smtClean="0"/>
            <a:t>ThreadRu_nSequence</a:t>
          </a:r>
          <a:r>
            <a:rPr lang="en-US" altLang="en-US" sz="1400" dirty="0" smtClean="0"/>
            <a:t>()</a:t>
          </a:r>
          <a:endParaRPr lang="ko-KR" altLang="en-US" sz="1400" dirty="0"/>
        </a:p>
      </dgm:t>
    </dgm:pt>
    <dgm:pt modelId="{B8439F5E-3529-47F3-B1B0-1FC3F013691B}" type="parTrans" cxnId="{BC554B54-13D1-444C-ACDF-40C064E6705E}">
      <dgm:prSet/>
      <dgm:spPr/>
      <dgm:t>
        <a:bodyPr/>
        <a:lstStyle/>
        <a:p>
          <a:pPr latinLnBrk="1"/>
          <a:endParaRPr lang="ko-KR" altLang="en-US"/>
        </a:p>
      </dgm:t>
    </dgm:pt>
    <dgm:pt modelId="{86204372-94BA-401A-82DC-49DDB7D9DBEB}" type="sibTrans" cxnId="{BC554B54-13D1-444C-ACDF-40C064E6705E}">
      <dgm:prSet/>
      <dgm:spPr/>
      <dgm:t>
        <a:bodyPr/>
        <a:lstStyle/>
        <a:p>
          <a:pPr latinLnBrk="1"/>
          <a:endParaRPr lang="ko-KR" altLang="en-US"/>
        </a:p>
      </dgm:t>
    </dgm:pt>
    <dgm:pt modelId="{B3B63D87-D730-4E72-B43B-F1D21229C4F3}">
      <dgm:prSet phldrT="[텍스트]"/>
      <dgm:spPr/>
      <dgm:t>
        <a:bodyPr/>
        <a:lstStyle/>
        <a:p>
          <a:pPr latinLnBrk="1"/>
          <a:r>
            <a:rPr lang="ko-KR" altLang="en-US" dirty="0" smtClean="0"/>
            <a:t>측정 시퀀스 동작</a:t>
          </a:r>
          <a:endParaRPr lang="ko-KR" altLang="en-US" dirty="0"/>
        </a:p>
      </dgm:t>
    </dgm:pt>
    <dgm:pt modelId="{6752356D-4B6A-4106-9CA8-F5D986069134}" type="parTrans" cxnId="{F05F4830-AF71-49D9-ADCE-FC33A45791DA}">
      <dgm:prSet/>
      <dgm:spPr/>
      <dgm:t>
        <a:bodyPr/>
        <a:lstStyle/>
        <a:p>
          <a:pPr latinLnBrk="1"/>
          <a:endParaRPr lang="ko-KR" altLang="en-US"/>
        </a:p>
      </dgm:t>
    </dgm:pt>
    <dgm:pt modelId="{EE262D82-31CF-4197-A88B-69DC0B4D2439}" type="sibTrans" cxnId="{F05F4830-AF71-49D9-ADCE-FC33A45791DA}">
      <dgm:prSet/>
      <dgm:spPr/>
      <dgm:t>
        <a:bodyPr/>
        <a:lstStyle/>
        <a:p>
          <a:pPr latinLnBrk="1"/>
          <a:endParaRPr lang="ko-KR" altLang="en-US"/>
        </a:p>
      </dgm:t>
    </dgm:pt>
    <dgm:pt modelId="{AE147D9F-050A-4BAA-B8EC-C888AA26A9AC}">
      <dgm:prSet phldrT="[텍스트]" custT="1"/>
      <dgm:spPr/>
      <dgm:t>
        <a:bodyPr/>
        <a:lstStyle/>
        <a:p>
          <a:pPr latinLnBrk="1"/>
          <a:r>
            <a:rPr lang="en-US" altLang="en-US" sz="1400" dirty="0" err="1" smtClean="0"/>
            <a:t>ThreadRun</a:t>
          </a:r>
          <a:r>
            <a:rPr lang="en-US" altLang="en-US" sz="1400" dirty="0" smtClean="0"/>
            <a:t>()</a:t>
          </a:r>
          <a:endParaRPr lang="ko-KR" altLang="en-US" sz="1400" dirty="0"/>
        </a:p>
      </dgm:t>
    </dgm:pt>
    <dgm:pt modelId="{0DC7CBA6-5784-421A-BAAA-B8720EB76421}" type="parTrans" cxnId="{69E46824-2E68-4793-B6D7-C0A0EE75A6EC}">
      <dgm:prSet/>
      <dgm:spPr/>
      <dgm:t>
        <a:bodyPr/>
        <a:lstStyle/>
        <a:p>
          <a:pPr latinLnBrk="1"/>
          <a:endParaRPr lang="ko-KR" altLang="en-US"/>
        </a:p>
      </dgm:t>
    </dgm:pt>
    <dgm:pt modelId="{3D6B0649-335C-48FB-AE34-E7AA2D85050C}" type="sibTrans" cxnId="{69E46824-2E68-4793-B6D7-C0A0EE75A6EC}">
      <dgm:prSet/>
      <dgm:spPr/>
      <dgm:t>
        <a:bodyPr/>
        <a:lstStyle/>
        <a:p>
          <a:pPr latinLnBrk="1"/>
          <a:endParaRPr lang="ko-KR" altLang="en-US"/>
        </a:p>
      </dgm:t>
    </dgm:pt>
    <dgm:pt modelId="{6D63CA7E-89AC-4574-8351-7107FF56A4CD}">
      <dgm:prSet phldrT="[텍스트]"/>
      <dgm:spPr/>
      <dgm:t>
        <a:bodyPr/>
        <a:lstStyle/>
        <a:p>
          <a:pPr latinLnBrk="1"/>
          <a:r>
            <a:rPr lang="en-US" altLang="ko-KR" dirty="0" smtClean="0"/>
            <a:t>Vector</a:t>
          </a:r>
          <a:r>
            <a:rPr lang="ko-KR" altLang="en-US" dirty="0" smtClean="0"/>
            <a:t> 스레드 동작</a:t>
          </a:r>
          <a:endParaRPr lang="ko-KR" altLang="en-US" dirty="0"/>
        </a:p>
      </dgm:t>
    </dgm:pt>
    <dgm:pt modelId="{9B19C5F1-DF83-4455-80F9-7D9F3FCDAE56}" type="parTrans" cxnId="{2BE73EE0-5F9E-44EB-910D-9985DE5D87C8}">
      <dgm:prSet/>
      <dgm:spPr/>
      <dgm:t>
        <a:bodyPr/>
        <a:lstStyle/>
        <a:p>
          <a:pPr latinLnBrk="1"/>
          <a:endParaRPr lang="ko-KR" altLang="en-US"/>
        </a:p>
      </dgm:t>
    </dgm:pt>
    <dgm:pt modelId="{C7935CC0-D5BE-4697-8D05-536D7CE1914D}" type="sibTrans" cxnId="{2BE73EE0-5F9E-44EB-910D-9985DE5D87C8}">
      <dgm:prSet/>
      <dgm:spPr/>
      <dgm:t>
        <a:bodyPr/>
        <a:lstStyle/>
        <a:p>
          <a:pPr latinLnBrk="1"/>
          <a:endParaRPr lang="ko-KR" altLang="en-US"/>
        </a:p>
      </dgm:t>
    </dgm:pt>
    <dgm:pt modelId="{2B8D8CAC-CFA4-4B72-A4A1-B641C191C482}">
      <dgm:prSet phldrT="[텍스트]" custT="1"/>
      <dgm:spPr/>
      <dgm:t>
        <a:bodyPr/>
        <a:lstStyle/>
        <a:p>
          <a:pPr latinLnBrk="1"/>
          <a:r>
            <a:rPr lang="en-US" altLang="en-US" sz="1400" dirty="0" smtClean="0"/>
            <a:t>Run()</a:t>
          </a:r>
          <a:endParaRPr lang="ko-KR" altLang="en-US" sz="1400" dirty="0"/>
        </a:p>
      </dgm:t>
    </dgm:pt>
    <dgm:pt modelId="{877B11A5-428D-463F-9F1C-61F687EE50DD}" type="parTrans" cxnId="{0D414025-4B41-4964-A695-89205E948595}">
      <dgm:prSet/>
      <dgm:spPr/>
      <dgm:t>
        <a:bodyPr/>
        <a:lstStyle/>
        <a:p>
          <a:pPr latinLnBrk="1"/>
          <a:endParaRPr lang="ko-KR" altLang="en-US"/>
        </a:p>
      </dgm:t>
    </dgm:pt>
    <dgm:pt modelId="{53BC5B8A-6D53-4962-A6A2-EEB34A177B02}" type="sibTrans" cxnId="{0D414025-4B41-4964-A695-89205E948595}">
      <dgm:prSet/>
      <dgm:spPr/>
      <dgm:t>
        <a:bodyPr/>
        <a:lstStyle/>
        <a:p>
          <a:pPr latinLnBrk="1"/>
          <a:endParaRPr lang="ko-KR" altLang="en-US"/>
        </a:p>
      </dgm:t>
    </dgm:pt>
    <dgm:pt modelId="{B1B07EF7-FBBF-40FF-9F93-7C245B8B88D4}">
      <dgm:prSet phldrT="[텍스트]" custT="1"/>
      <dgm:spPr/>
      <dgm:t>
        <a:bodyPr/>
        <a:lstStyle/>
        <a:p>
          <a:pPr latinLnBrk="1"/>
          <a:r>
            <a:rPr lang="en-US" altLang="ko-KR" sz="1100" dirty="0" smtClean="0">
              <a:latin typeface="+mn-lt"/>
            </a:rPr>
            <a:t>Step </a:t>
          </a:r>
          <a:r>
            <a:rPr lang="ko-KR" altLang="en-US" sz="1100" dirty="0" smtClean="0">
              <a:latin typeface="+mn-lt"/>
            </a:rPr>
            <a:t>함수 동작</a:t>
          </a:r>
          <a:endParaRPr lang="ko-KR" altLang="en-US" sz="1100" dirty="0">
            <a:latin typeface="+mn-lt"/>
          </a:endParaRPr>
        </a:p>
      </dgm:t>
    </dgm:pt>
    <dgm:pt modelId="{F3700EB4-75AC-4324-8B1C-002DEF4D4106}" type="sibTrans" cxnId="{DC628D70-D17E-4860-8D8E-A0AC397BD47D}">
      <dgm:prSet/>
      <dgm:spPr/>
      <dgm:t>
        <a:bodyPr/>
        <a:lstStyle/>
        <a:p>
          <a:pPr latinLnBrk="1"/>
          <a:endParaRPr lang="ko-KR" altLang="en-US"/>
        </a:p>
      </dgm:t>
    </dgm:pt>
    <dgm:pt modelId="{63359F1A-FBF9-4A2F-AD15-2D7D6C7EBBDC}" type="parTrans" cxnId="{DC628D70-D17E-4860-8D8E-A0AC397BD47D}">
      <dgm:prSet/>
      <dgm:spPr/>
      <dgm:t>
        <a:bodyPr/>
        <a:lstStyle/>
        <a:p>
          <a:pPr latinLnBrk="1"/>
          <a:endParaRPr lang="ko-KR" altLang="en-US"/>
        </a:p>
      </dgm:t>
    </dgm:pt>
    <dgm:pt modelId="{0C96DF25-2AC0-4613-A834-ED5CC1587FAD}">
      <dgm:prSet phldrT="[텍스트]" custT="1"/>
      <dgm:spPr/>
      <dgm:t>
        <a:bodyPr/>
        <a:lstStyle/>
        <a:p>
          <a:pPr latinLnBrk="1"/>
          <a:r>
            <a:rPr lang="ko-KR" altLang="en-US" sz="1000" dirty="0" smtClean="0"/>
            <a:t> </a:t>
          </a:r>
          <a:r>
            <a:rPr lang="en-US" altLang="ko-KR" sz="1000" dirty="0" smtClean="0"/>
            <a:t>Glass ID </a:t>
          </a:r>
          <a:r>
            <a:rPr lang="ko-KR" altLang="en-US" sz="1000" dirty="0" smtClean="0"/>
            <a:t>및 정보 </a:t>
          </a:r>
          <a:r>
            <a:rPr lang="ko-KR" altLang="en-US" sz="1000" dirty="0" err="1" smtClean="0"/>
            <a:t>셋팅</a:t>
          </a:r>
          <a:endParaRPr lang="ko-KR" altLang="en-US" sz="1000" dirty="0"/>
        </a:p>
      </dgm:t>
    </dgm:pt>
    <dgm:pt modelId="{8BF70296-08E5-4C3E-BEBD-4D866A97F7DE}" type="parTrans" cxnId="{A87BD74D-1E8C-44BB-BAAB-8466D8C8EEF7}">
      <dgm:prSet/>
      <dgm:spPr/>
      <dgm:t>
        <a:bodyPr/>
        <a:lstStyle/>
        <a:p>
          <a:pPr latinLnBrk="1"/>
          <a:endParaRPr lang="ko-KR" altLang="en-US"/>
        </a:p>
      </dgm:t>
    </dgm:pt>
    <dgm:pt modelId="{245822C1-4B74-41C2-B292-332D42768339}" type="sibTrans" cxnId="{A87BD74D-1E8C-44BB-BAAB-8466D8C8EEF7}">
      <dgm:prSet/>
      <dgm:spPr/>
      <dgm:t>
        <a:bodyPr/>
        <a:lstStyle/>
        <a:p>
          <a:pPr latinLnBrk="1"/>
          <a:endParaRPr lang="ko-KR" altLang="en-US"/>
        </a:p>
      </dgm:t>
    </dgm:pt>
    <dgm:pt modelId="{6FCC93BD-B104-49B5-A0CF-422929D1FF16}">
      <dgm:prSet phldrT="[텍스트]" custT="1"/>
      <dgm:spPr/>
      <dgm:t>
        <a:bodyPr/>
        <a:lstStyle/>
        <a:p>
          <a:pPr latinLnBrk="1"/>
          <a:r>
            <a:rPr lang="en-US" altLang="ko-KR" sz="1000" dirty="0" smtClean="0"/>
            <a:t> </a:t>
          </a:r>
          <a:r>
            <a:rPr lang="en-US" altLang="en-US" sz="1000" dirty="0" err="1" smtClean="0"/>
            <a:t>ThreadRu_nSequence</a:t>
          </a:r>
          <a:r>
            <a:rPr lang="ko-KR" altLang="en-US" sz="1000" dirty="0" smtClean="0"/>
            <a:t> 반복 수행</a:t>
          </a:r>
          <a:endParaRPr lang="ko-KR" altLang="en-US" sz="1000" dirty="0"/>
        </a:p>
      </dgm:t>
    </dgm:pt>
    <dgm:pt modelId="{661D92D1-F306-4C33-9AB5-E98A973A4A1D}" type="parTrans" cxnId="{53ABF6D0-10AE-45D1-9D5F-A0B26522B0F9}">
      <dgm:prSet/>
      <dgm:spPr/>
      <dgm:t>
        <a:bodyPr/>
        <a:lstStyle/>
        <a:p>
          <a:pPr latinLnBrk="1"/>
          <a:endParaRPr lang="ko-KR" altLang="en-US"/>
        </a:p>
      </dgm:t>
    </dgm:pt>
    <dgm:pt modelId="{AB2DE557-D263-4FDA-92AA-6143827ED71D}" type="sibTrans" cxnId="{53ABF6D0-10AE-45D1-9D5F-A0B26522B0F9}">
      <dgm:prSet/>
      <dgm:spPr/>
      <dgm:t>
        <a:bodyPr/>
        <a:lstStyle/>
        <a:p>
          <a:pPr latinLnBrk="1"/>
          <a:endParaRPr lang="ko-KR" altLang="en-US"/>
        </a:p>
      </dgm:t>
    </dgm:pt>
    <dgm:pt modelId="{64226658-35A5-4015-8F3F-70AD3CBD307F}">
      <dgm:prSet phldrT="[텍스트]"/>
      <dgm:spPr/>
      <dgm:t>
        <a:bodyPr/>
        <a:lstStyle/>
        <a:p>
          <a:pPr latinLnBrk="1"/>
          <a:r>
            <a:rPr lang="ko-KR" altLang="en-US" dirty="0" smtClean="0"/>
            <a:t>완료 대기</a:t>
          </a:r>
          <a:endParaRPr lang="ko-KR" altLang="en-US" dirty="0"/>
        </a:p>
      </dgm:t>
    </dgm:pt>
    <dgm:pt modelId="{A3CD6CC0-730C-474B-AF95-278107D4123C}" type="parTrans" cxnId="{DC0CF8C5-130A-49CE-A76D-DF189FECA76A}">
      <dgm:prSet/>
      <dgm:spPr/>
      <dgm:t>
        <a:bodyPr/>
        <a:lstStyle/>
        <a:p>
          <a:pPr latinLnBrk="1"/>
          <a:endParaRPr lang="ko-KR" altLang="en-US"/>
        </a:p>
      </dgm:t>
    </dgm:pt>
    <dgm:pt modelId="{D3B9B908-4305-4AEF-A485-2FFEE98D2A02}" type="sibTrans" cxnId="{DC0CF8C5-130A-49CE-A76D-DF189FECA76A}">
      <dgm:prSet/>
      <dgm:spPr/>
      <dgm:t>
        <a:bodyPr/>
        <a:lstStyle/>
        <a:p>
          <a:pPr latinLnBrk="1"/>
          <a:endParaRPr lang="ko-KR" altLang="en-US"/>
        </a:p>
      </dgm:t>
    </dgm:pt>
    <dgm:pt modelId="{3A84CD59-78AA-4348-819D-EF23971ED360}">
      <dgm:prSet phldrT="[텍스트]"/>
      <dgm:spPr/>
      <dgm:t>
        <a:bodyPr/>
        <a:lstStyle/>
        <a:p>
          <a:pPr latinLnBrk="1"/>
          <a:r>
            <a:rPr lang="en-US" altLang="ko-KR" dirty="0" smtClean="0"/>
            <a:t>Vector Item</a:t>
          </a:r>
          <a:r>
            <a:rPr lang="ko-KR" altLang="en-US" dirty="0" smtClean="0"/>
            <a:t>을 순차 동작</a:t>
          </a:r>
          <a:endParaRPr lang="ko-KR" altLang="en-US" dirty="0"/>
        </a:p>
      </dgm:t>
    </dgm:pt>
    <dgm:pt modelId="{37A3ED24-3D97-4821-99E4-70C68B6B4516}" type="parTrans" cxnId="{8433CAED-579B-483E-977E-DAA75FCF6597}">
      <dgm:prSet/>
      <dgm:spPr/>
      <dgm:t>
        <a:bodyPr/>
        <a:lstStyle/>
        <a:p>
          <a:pPr latinLnBrk="1"/>
          <a:endParaRPr lang="ko-KR" altLang="en-US"/>
        </a:p>
      </dgm:t>
    </dgm:pt>
    <dgm:pt modelId="{B2509895-67D6-41F4-B73B-447A168B24C7}" type="sibTrans" cxnId="{8433CAED-579B-483E-977E-DAA75FCF6597}">
      <dgm:prSet/>
      <dgm:spPr/>
      <dgm:t>
        <a:bodyPr/>
        <a:lstStyle/>
        <a:p>
          <a:pPr latinLnBrk="1"/>
          <a:endParaRPr lang="ko-KR" altLang="en-US"/>
        </a:p>
      </dgm:t>
    </dgm:pt>
    <dgm:pt modelId="{3FD51504-4762-4496-9E2D-6F9FDE6E7B7F}">
      <dgm:prSet phldrT="[텍스트]"/>
      <dgm:spPr/>
      <dgm:t>
        <a:bodyPr/>
        <a:lstStyle/>
        <a:p>
          <a:pPr latinLnBrk="1"/>
          <a:r>
            <a:rPr lang="ko-KR" altLang="en-US" dirty="0" smtClean="0"/>
            <a:t>완료 확인</a:t>
          </a:r>
          <a:endParaRPr lang="ko-KR" altLang="en-US" dirty="0"/>
        </a:p>
      </dgm:t>
    </dgm:pt>
    <dgm:pt modelId="{239FC517-CB9C-4EC4-8A95-0A3F0CE24DB0}" type="parTrans" cxnId="{CCB3E57A-6E10-4496-A276-36215B7DDEE0}">
      <dgm:prSet/>
      <dgm:spPr/>
      <dgm:t>
        <a:bodyPr/>
        <a:lstStyle/>
        <a:p>
          <a:pPr latinLnBrk="1"/>
          <a:endParaRPr lang="ko-KR" altLang="en-US"/>
        </a:p>
      </dgm:t>
    </dgm:pt>
    <dgm:pt modelId="{B5A257D4-5A7B-417C-9743-FDB17A2B0F1D}" type="sibTrans" cxnId="{CCB3E57A-6E10-4496-A276-36215B7DDEE0}">
      <dgm:prSet/>
      <dgm:spPr/>
      <dgm:t>
        <a:bodyPr/>
        <a:lstStyle/>
        <a:p>
          <a:pPr latinLnBrk="1"/>
          <a:endParaRPr lang="ko-KR" altLang="en-US"/>
        </a:p>
      </dgm:t>
    </dgm:pt>
    <dgm:pt modelId="{533762C2-E58C-430D-901A-24BD05457766}" type="pres">
      <dgm:prSet presAssocID="{60EBB00D-F30A-4DB4-B6B8-6DE03F6B3127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141BD52-95B0-40B6-817D-4F142FE76B99}" type="pres">
      <dgm:prSet presAssocID="{94D3C423-124D-4D9E-89E8-16E03321827E}" presName="composite" presStyleCnt="0"/>
      <dgm:spPr/>
    </dgm:pt>
    <dgm:pt modelId="{8FDB5ECF-5A18-46F8-A8D0-B54C832D5A05}" type="pres">
      <dgm:prSet presAssocID="{94D3C423-124D-4D9E-89E8-16E03321827E}" presName="bentUpArrow1" presStyleLbl="alignImgPlace1" presStyleIdx="0" presStyleCnt="3"/>
      <dgm:spPr/>
    </dgm:pt>
    <dgm:pt modelId="{D708AA80-B093-4B93-AD45-0A79C2F0452A}" type="pres">
      <dgm:prSet presAssocID="{94D3C423-124D-4D9E-89E8-16E03321827E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C037FA2-ECA7-4768-ACAC-66F2D6B4DB7A}" type="pres">
      <dgm:prSet presAssocID="{94D3C423-124D-4D9E-89E8-16E03321827E}" presName="ChildText" presStyleLbl="revTx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D45832C-4807-4057-96D2-225D509BFFEC}" type="pres">
      <dgm:prSet presAssocID="{02149D9F-820C-4189-832A-3EA6601EFA00}" presName="sibTrans" presStyleCnt="0"/>
      <dgm:spPr/>
    </dgm:pt>
    <dgm:pt modelId="{BF33B022-CBF0-486A-972F-D4C80A64C88E}" type="pres">
      <dgm:prSet presAssocID="{45EDA345-ACC9-4493-856D-4F283818FC5A}" presName="composite" presStyleCnt="0"/>
      <dgm:spPr/>
    </dgm:pt>
    <dgm:pt modelId="{E6FEF6D4-A141-4520-946C-AF21B1401DA7}" type="pres">
      <dgm:prSet presAssocID="{45EDA345-ACC9-4493-856D-4F283818FC5A}" presName="bentUpArrow1" presStyleLbl="alignImgPlace1" presStyleIdx="1" presStyleCnt="3"/>
      <dgm:spPr/>
    </dgm:pt>
    <dgm:pt modelId="{A6B98703-85CF-4932-8919-7CF6F18095B9}" type="pres">
      <dgm:prSet presAssocID="{45EDA345-ACC9-4493-856D-4F283818FC5A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D1D03BC-8956-48CE-9DB8-AE26A777DA83}" type="pres">
      <dgm:prSet presAssocID="{45EDA345-ACC9-4493-856D-4F283818FC5A}" presName="ChildText" presStyleLbl="revTx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6AB858F-19CE-44EB-9062-D63393655F9F}" type="pres">
      <dgm:prSet presAssocID="{86204372-94BA-401A-82DC-49DDB7D9DBEB}" presName="sibTrans" presStyleCnt="0"/>
      <dgm:spPr/>
    </dgm:pt>
    <dgm:pt modelId="{641CB0F2-E6FC-4D25-99FA-C0898544ABC9}" type="pres">
      <dgm:prSet presAssocID="{AE147D9F-050A-4BAA-B8EC-C888AA26A9AC}" presName="composite" presStyleCnt="0"/>
      <dgm:spPr/>
    </dgm:pt>
    <dgm:pt modelId="{10F4E201-50EC-4697-BCBE-13ECB11AB3FB}" type="pres">
      <dgm:prSet presAssocID="{AE147D9F-050A-4BAA-B8EC-C888AA26A9AC}" presName="bentUpArrow1" presStyleLbl="alignImgPlace1" presStyleIdx="2" presStyleCnt="3"/>
      <dgm:spPr/>
    </dgm:pt>
    <dgm:pt modelId="{5098BFEC-4D04-48A2-9813-A7D63197A659}" type="pres">
      <dgm:prSet presAssocID="{AE147D9F-050A-4BAA-B8EC-C888AA26A9AC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39CA8BB-A1DB-4464-8E39-C79456013D83}" type="pres">
      <dgm:prSet presAssocID="{AE147D9F-050A-4BAA-B8EC-C888AA26A9AC}" presName="ChildText" presStyleLbl="revTx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8FC5271-4C7F-4A58-81B0-B5862807525A}" type="pres">
      <dgm:prSet presAssocID="{3D6B0649-335C-48FB-AE34-E7AA2D85050C}" presName="sibTrans" presStyleCnt="0"/>
      <dgm:spPr/>
    </dgm:pt>
    <dgm:pt modelId="{2A617BCB-221C-427B-BD32-67C088AE49A7}" type="pres">
      <dgm:prSet presAssocID="{2B8D8CAC-CFA4-4B72-A4A1-B641C191C482}" presName="composite" presStyleCnt="0"/>
      <dgm:spPr/>
    </dgm:pt>
    <dgm:pt modelId="{7C8D701B-3DE6-46FD-8129-68C4DE641990}" type="pres">
      <dgm:prSet presAssocID="{2B8D8CAC-CFA4-4B72-A4A1-B641C191C482}" presName="ParentText" presStyleLbl="node1" presStyleIdx="3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0EA2E64-BCA2-4315-BFB8-D1CDE62AECA0}" type="pres">
      <dgm:prSet presAssocID="{2B8D8CAC-CFA4-4B72-A4A1-B641C191C482}" presName="FinalChildText" presStyleLbl="revTx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F7C2042F-A8F2-417F-A868-C092145D272F}" type="presOf" srcId="{36AECB56-584E-4E29-888C-1EB90BFF7AD4}" destId="{5C037FA2-ECA7-4768-ACAC-66F2D6B4DB7A}" srcOrd="0" destOrd="0" presId="urn:microsoft.com/office/officeart/2005/8/layout/StepDownProcess"/>
    <dgm:cxn modelId="{9BD439FB-6D90-4A8D-AA0A-98E50F057325}" type="presOf" srcId="{60EBB00D-F30A-4DB4-B6B8-6DE03F6B3127}" destId="{533762C2-E58C-430D-901A-24BD05457766}" srcOrd="0" destOrd="0" presId="urn:microsoft.com/office/officeart/2005/8/layout/StepDownProcess"/>
    <dgm:cxn modelId="{5859886B-07FB-432A-8CDE-AEF4926D8E55}" type="presOf" srcId="{3A84CD59-78AA-4348-819D-EF23971ED360}" destId="{1D1D03BC-8956-48CE-9DB8-AE26A777DA83}" srcOrd="0" destOrd="1" presId="urn:microsoft.com/office/officeart/2005/8/layout/StepDownProcess"/>
    <dgm:cxn modelId="{D0F84D0E-76A3-4DFB-9DF8-D34B05CAE8CF}" type="presOf" srcId="{6FCC93BD-B104-49B5-A0CF-422929D1FF16}" destId="{5C037FA2-ECA7-4768-ACAC-66F2D6B4DB7A}" srcOrd="0" destOrd="2" presId="urn:microsoft.com/office/officeart/2005/8/layout/StepDownProcess"/>
    <dgm:cxn modelId="{2F800C41-9CF9-4D71-A200-4959E3F8DC02}" type="presOf" srcId="{45EDA345-ACC9-4493-856D-4F283818FC5A}" destId="{A6B98703-85CF-4932-8919-7CF6F18095B9}" srcOrd="0" destOrd="0" presId="urn:microsoft.com/office/officeart/2005/8/layout/StepDownProcess"/>
    <dgm:cxn modelId="{DC0CF8C5-130A-49CE-A76D-DF189FECA76A}" srcId="{45EDA345-ACC9-4493-856D-4F283818FC5A}" destId="{64226658-35A5-4015-8F3F-70AD3CBD307F}" srcOrd="2" destOrd="0" parTransId="{A3CD6CC0-730C-474B-AF95-278107D4123C}" sibTransId="{D3B9B908-4305-4AEF-A485-2FFEE98D2A02}"/>
    <dgm:cxn modelId="{DC628D70-D17E-4860-8D8E-A0AC397BD47D}" srcId="{2B8D8CAC-CFA4-4B72-A4A1-B641C191C482}" destId="{B1B07EF7-FBBF-40FF-9F93-7C245B8B88D4}" srcOrd="0" destOrd="0" parTransId="{63359F1A-FBF9-4A2F-AD15-2D7D6C7EBBDC}" sibTransId="{F3700EB4-75AC-4324-8B1C-002DEF4D4106}"/>
    <dgm:cxn modelId="{8433CAED-579B-483E-977E-DAA75FCF6597}" srcId="{45EDA345-ACC9-4493-856D-4F283818FC5A}" destId="{3A84CD59-78AA-4348-819D-EF23971ED360}" srcOrd="1" destOrd="0" parTransId="{37A3ED24-3D97-4821-99E4-70C68B6B4516}" sibTransId="{B2509895-67D6-41F4-B73B-447A168B24C7}"/>
    <dgm:cxn modelId="{D50A0C71-7F44-4FF6-9D92-F701948D57B6}" type="presOf" srcId="{B1B07EF7-FBBF-40FF-9F93-7C245B8B88D4}" destId="{50EA2E64-BCA2-4315-BFB8-D1CDE62AECA0}" srcOrd="0" destOrd="0" presId="urn:microsoft.com/office/officeart/2005/8/layout/StepDownProcess"/>
    <dgm:cxn modelId="{3528DAF3-4C87-47FF-BB21-49FF31E8C8CF}" type="presOf" srcId="{0C96DF25-2AC0-4613-A834-ED5CC1587FAD}" destId="{5C037FA2-ECA7-4768-ACAC-66F2D6B4DB7A}" srcOrd="0" destOrd="1" presId="urn:microsoft.com/office/officeart/2005/8/layout/StepDownProcess"/>
    <dgm:cxn modelId="{EE732721-BDB7-4428-AB55-12BB19189FB8}" type="presOf" srcId="{AE147D9F-050A-4BAA-B8EC-C888AA26A9AC}" destId="{5098BFEC-4D04-48A2-9813-A7D63197A659}" srcOrd="0" destOrd="0" presId="urn:microsoft.com/office/officeart/2005/8/layout/StepDownProcess"/>
    <dgm:cxn modelId="{69DEE8AF-F92B-4823-B670-87495A431A4B}" type="presOf" srcId="{6D63CA7E-89AC-4574-8351-7107FF56A4CD}" destId="{D39CA8BB-A1DB-4464-8E39-C79456013D83}" srcOrd="0" destOrd="0" presId="urn:microsoft.com/office/officeart/2005/8/layout/StepDownProcess"/>
    <dgm:cxn modelId="{BC554B54-13D1-444C-ACDF-40C064E6705E}" srcId="{60EBB00D-F30A-4DB4-B6B8-6DE03F6B3127}" destId="{45EDA345-ACC9-4493-856D-4F283818FC5A}" srcOrd="1" destOrd="0" parTransId="{B8439F5E-3529-47F3-B1B0-1FC3F013691B}" sibTransId="{86204372-94BA-401A-82DC-49DDB7D9DBEB}"/>
    <dgm:cxn modelId="{A6E3784C-ED91-4850-98D6-AF732DDAA669}" type="presOf" srcId="{2B8D8CAC-CFA4-4B72-A4A1-B641C191C482}" destId="{7C8D701B-3DE6-46FD-8129-68C4DE641990}" srcOrd="0" destOrd="0" presId="urn:microsoft.com/office/officeart/2005/8/layout/StepDownProcess"/>
    <dgm:cxn modelId="{7B421ABE-0EEA-4BF3-A7BA-42A6F9EB6DB6}" type="presOf" srcId="{3FD51504-4762-4496-9E2D-6F9FDE6E7B7F}" destId="{D39CA8BB-A1DB-4464-8E39-C79456013D83}" srcOrd="0" destOrd="1" presId="urn:microsoft.com/office/officeart/2005/8/layout/StepDownProcess"/>
    <dgm:cxn modelId="{FA87BB07-7C47-49EA-9325-3B26FDA78E17}" srcId="{60EBB00D-F30A-4DB4-B6B8-6DE03F6B3127}" destId="{94D3C423-124D-4D9E-89E8-16E03321827E}" srcOrd="0" destOrd="0" parTransId="{F4329DF4-98CE-4FBF-B070-BEA3FBECBAC4}" sibTransId="{02149D9F-820C-4189-832A-3EA6601EFA00}"/>
    <dgm:cxn modelId="{0D414025-4B41-4964-A695-89205E948595}" srcId="{60EBB00D-F30A-4DB4-B6B8-6DE03F6B3127}" destId="{2B8D8CAC-CFA4-4B72-A4A1-B641C191C482}" srcOrd="3" destOrd="0" parTransId="{877B11A5-428D-463F-9F1C-61F687EE50DD}" sibTransId="{53BC5B8A-6D53-4962-A6A2-EEB34A177B02}"/>
    <dgm:cxn modelId="{64873AE7-B471-44D5-939A-40DB97EEBE43}" srcId="{94D3C423-124D-4D9E-89E8-16E03321827E}" destId="{36AECB56-584E-4E29-888C-1EB90BFF7AD4}" srcOrd="0" destOrd="0" parTransId="{505CE95A-54AD-47A9-8E50-5209CF9528E6}" sibTransId="{6DF139F7-F5D5-4F40-A2F8-F5468436B838}"/>
    <dgm:cxn modelId="{69E46824-2E68-4793-B6D7-C0A0EE75A6EC}" srcId="{60EBB00D-F30A-4DB4-B6B8-6DE03F6B3127}" destId="{AE147D9F-050A-4BAA-B8EC-C888AA26A9AC}" srcOrd="2" destOrd="0" parTransId="{0DC7CBA6-5784-421A-BAAA-B8720EB76421}" sibTransId="{3D6B0649-335C-48FB-AE34-E7AA2D85050C}"/>
    <dgm:cxn modelId="{6BBD4B44-47F9-4EF4-99C2-A4828F696A7F}" type="presOf" srcId="{64226658-35A5-4015-8F3F-70AD3CBD307F}" destId="{1D1D03BC-8956-48CE-9DB8-AE26A777DA83}" srcOrd="0" destOrd="2" presId="urn:microsoft.com/office/officeart/2005/8/layout/StepDownProcess"/>
    <dgm:cxn modelId="{2BE73EE0-5F9E-44EB-910D-9985DE5D87C8}" srcId="{AE147D9F-050A-4BAA-B8EC-C888AA26A9AC}" destId="{6D63CA7E-89AC-4574-8351-7107FF56A4CD}" srcOrd="0" destOrd="0" parTransId="{9B19C5F1-DF83-4455-80F9-7D9F3FCDAE56}" sibTransId="{C7935CC0-D5BE-4697-8D05-536D7CE1914D}"/>
    <dgm:cxn modelId="{53ABF6D0-10AE-45D1-9D5F-A0B26522B0F9}" srcId="{94D3C423-124D-4D9E-89E8-16E03321827E}" destId="{6FCC93BD-B104-49B5-A0CF-422929D1FF16}" srcOrd="2" destOrd="0" parTransId="{661D92D1-F306-4C33-9AB5-E98A973A4A1D}" sibTransId="{AB2DE557-D263-4FDA-92AA-6143827ED71D}"/>
    <dgm:cxn modelId="{CCB3E57A-6E10-4496-A276-36215B7DDEE0}" srcId="{AE147D9F-050A-4BAA-B8EC-C888AA26A9AC}" destId="{3FD51504-4762-4496-9E2D-6F9FDE6E7B7F}" srcOrd="1" destOrd="0" parTransId="{239FC517-CB9C-4EC4-8A95-0A3F0CE24DB0}" sibTransId="{B5A257D4-5A7B-417C-9743-FDB17A2B0F1D}"/>
    <dgm:cxn modelId="{FE26EE48-101C-4084-B7FD-2057B6E33F99}" type="presOf" srcId="{94D3C423-124D-4D9E-89E8-16E03321827E}" destId="{D708AA80-B093-4B93-AD45-0A79C2F0452A}" srcOrd="0" destOrd="0" presId="urn:microsoft.com/office/officeart/2005/8/layout/StepDownProcess"/>
    <dgm:cxn modelId="{F05F4830-AF71-49D9-ADCE-FC33A45791DA}" srcId="{45EDA345-ACC9-4493-856D-4F283818FC5A}" destId="{B3B63D87-D730-4E72-B43B-F1D21229C4F3}" srcOrd="0" destOrd="0" parTransId="{6752356D-4B6A-4106-9CA8-F5D986069134}" sibTransId="{EE262D82-31CF-4197-A88B-69DC0B4D2439}"/>
    <dgm:cxn modelId="{C4CF9687-F43F-4EFA-AEB3-5C580B9922D7}" type="presOf" srcId="{B3B63D87-D730-4E72-B43B-F1D21229C4F3}" destId="{1D1D03BC-8956-48CE-9DB8-AE26A777DA83}" srcOrd="0" destOrd="0" presId="urn:microsoft.com/office/officeart/2005/8/layout/StepDownProcess"/>
    <dgm:cxn modelId="{A87BD74D-1E8C-44BB-BAAB-8466D8C8EEF7}" srcId="{94D3C423-124D-4D9E-89E8-16E03321827E}" destId="{0C96DF25-2AC0-4613-A834-ED5CC1587FAD}" srcOrd="1" destOrd="0" parTransId="{8BF70296-08E5-4C3E-BEBD-4D866A97F7DE}" sibTransId="{245822C1-4B74-41C2-B292-332D42768339}"/>
    <dgm:cxn modelId="{420B6EB7-7579-4DAE-8DCE-632595145BC6}" type="presParOf" srcId="{533762C2-E58C-430D-901A-24BD05457766}" destId="{A141BD52-95B0-40B6-817D-4F142FE76B99}" srcOrd="0" destOrd="0" presId="urn:microsoft.com/office/officeart/2005/8/layout/StepDownProcess"/>
    <dgm:cxn modelId="{7AB46B8A-547E-471B-865B-9737C3EB03B9}" type="presParOf" srcId="{A141BD52-95B0-40B6-817D-4F142FE76B99}" destId="{8FDB5ECF-5A18-46F8-A8D0-B54C832D5A05}" srcOrd="0" destOrd="0" presId="urn:microsoft.com/office/officeart/2005/8/layout/StepDownProcess"/>
    <dgm:cxn modelId="{A67D301E-1805-4886-934A-18D3D9583A52}" type="presParOf" srcId="{A141BD52-95B0-40B6-817D-4F142FE76B99}" destId="{D708AA80-B093-4B93-AD45-0A79C2F0452A}" srcOrd="1" destOrd="0" presId="urn:microsoft.com/office/officeart/2005/8/layout/StepDownProcess"/>
    <dgm:cxn modelId="{11593B1B-C24E-4D93-983D-732399228863}" type="presParOf" srcId="{A141BD52-95B0-40B6-817D-4F142FE76B99}" destId="{5C037FA2-ECA7-4768-ACAC-66F2D6B4DB7A}" srcOrd="2" destOrd="0" presId="urn:microsoft.com/office/officeart/2005/8/layout/StepDownProcess"/>
    <dgm:cxn modelId="{9D1B90DD-AA86-4C47-A558-991A596F0C90}" type="presParOf" srcId="{533762C2-E58C-430D-901A-24BD05457766}" destId="{4D45832C-4807-4057-96D2-225D509BFFEC}" srcOrd="1" destOrd="0" presId="urn:microsoft.com/office/officeart/2005/8/layout/StepDownProcess"/>
    <dgm:cxn modelId="{CA0A12DD-90C2-4A1C-A877-8363E7F4C6DC}" type="presParOf" srcId="{533762C2-E58C-430D-901A-24BD05457766}" destId="{BF33B022-CBF0-486A-972F-D4C80A64C88E}" srcOrd="2" destOrd="0" presId="urn:microsoft.com/office/officeart/2005/8/layout/StepDownProcess"/>
    <dgm:cxn modelId="{8CEAB341-E532-42B4-9D78-07596BDC1035}" type="presParOf" srcId="{BF33B022-CBF0-486A-972F-D4C80A64C88E}" destId="{E6FEF6D4-A141-4520-946C-AF21B1401DA7}" srcOrd="0" destOrd="0" presId="urn:microsoft.com/office/officeart/2005/8/layout/StepDownProcess"/>
    <dgm:cxn modelId="{71407571-1173-41A7-AE3F-36CD740F386B}" type="presParOf" srcId="{BF33B022-CBF0-486A-972F-D4C80A64C88E}" destId="{A6B98703-85CF-4932-8919-7CF6F18095B9}" srcOrd="1" destOrd="0" presId="urn:microsoft.com/office/officeart/2005/8/layout/StepDownProcess"/>
    <dgm:cxn modelId="{D03BDEB6-16FB-4863-9545-45949928EA0C}" type="presParOf" srcId="{BF33B022-CBF0-486A-972F-D4C80A64C88E}" destId="{1D1D03BC-8956-48CE-9DB8-AE26A777DA83}" srcOrd="2" destOrd="0" presId="urn:microsoft.com/office/officeart/2005/8/layout/StepDownProcess"/>
    <dgm:cxn modelId="{B02C6B5D-A675-4274-8C0F-3598FE50E753}" type="presParOf" srcId="{533762C2-E58C-430D-901A-24BD05457766}" destId="{16AB858F-19CE-44EB-9062-D63393655F9F}" srcOrd="3" destOrd="0" presId="urn:microsoft.com/office/officeart/2005/8/layout/StepDownProcess"/>
    <dgm:cxn modelId="{C4B2E95B-9514-4DE3-A89F-A1D68DD994C9}" type="presParOf" srcId="{533762C2-E58C-430D-901A-24BD05457766}" destId="{641CB0F2-E6FC-4D25-99FA-C0898544ABC9}" srcOrd="4" destOrd="0" presId="urn:microsoft.com/office/officeart/2005/8/layout/StepDownProcess"/>
    <dgm:cxn modelId="{BCE3A3B6-9EA6-4342-87E8-E05170409EE1}" type="presParOf" srcId="{641CB0F2-E6FC-4D25-99FA-C0898544ABC9}" destId="{10F4E201-50EC-4697-BCBE-13ECB11AB3FB}" srcOrd="0" destOrd="0" presId="urn:microsoft.com/office/officeart/2005/8/layout/StepDownProcess"/>
    <dgm:cxn modelId="{73C01DF3-9F42-4650-A4B8-C26E90F3B5E6}" type="presParOf" srcId="{641CB0F2-E6FC-4D25-99FA-C0898544ABC9}" destId="{5098BFEC-4D04-48A2-9813-A7D63197A659}" srcOrd="1" destOrd="0" presId="urn:microsoft.com/office/officeart/2005/8/layout/StepDownProcess"/>
    <dgm:cxn modelId="{5801AD3B-6C39-4146-85BE-E3A4E2672664}" type="presParOf" srcId="{641CB0F2-E6FC-4D25-99FA-C0898544ABC9}" destId="{D39CA8BB-A1DB-4464-8E39-C79456013D83}" srcOrd="2" destOrd="0" presId="urn:microsoft.com/office/officeart/2005/8/layout/StepDownProcess"/>
    <dgm:cxn modelId="{E98ADA7A-F553-427A-8BC9-63A1F633E0C0}" type="presParOf" srcId="{533762C2-E58C-430D-901A-24BD05457766}" destId="{D8FC5271-4C7F-4A58-81B0-B5862807525A}" srcOrd="5" destOrd="0" presId="urn:microsoft.com/office/officeart/2005/8/layout/StepDownProcess"/>
    <dgm:cxn modelId="{56EF7171-23EB-4065-A39E-2BB7EE8065C9}" type="presParOf" srcId="{533762C2-E58C-430D-901A-24BD05457766}" destId="{2A617BCB-221C-427B-BD32-67C088AE49A7}" srcOrd="6" destOrd="0" presId="urn:microsoft.com/office/officeart/2005/8/layout/StepDownProcess"/>
    <dgm:cxn modelId="{C526A1D3-91CF-4FF0-9004-1D0597D5A955}" type="presParOf" srcId="{2A617BCB-221C-427B-BD32-67C088AE49A7}" destId="{7C8D701B-3DE6-46FD-8129-68C4DE641990}" srcOrd="0" destOrd="0" presId="urn:microsoft.com/office/officeart/2005/8/layout/StepDownProcess"/>
    <dgm:cxn modelId="{B6F83B46-4462-49B9-8D3E-0D9526BBEAE2}" type="presParOf" srcId="{2A617BCB-221C-427B-BD32-67C088AE49A7}" destId="{50EA2E64-BCA2-4315-BFB8-D1CDE62AECA0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3EB694-F8B3-4BE5-A237-94283C7EC0EA}">
      <dsp:nvSpPr>
        <dsp:cNvPr id="0" name=""/>
        <dsp:cNvSpPr/>
      </dsp:nvSpPr>
      <dsp:spPr>
        <a:xfrm>
          <a:off x="0" y="3000481"/>
          <a:ext cx="8836429" cy="37839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kern="1200" dirty="0" smtClean="0"/>
            <a:t>실행 코드</a:t>
          </a:r>
          <a:endParaRPr lang="ko-KR" altLang="en-US" sz="1000" kern="1200" dirty="0"/>
        </a:p>
      </dsp:txBody>
      <dsp:txXfrm>
        <a:off x="0" y="3000481"/>
        <a:ext cx="2650928" cy="378395"/>
      </dsp:txXfrm>
    </dsp:sp>
    <dsp:sp modelId="{76B53B08-C371-4F8C-9A26-4B322526E5F5}">
      <dsp:nvSpPr>
        <dsp:cNvPr id="0" name=""/>
        <dsp:cNvSpPr/>
      </dsp:nvSpPr>
      <dsp:spPr>
        <a:xfrm>
          <a:off x="0" y="2559019"/>
          <a:ext cx="8836429" cy="37839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000" kern="1200" smtClean="0"/>
            <a:t>Funtion </a:t>
          </a:r>
          <a:r>
            <a:rPr lang="ko-KR" altLang="en-US" sz="1000" kern="1200" smtClean="0"/>
            <a:t>파일</a:t>
          </a:r>
          <a:endParaRPr lang="en-US" altLang="ko-KR" sz="1000" kern="1200" dirty="0" smtClean="0"/>
        </a:p>
      </dsp:txBody>
      <dsp:txXfrm>
        <a:off x="0" y="2559019"/>
        <a:ext cx="2650928" cy="378395"/>
      </dsp:txXfrm>
    </dsp:sp>
    <dsp:sp modelId="{FA332A0C-2849-4585-B71A-A76D51989715}">
      <dsp:nvSpPr>
        <dsp:cNvPr id="0" name=""/>
        <dsp:cNvSpPr/>
      </dsp:nvSpPr>
      <dsp:spPr>
        <a:xfrm>
          <a:off x="0" y="2117557"/>
          <a:ext cx="8836429" cy="37839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000" kern="1200" dirty="0" err="1" smtClean="0"/>
            <a:t>CoreFunction</a:t>
          </a:r>
          <a:endParaRPr lang="en-US" altLang="ko-KR" sz="1000" kern="1200" dirty="0" smtClean="0"/>
        </a:p>
      </dsp:txBody>
      <dsp:txXfrm>
        <a:off x="0" y="2117557"/>
        <a:ext cx="2650928" cy="378395"/>
      </dsp:txXfrm>
    </dsp:sp>
    <dsp:sp modelId="{07053A06-472D-4A2C-A9E9-17EBB754DAF1}">
      <dsp:nvSpPr>
        <dsp:cNvPr id="0" name=""/>
        <dsp:cNvSpPr/>
      </dsp:nvSpPr>
      <dsp:spPr>
        <a:xfrm>
          <a:off x="0" y="1676095"/>
          <a:ext cx="8836429" cy="37839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000" kern="1200" dirty="0" smtClean="0"/>
            <a:t>Manager </a:t>
          </a:r>
          <a:r>
            <a:rPr lang="ko-KR" altLang="en-US" sz="1000" kern="1200" dirty="0" smtClean="0"/>
            <a:t>파일</a:t>
          </a:r>
          <a:endParaRPr lang="ko-KR" altLang="en-US" sz="1000" kern="1200" dirty="0"/>
        </a:p>
      </dsp:txBody>
      <dsp:txXfrm>
        <a:off x="0" y="1676095"/>
        <a:ext cx="2650928" cy="378395"/>
      </dsp:txXfrm>
    </dsp:sp>
    <dsp:sp modelId="{014802B2-07BB-4688-B94C-0D038B12C24E}">
      <dsp:nvSpPr>
        <dsp:cNvPr id="0" name=""/>
        <dsp:cNvSpPr/>
      </dsp:nvSpPr>
      <dsp:spPr>
        <a:xfrm>
          <a:off x="0" y="1234633"/>
          <a:ext cx="8836429" cy="37839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000" kern="1200" dirty="0" smtClean="0"/>
            <a:t>개발 소스</a:t>
          </a:r>
          <a:endParaRPr lang="ko-KR" altLang="en-US" sz="1000" kern="1200" dirty="0"/>
        </a:p>
      </dsp:txBody>
      <dsp:txXfrm>
        <a:off x="0" y="1234633"/>
        <a:ext cx="2650928" cy="378395"/>
      </dsp:txXfrm>
    </dsp:sp>
    <dsp:sp modelId="{E0F351DF-EBE3-4061-89C5-29D196237DEE}">
      <dsp:nvSpPr>
        <dsp:cNvPr id="0" name=""/>
        <dsp:cNvSpPr/>
      </dsp:nvSpPr>
      <dsp:spPr>
        <a:xfrm>
          <a:off x="5265093" y="1266166"/>
          <a:ext cx="472994" cy="3153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600" kern="1200" dirty="0" smtClean="0"/>
            <a:t>함수 호출</a:t>
          </a:r>
          <a:r>
            <a:rPr lang="en-US" altLang="ko-KR" sz="600" kern="1200" dirty="0" smtClean="0"/>
            <a:t>(</a:t>
          </a:r>
          <a:r>
            <a:rPr lang="en-US" altLang="ko-KR" sz="600" kern="1200" dirty="0" err="1" smtClean="0"/>
            <a:t>AuroraMgr</a:t>
          </a:r>
          <a:r>
            <a:rPr lang="en-US" altLang="ko-KR" sz="600" kern="1200" dirty="0" smtClean="0"/>
            <a:t>)</a:t>
          </a:r>
          <a:endParaRPr lang="ko-KR" altLang="en-US" sz="600" kern="1200" dirty="0"/>
        </a:p>
      </dsp:txBody>
      <dsp:txXfrm>
        <a:off x="5274329" y="1275402"/>
        <a:ext cx="454522" cy="296857"/>
      </dsp:txXfrm>
    </dsp:sp>
    <dsp:sp modelId="{21679396-4AF9-4FFF-B828-B867BE531767}">
      <dsp:nvSpPr>
        <dsp:cNvPr id="0" name=""/>
        <dsp:cNvSpPr/>
      </dsp:nvSpPr>
      <dsp:spPr>
        <a:xfrm>
          <a:off x="2888294" y="1581496"/>
          <a:ext cx="2613296" cy="126131"/>
        </a:xfrm>
        <a:custGeom>
          <a:avLst/>
          <a:gdLst/>
          <a:ahLst/>
          <a:cxnLst/>
          <a:rect l="0" t="0" r="0" b="0"/>
          <a:pathLst>
            <a:path>
              <a:moveTo>
                <a:pt x="2613296" y="0"/>
              </a:moveTo>
              <a:lnTo>
                <a:pt x="2613296" y="63065"/>
              </a:lnTo>
              <a:lnTo>
                <a:pt x="0" y="63065"/>
              </a:lnTo>
              <a:lnTo>
                <a:pt x="0" y="12613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0ED426-043E-4BED-8666-9B44C5A5C1BC}">
      <dsp:nvSpPr>
        <dsp:cNvPr id="0" name=""/>
        <dsp:cNvSpPr/>
      </dsp:nvSpPr>
      <dsp:spPr>
        <a:xfrm>
          <a:off x="2651797" y="1707628"/>
          <a:ext cx="472994" cy="3153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600" kern="1200" dirty="0" smtClean="0"/>
            <a:t>통신</a:t>
          </a:r>
          <a:endParaRPr lang="ko-KR" altLang="en-US" sz="600" kern="1200" dirty="0"/>
        </a:p>
      </dsp:txBody>
      <dsp:txXfrm>
        <a:off x="2661033" y="1716864"/>
        <a:ext cx="454522" cy="296857"/>
      </dsp:txXfrm>
    </dsp:sp>
    <dsp:sp modelId="{CDED2936-0B0A-4CAF-8C8C-EE63CEB0FD24}">
      <dsp:nvSpPr>
        <dsp:cNvPr id="0" name=""/>
        <dsp:cNvSpPr/>
      </dsp:nvSpPr>
      <dsp:spPr>
        <a:xfrm>
          <a:off x="3503187" y="1581496"/>
          <a:ext cx="1998403" cy="126131"/>
        </a:xfrm>
        <a:custGeom>
          <a:avLst/>
          <a:gdLst/>
          <a:ahLst/>
          <a:cxnLst/>
          <a:rect l="0" t="0" r="0" b="0"/>
          <a:pathLst>
            <a:path>
              <a:moveTo>
                <a:pt x="1998403" y="0"/>
              </a:moveTo>
              <a:lnTo>
                <a:pt x="1998403" y="63065"/>
              </a:lnTo>
              <a:lnTo>
                <a:pt x="0" y="63065"/>
              </a:lnTo>
              <a:lnTo>
                <a:pt x="0" y="12613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0D7F7E-F117-4C59-9992-E82976821D9E}">
      <dsp:nvSpPr>
        <dsp:cNvPr id="0" name=""/>
        <dsp:cNvSpPr/>
      </dsp:nvSpPr>
      <dsp:spPr>
        <a:xfrm>
          <a:off x="3266690" y="1707628"/>
          <a:ext cx="472994" cy="3153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600" kern="1200" dirty="0" err="1" smtClean="0"/>
            <a:t>Config</a:t>
          </a:r>
          <a:endParaRPr lang="ko-KR" altLang="en-US" sz="600" kern="1200" dirty="0"/>
        </a:p>
      </dsp:txBody>
      <dsp:txXfrm>
        <a:off x="3275926" y="1716864"/>
        <a:ext cx="454522" cy="296857"/>
      </dsp:txXfrm>
    </dsp:sp>
    <dsp:sp modelId="{D87C3F47-5EFA-4337-B3FF-E6644EEE9D88}">
      <dsp:nvSpPr>
        <dsp:cNvPr id="0" name=""/>
        <dsp:cNvSpPr/>
      </dsp:nvSpPr>
      <dsp:spPr>
        <a:xfrm>
          <a:off x="4118081" y="1581496"/>
          <a:ext cx="1383510" cy="126131"/>
        </a:xfrm>
        <a:custGeom>
          <a:avLst/>
          <a:gdLst/>
          <a:ahLst/>
          <a:cxnLst/>
          <a:rect l="0" t="0" r="0" b="0"/>
          <a:pathLst>
            <a:path>
              <a:moveTo>
                <a:pt x="1383510" y="0"/>
              </a:moveTo>
              <a:lnTo>
                <a:pt x="1383510" y="63065"/>
              </a:lnTo>
              <a:lnTo>
                <a:pt x="0" y="63065"/>
              </a:lnTo>
              <a:lnTo>
                <a:pt x="0" y="12613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D76941-D515-48D8-AE3A-ABF8FD128810}">
      <dsp:nvSpPr>
        <dsp:cNvPr id="0" name=""/>
        <dsp:cNvSpPr/>
      </dsp:nvSpPr>
      <dsp:spPr>
        <a:xfrm>
          <a:off x="3881583" y="1707628"/>
          <a:ext cx="472994" cy="3153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600" kern="1200" dirty="0" smtClean="0"/>
            <a:t>Alarm </a:t>
          </a:r>
          <a:r>
            <a:rPr lang="ko-KR" altLang="en-US" sz="600" kern="1200" dirty="0" smtClean="0"/>
            <a:t>모니터링</a:t>
          </a:r>
          <a:endParaRPr lang="ko-KR" altLang="en-US" sz="600" kern="1200" dirty="0"/>
        </a:p>
      </dsp:txBody>
      <dsp:txXfrm>
        <a:off x="3890819" y="1716864"/>
        <a:ext cx="454522" cy="296857"/>
      </dsp:txXfrm>
    </dsp:sp>
    <dsp:sp modelId="{582678B2-3D7D-4114-9909-2FE986DCDE45}">
      <dsp:nvSpPr>
        <dsp:cNvPr id="0" name=""/>
        <dsp:cNvSpPr/>
      </dsp:nvSpPr>
      <dsp:spPr>
        <a:xfrm>
          <a:off x="4732974" y="1581496"/>
          <a:ext cx="768616" cy="126131"/>
        </a:xfrm>
        <a:custGeom>
          <a:avLst/>
          <a:gdLst/>
          <a:ahLst/>
          <a:cxnLst/>
          <a:rect l="0" t="0" r="0" b="0"/>
          <a:pathLst>
            <a:path>
              <a:moveTo>
                <a:pt x="768616" y="0"/>
              </a:moveTo>
              <a:lnTo>
                <a:pt x="768616" y="63065"/>
              </a:lnTo>
              <a:lnTo>
                <a:pt x="0" y="63065"/>
              </a:lnTo>
              <a:lnTo>
                <a:pt x="0" y="12613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1B6E6D-D479-4360-91DA-D1C887C651DB}">
      <dsp:nvSpPr>
        <dsp:cNvPr id="0" name=""/>
        <dsp:cNvSpPr/>
      </dsp:nvSpPr>
      <dsp:spPr>
        <a:xfrm>
          <a:off x="4496477" y="1707628"/>
          <a:ext cx="472994" cy="3153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600" kern="1200" dirty="0" smtClean="0"/>
            <a:t>Tact Time </a:t>
          </a:r>
          <a:endParaRPr lang="ko-KR" altLang="en-US" sz="600" kern="1200" dirty="0"/>
        </a:p>
      </dsp:txBody>
      <dsp:txXfrm>
        <a:off x="4505713" y="1716864"/>
        <a:ext cx="454522" cy="296857"/>
      </dsp:txXfrm>
    </dsp:sp>
    <dsp:sp modelId="{BB36764B-6BEA-48CD-990E-943A74F9618E}">
      <dsp:nvSpPr>
        <dsp:cNvPr id="0" name=""/>
        <dsp:cNvSpPr/>
      </dsp:nvSpPr>
      <dsp:spPr>
        <a:xfrm>
          <a:off x="5347867" y="1581496"/>
          <a:ext cx="153723" cy="126131"/>
        </a:xfrm>
        <a:custGeom>
          <a:avLst/>
          <a:gdLst/>
          <a:ahLst/>
          <a:cxnLst/>
          <a:rect l="0" t="0" r="0" b="0"/>
          <a:pathLst>
            <a:path>
              <a:moveTo>
                <a:pt x="153723" y="0"/>
              </a:moveTo>
              <a:lnTo>
                <a:pt x="153723" y="63065"/>
              </a:lnTo>
              <a:lnTo>
                <a:pt x="0" y="63065"/>
              </a:lnTo>
              <a:lnTo>
                <a:pt x="0" y="12613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0D146F-55FC-4568-9D12-D368FACD4353}">
      <dsp:nvSpPr>
        <dsp:cNvPr id="0" name=""/>
        <dsp:cNvSpPr/>
      </dsp:nvSpPr>
      <dsp:spPr>
        <a:xfrm>
          <a:off x="5111370" y="1707628"/>
          <a:ext cx="472994" cy="3153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600" kern="1200" dirty="0" smtClean="0"/>
            <a:t>모션</a:t>
          </a:r>
          <a:endParaRPr lang="ko-KR" altLang="en-US" sz="600" kern="1200" dirty="0"/>
        </a:p>
      </dsp:txBody>
      <dsp:txXfrm>
        <a:off x="5120606" y="1716864"/>
        <a:ext cx="454522" cy="296857"/>
      </dsp:txXfrm>
    </dsp:sp>
    <dsp:sp modelId="{66054ABC-BD5D-4FF1-AA82-25828F6565A0}">
      <dsp:nvSpPr>
        <dsp:cNvPr id="0" name=""/>
        <dsp:cNvSpPr/>
      </dsp:nvSpPr>
      <dsp:spPr>
        <a:xfrm>
          <a:off x="5302147" y="2022958"/>
          <a:ext cx="91440" cy="1261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1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7E092B-926B-412C-82D3-247CA1F4A486}">
      <dsp:nvSpPr>
        <dsp:cNvPr id="0" name=""/>
        <dsp:cNvSpPr/>
      </dsp:nvSpPr>
      <dsp:spPr>
        <a:xfrm>
          <a:off x="5111370" y="2149090"/>
          <a:ext cx="472994" cy="3153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600" kern="1200" dirty="0" err="1" smtClean="0"/>
            <a:t>Impl</a:t>
          </a:r>
          <a:r>
            <a:rPr lang="en-US" altLang="ko-KR" sz="600" kern="1200" dirty="0" smtClean="0"/>
            <a:t> </a:t>
          </a:r>
          <a:r>
            <a:rPr lang="ko-KR" altLang="en-US" sz="600" kern="1200" dirty="0" smtClean="0"/>
            <a:t>파일</a:t>
          </a:r>
          <a:endParaRPr lang="ko-KR" altLang="en-US" sz="600" kern="1200" dirty="0"/>
        </a:p>
      </dsp:txBody>
      <dsp:txXfrm>
        <a:off x="5120606" y="2158326"/>
        <a:ext cx="454522" cy="296857"/>
      </dsp:txXfrm>
    </dsp:sp>
    <dsp:sp modelId="{A79DBAFA-3BCD-4682-90B8-6253C6EEF456}">
      <dsp:nvSpPr>
        <dsp:cNvPr id="0" name=""/>
        <dsp:cNvSpPr/>
      </dsp:nvSpPr>
      <dsp:spPr>
        <a:xfrm>
          <a:off x="5302147" y="2464420"/>
          <a:ext cx="91440" cy="1261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1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4F36C9-BB0B-468A-B39D-99600E31A9E7}">
      <dsp:nvSpPr>
        <dsp:cNvPr id="0" name=""/>
        <dsp:cNvSpPr/>
      </dsp:nvSpPr>
      <dsp:spPr>
        <a:xfrm>
          <a:off x="5111370" y="2590552"/>
          <a:ext cx="472994" cy="3153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600" kern="1200" dirty="0" err="1" smtClean="0"/>
            <a:t>Funtion</a:t>
          </a:r>
          <a:r>
            <a:rPr lang="en-US" altLang="ko-KR" sz="600" kern="1200" dirty="0" smtClean="0"/>
            <a:t> </a:t>
          </a:r>
          <a:r>
            <a:rPr lang="ko-KR" altLang="en-US" sz="600" kern="1200" dirty="0" smtClean="0"/>
            <a:t>파일</a:t>
          </a:r>
          <a:endParaRPr lang="ko-KR" altLang="en-US" sz="600" kern="1200" dirty="0"/>
        </a:p>
      </dsp:txBody>
      <dsp:txXfrm>
        <a:off x="5120606" y="2599788"/>
        <a:ext cx="454522" cy="296857"/>
      </dsp:txXfrm>
    </dsp:sp>
    <dsp:sp modelId="{C103DB2D-0786-43C5-A58A-320DBCB314E8}">
      <dsp:nvSpPr>
        <dsp:cNvPr id="0" name=""/>
        <dsp:cNvSpPr/>
      </dsp:nvSpPr>
      <dsp:spPr>
        <a:xfrm>
          <a:off x="4732974" y="2905882"/>
          <a:ext cx="614893" cy="126131"/>
        </a:xfrm>
        <a:custGeom>
          <a:avLst/>
          <a:gdLst/>
          <a:ahLst/>
          <a:cxnLst/>
          <a:rect l="0" t="0" r="0" b="0"/>
          <a:pathLst>
            <a:path>
              <a:moveTo>
                <a:pt x="614893" y="0"/>
              </a:moveTo>
              <a:lnTo>
                <a:pt x="614893" y="63065"/>
              </a:lnTo>
              <a:lnTo>
                <a:pt x="0" y="63065"/>
              </a:lnTo>
              <a:lnTo>
                <a:pt x="0" y="1261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70E3A1-8537-4B35-B7B3-228CF7B539DD}">
      <dsp:nvSpPr>
        <dsp:cNvPr id="0" name=""/>
        <dsp:cNvSpPr/>
      </dsp:nvSpPr>
      <dsp:spPr>
        <a:xfrm>
          <a:off x="4496477" y="3032014"/>
          <a:ext cx="472994" cy="3153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600" kern="1200" dirty="0" smtClean="0"/>
            <a:t>ACS</a:t>
          </a:r>
          <a:endParaRPr lang="ko-KR" altLang="en-US" sz="600" kern="1200" dirty="0"/>
        </a:p>
      </dsp:txBody>
      <dsp:txXfrm>
        <a:off x="4505713" y="3041250"/>
        <a:ext cx="454522" cy="296857"/>
      </dsp:txXfrm>
    </dsp:sp>
    <dsp:sp modelId="{26447B95-BF41-4053-B594-BA39424D22E2}">
      <dsp:nvSpPr>
        <dsp:cNvPr id="0" name=""/>
        <dsp:cNvSpPr/>
      </dsp:nvSpPr>
      <dsp:spPr>
        <a:xfrm>
          <a:off x="5302147" y="2905882"/>
          <a:ext cx="91440" cy="1261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1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0076EF-8F4F-480B-B75A-8DA4B8D4998E}">
      <dsp:nvSpPr>
        <dsp:cNvPr id="0" name=""/>
        <dsp:cNvSpPr/>
      </dsp:nvSpPr>
      <dsp:spPr>
        <a:xfrm>
          <a:off x="5111370" y="3032014"/>
          <a:ext cx="472994" cy="3153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600" kern="1200" dirty="0" smtClean="0"/>
            <a:t>COMIZOA</a:t>
          </a:r>
          <a:endParaRPr lang="ko-KR" altLang="en-US" sz="600" kern="1200" dirty="0"/>
        </a:p>
      </dsp:txBody>
      <dsp:txXfrm>
        <a:off x="5120606" y="3041250"/>
        <a:ext cx="454522" cy="296857"/>
      </dsp:txXfrm>
    </dsp:sp>
    <dsp:sp modelId="{D4C1FF0C-C7D2-44CC-B959-F096654C7C70}">
      <dsp:nvSpPr>
        <dsp:cNvPr id="0" name=""/>
        <dsp:cNvSpPr/>
      </dsp:nvSpPr>
      <dsp:spPr>
        <a:xfrm>
          <a:off x="5347867" y="2905882"/>
          <a:ext cx="614893" cy="126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065"/>
              </a:lnTo>
              <a:lnTo>
                <a:pt x="614893" y="63065"/>
              </a:lnTo>
              <a:lnTo>
                <a:pt x="614893" y="1261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450EB1-599C-40C1-84B0-74C67FFBF874}">
      <dsp:nvSpPr>
        <dsp:cNvPr id="0" name=""/>
        <dsp:cNvSpPr/>
      </dsp:nvSpPr>
      <dsp:spPr>
        <a:xfrm>
          <a:off x="5726263" y="3032014"/>
          <a:ext cx="472994" cy="3153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600" kern="1200" dirty="0" smtClean="0"/>
            <a:t>MEI</a:t>
          </a:r>
          <a:endParaRPr lang="ko-KR" altLang="en-US" sz="600" kern="1200" dirty="0"/>
        </a:p>
      </dsp:txBody>
      <dsp:txXfrm>
        <a:off x="5735499" y="3041250"/>
        <a:ext cx="454522" cy="296857"/>
      </dsp:txXfrm>
    </dsp:sp>
    <dsp:sp modelId="{93B27BBF-70AC-4EB7-BC75-74779D07CEFF}">
      <dsp:nvSpPr>
        <dsp:cNvPr id="0" name=""/>
        <dsp:cNvSpPr/>
      </dsp:nvSpPr>
      <dsp:spPr>
        <a:xfrm>
          <a:off x="5501591" y="1581496"/>
          <a:ext cx="1383510" cy="126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065"/>
              </a:lnTo>
              <a:lnTo>
                <a:pt x="1383510" y="63065"/>
              </a:lnTo>
              <a:lnTo>
                <a:pt x="1383510" y="12613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E71681-2328-4E9A-9000-FD0BEEECDB6A}">
      <dsp:nvSpPr>
        <dsp:cNvPr id="0" name=""/>
        <dsp:cNvSpPr/>
      </dsp:nvSpPr>
      <dsp:spPr>
        <a:xfrm>
          <a:off x="6648603" y="1707628"/>
          <a:ext cx="472994" cy="3153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600" kern="1200" dirty="0" smtClean="0"/>
            <a:t>I / O</a:t>
          </a:r>
          <a:endParaRPr lang="ko-KR" altLang="en-US" sz="600" kern="1200" dirty="0"/>
        </a:p>
      </dsp:txBody>
      <dsp:txXfrm>
        <a:off x="6657839" y="1716864"/>
        <a:ext cx="454522" cy="296857"/>
      </dsp:txXfrm>
    </dsp:sp>
    <dsp:sp modelId="{23121D76-1391-4E71-8C48-A719E5D8B91B}">
      <dsp:nvSpPr>
        <dsp:cNvPr id="0" name=""/>
        <dsp:cNvSpPr/>
      </dsp:nvSpPr>
      <dsp:spPr>
        <a:xfrm>
          <a:off x="6839381" y="2022958"/>
          <a:ext cx="91440" cy="1261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1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F33F21-C122-4910-9E0C-1080AB10AA7C}">
      <dsp:nvSpPr>
        <dsp:cNvPr id="0" name=""/>
        <dsp:cNvSpPr/>
      </dsp:nvSpPr>
      <dsp:spPr>
        <a:xfrm>
          <a:off x="6648603" y="2149090"/>
          <a:ext cx="472994" cy="3153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600" kern="1200" dirty="0" err="1" smtClean="0"/>
            <a:t>Impl</a:t>
          </a:r>
          <a:r>
            <a:rPr lang="en-US" altLang="ko-KR" sz="600" kern="1200" dirty="0" smtClean="0"/>
            <a:t> </a:t>
          </a:r>
          <a:r>
            <a:rPr lang="ko-KR" altLang="en-US" sz="600" kern="1200" dirty="0" smtClean="0"/>
            <a:t>파일</a:t>
          </a:r>
          <a:endParaRPr lang="ko-KR" altLang="en-US" sz="600" kern="1200" dirty="0"/>
        </a:p>
      </dsp:txBody>
      <dsp:txXfrm>
        <a:off x="6657839" y="2158326"/>
        <a:ext cx="454522" cy="296857"/>
      </dsp:txXfrm>
    </dsp:sp>
    <dsp:sp modelId="{6B948F26-0AAF-4431-891F-B026F8A514EF}">
      <dsp:nvSpPr>
        <dsp:cNvPr id="0" name=""/>
        <dsp:cNvSpPr/>
      </dsp:nvSpPr>
      <dsp:spPr>
        <a:xfrm>
          <a:off x="6839381" y="2464420"/>
          <a:ext cx="91440" cy="1261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1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38E062-88B5-4B84-810E-F6CED54871A6}">
      <dsp:nvSpPr>
        <dsp:cNvPr id="0" name=""/>
        <dsp:cNvSpPr/>
      </dsp:nvSpPr>
      <dsp:spPr>
        <a:xfrm>
          <a:off x="6648603" y="2590552"/>
          <a:ext cx="472994" cy="3153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600" kern="1200" dirty="0" err="1" smtClean="0"/>
            <a:t>Funtion</a:t>
          </a:r>
          <a:r>
            <a:rPr lang="en-US" altLang="ko-KR" sz="600" kern="1200" dirty="0" smtClean="0"/>
            <a:t> </a:t>
          </a:r>
          <a:r>
            <a:rPr lang="ko-KR" altLang="en-US" sz="600" kern="1200" dirty="0" smtClean="0"/>
            <a:t>파일</a:t>
          </a:r>
          <a:endParaRPr lang="ko-KR" altLang="en-US" sz="600" kern="1200" dirty="0"/>
        </a:p>
      </dsp:txBody>
      <dsp:txXfrm>
        <a:off x="6657839" y="2599788"/>
        <a:ext cx="454522" cy="296857"/>
      </dsp:txXfrm>
    </dsp:sp>
    <dsp:sp modelId="{6D7D4C73-4610-493E-A937-CDCE8E6D9725}">
      <dsp:nvSpPr>
        <dsp:cNvPr id="0" name=""/>
        <dsp:cNvSpPr/>
      </dsp:nvSpPr>
      <dsp:spPr>
        <a:xfrm>
          <a:off x="6577654" y="2905882"/>
          <a:ext cx="307446" cy="126131"/>
        </a:xfrm>
        <a:custGeom>
          <a:avLst/>
          <a:gdLst/>
          <a:ahLst/>
          <a:cxnLst/>
          <a:rect l="0" t="0" r="0" b="0"/>
          <a:pathLst>
            <a:path>
              <a:moveTo>
                <a:pt x="307446" y="0"/>
              </a:moveTo>
              <a:lnTo>
                <a:pt x="307446" y="63065"/>
              </a:lnTo>
              <a:lnTo>
                <a:pt x="0" y="63065"/>
              </a:lnTo>
              <a:lnTo>
                <a:pt x="0" y="1261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E35392-E662-435D-AAA9-F4871E8E3ED3}">
      <dsp:nvSpPr>
        <dsp:cNvPr id="0" name=""/>
        <dsp:cNvSpPr/>
      </dsp:nvSpPr>
      <dsp:spPr>
        <a:xfrm>
          <a:off x="6341157" y="3032014"/>
          <a:ext cx="472994" cy="3153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600" kern="1200" dirty="0" smtClean="0"/>
            <a:t>PLC</a:t>
          </a:r>
          <a:endParaRPr lang="ko-KR" altLang="en-US" sz="600" kern="1200" dirty="0"/>
        </a:p>
      </dsp:txBody>
      <dsp:txXfrm>
        <a:off x="6350393" y="3041250"/>
        <a:ext cx="454522" cy="296857"/>
      </dsp:txXfrm>
    </dsp:sp>
    <dsp:sp modelId="{15F622F6-CAD8-4B59-A5AD-3952660CC641}">
      <dsp:nvSpPr>
        <dsp:cNvPr id="0" name=""/>
        <dsp:cNvSpPr/>
      </dsp:nvSpPr>
      <dsp:spPr>
        <a:xfrm>
          <a:off x="6885101" y="2905882"/>
          <a:ext cx="307446" cy="126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065"/>
              </a:lnTo>
              <a:lnTo>
                <a:pt x="307446" y="63065"/>
              </a:lnTo>
              <a:lnTo>
                <a:pt x="307446" y="1261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2857FD-527F-462D-AD92-05A5434656E3}">
      <dsp:nvSpPr>
        <dsp:cNvPr id="0" name=""/>
        <dsp:cNvSpPr/>
      </dsp:nvSpPr>
      <dsp:spPr>
        <a:xfrm>
          <a:off x="6956050" y="3032014"/>
          <a:ext cx="472994" cy="3153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600" kern="1200" dirty="0" smtClean="0"/>
            <a:t>I/O </a:t>
          </a:r>
          <a:r>
            <a:rPr lang="ko-KR" altLang="en-US" sz="600" kern="1200" dirty="0" smtClean="0"/>
            <a:t>보드</a:t>
          </a:r>
          <a:endParaRPr lang="ko-KR" altLang="en-US" sz="600" kern="1200" dirty="0"/>
        </a:p>
      </dsp:txBody>
      <dsp:txXfrm>
        <a:off x="6965286" y="3041250"/>
        <a:ext cx="454522" cy="296857"/>
      </dsp:txXfrm>
    </dsp:sp>
    <dsp:sp modelId="{E12820EC-2A2D-476A-AEB2-661B7E784057}">
      <dsp:nvSpPr>
        <dsp:cNvPr id="0" name=""/>
        <dsp:cNvSpPr/>
      </dsp:nvSpPr>
      <dsp:spPr>
        <a:xfrm>
          <a:off x="5501591" y="1581496"/>
          <a:ext cx="2613296" cy="126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065"/>
              </a:lnTo>
              <a:lnTo>
                <a:pt x="2613296" y="63065"/>
              </a:lnTo>
              <a:lnTo>
                <a:pt x="2613296" y="12613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2E3AD8-BE38-41CB-B949-145FCE9F2C60}">
      <dsp:nvSpPr>
        <dsp:cNvPr id="0" name=""/>
        <dsp:cNvSpPr/>
      </dsp:nvSpPr>
      <dsp:spPr>
        <a:xfrm>
          <a:off x="7878390" y="1707628"/>
          <a:ext cx="472994" cy="3153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600" kern="1200" dirty="0" smtClean="0"/>
            <a:t>Light</a:t>
          </a:r>
          <a:endParaRPr lang="ko-KR" altLang="en-US" sz="600" kern="1200" dirty="0"/>
        </a:p>
      </dsp:txBody>
      <dsp:txXfrm>
        <a:off x="7887626" y="1716864"/>
        <a:ext cx="454522" cy="296857"/>
      </dsp:txXfrm>
    </dsp:sp>
    <dsp:sp modelId="{9C23A1E0-1ABC-43A0-8958-A9357C7AE469}">
      <dsp:nvSpPr>
        <dsp:cNvPr id="0" name=""/>
        <dsp:cNvSpPr/>
      </dsp:nvSpPr>
      <dsp:spPr>
        <a:xfrm>
          <a:off x="8069167" y="2022958"/>
          <a:ext cx="91440" cy="1261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1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739E2B-833B-4B41-B677-F03667717AC5}">
      <dsp:nvSpPr>
        <dsp:cNvPr id="0" name=""/>
        <dsp:cNvSpPr/>
      </dsp:nvSpPr>
      <dsp:spPr>
        <a:xfrm>
          <a:off x="7878390" y="2149090"/>
          <a:ext cx="472994" cy="3153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600" kern="1200" dirty="0" err="1" smtClean="0"/>
            <a:t>Impl</a:t>
          </a:r>
          <a:r>
            <a:rPr lang="en-US" altLang="ko-KR" sz="600" kern="1200" dirty="0" smtClean="0"/>
            <a:t> </a:t>
          </a:r>
          <a:r>
            <a:rPr lang="ko-KR" altLang="en-US" sz="600" kern="1200" dirty="0" smtClean="0"/>
            <a:t>파일</a:t>
          </a:r>
          <a:endParaRPr lang="ko-KR" altLang="en-US" sz="600" kern="1200" dirty="0"/>
        </a:p>
      </dsp:txBody>
      <dsp:txXfrm>
        <a:off x="7887626" y="2158326"/>
        <a:ext cx="454522" cy="296857"/>
      </dsp:txXfrm>
    </dsp:sp>
    <dsp:sp modelId="{9CD0731B-CBD6-4D04-B4CF-B5BD478800FA}">
      <dsp:nvSpPr>
        <dsp:cNvPr id="0" name=""/>
        <dsp:cNvSpPr/>
      </dsp:nvSpPr>
      <dsp:spPr>
        <a:xfrm>
          <a:off x="8069167" y="2464420"/>
          <a:ext cx="91440" cy="1261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1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BD9E72-1BC0-46C4-A00D-F48D4CBC042F}">
      <dsp:nvSpPr>
        <dsp:cNvPr id="0" name=""/>
        <dsp:cNvSpPr/>
      </dsp:nvSpPr>
      <dsp:spPr>
        <a:xfrm>
          <a:off x="7878390" y="2590552"/>
          <a:ext cx="472994" cy="3153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600" kern="1200" dirty="0" err="1" smtClean="0"/>
            <a:t>Funtion</a:t>
          </a:r>
          <a:r>
            <a:rPr lang="en-US" altLang="ko-KR" sz="600" kern="1200" dirty="0" smtClean="0"/>
            <a:t> </a:t>
          </a:r>
          <a:r>
            <a:rPr lang="ko-KR" altLang="en-US" sz="600" kern="1200" dirty="0" smtClean="0"/>
            <a:t>파일</a:t>
          </a:r>
          <a:endParaRPr lang="ko-KR" altLang="en-US" sz="600" kern="1200" dirty="0"/>
        </a:p>
      </dsp:txBody>
      <dsp:txXfrm>
        <a:off x="7887626" y="2599788"/>
        <a:ext cx="454522" cy="296857"/>
      </dsp:txXfrm>
    </dsp:sp>
    <dsp:sp modelId="{1350CD0E-EDB1-4321-A00C-C9736A3D8042}">
      <dsp:nvSpPr>
        <dsp:cNvPr id="0" name=""/>
        <dsp:cNvSpPr/>
      </dsp:nvSpPr>
      <dsp:spPr>
        <a:xfrm>
          <a:off x="7807441" y="2905882"/>
          <a:ext cx="307446" cy="126131"/>
        </a:xfrm>
        <a:custGeom>
          <a:avLst/>
          <a:gdLst/>
          <a:ahLst/>
          <a:cxnLst/>
          <a:rect l="0" t="0" r="0" b="0"/>
          <a:pathLst>
            <a:path>
              <a:moveTo>
                <a:pt x="307446" y="0"/>
              </a:moveTo>
              <a:lnTo>
                <a:pt x="307446" y="63065"/>
              </a:lnTo>
              <a:lnTo>
                <a:pt x="0" y="63065"/>
              </a:lnTo>
              <a:lnTo>
                <a:pt x="0" y="1261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3A982E-CE1F-4504-9BEE-BFB9E733821B}">
      <dsp:nvSpPr>
        <dsp:cNvPr id="0" name=""/>
        <dsp:cNvSpPr/>
      </dsp:nvSpPr>
      <dsp:spPr>
        <a:xfrm>
          <a:off x="7570943" y="3032014"/>
          <a:ext cx="472994" cy="3153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600" kern="1200" dirty="0" smtClean="0"/>
            <a:t>SPO</a:t>
          </a:r>
          <a:endParaRPr lang="ko-KR" altLang="en-US" sz="600" kern="1200" dirty="0"/>
        </a:p>
      </dsp:txBody>
      <dsp:txXfrm>
        <a:off x="7580179" y="3041250"/>
        <a:ext cx="454522" cy="296857"/>
      </dsp:txXfrm>
    </dsp:sp>
    <dsp:sp modelId="{E3EBC34F-8A5B-4E42-B9E7-2C71E94C9659}">
      <dsp:nvSpPr>
        <dsp:cNvPr id="0" name=""/>
        <dsp:cNvSpPr/>
      </dsp:nvSpPr>
      <dsp:spPr>
        <a:xfrm>
          <a:off x="8114887" y="2905882"/>
          <a:ext cx="307446" cy="1261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065"/>
              </a:lnTo>
              <a:lnTo>
                <a:pt x="307446" y="63065"/>
              </a:lnTo>
              <a:lnTo>
                <a:pt x="307446" y="1261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CA3CA5-42DB-4C4D-B534-38B50C107785}">
      <dsp:nvSpPr>
        <dsp:cNvPr id="0" name=""/>
        <dsp:cNvSpPr/>
      </dsp:nvSpPr>
      <dsp:spPr>
        <a:xfrm>
          <a:off x="8185837" y="3032014"/>
          <a:ext cx="472994" cy="3153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600" kern="1200" dirty="0" smtClean="0"/>
            <a:t>CAS</a:t>
          </a:r>
          <a:endParaRPr lang="ko-KR" altLang="en-US" sz="600" kern="1200" dirty="0"/>
        </a:p>
      </dsp:txBody>
      <dsp:txXfrm>
        <a:off x="8195073" y="3041250"/>
        <a:ext cx="454522" cy="2968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DB5ECF-5A18-46F8-A8D0-B54C832D5A05}">
      <dsp:nvSpPr>
        <dsp:cNvPr id="0" name=""/>
        <dsp:cNvSpPr/>
      </dsp:nvSpPr>
      <dsp:spPr>
        <a:xfrm rot="5400000">
          <a:off x="641119" y="1219294"/>
          <a:ext cx="1070805" cy="121907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08AA80-B093-4B93-AD45-0A79C2F0452A}">
      <dsp:nvSpPr>
        <dsp:cNvPr id="0" name=""/>
        <dsp:cNvSpPr/>
      </dsp:nvSpPr>
      <dsp:spPr>
        <a:xfrm>
          <a:off x="357421" y="32285"/>
          <a:ext cx="1802606" cy="126176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kern="1200" dirty="0" err="1" smtClean="0"/>
            <a:t>CDoWorkGlassSequenceEngine</a:t>
          </a:r>
          <a:r>
            <a:rPr lang="en-US" altLang="en-US" sz="1400" kern="1200" dirty="0" smtClean="0"/>
            <a:t>::</a:t>
          </a:r>
          <a:r>
            <a:rPr lang="en-US" altLang="en-US" sz="1400" kern="1200" dirty="0" err="1" smtClean="0"/>
            <a:t>ThreadRun</a:t>
          </a:r>
          <a:r>
            <a:rPr lang="en-US" altLang="en-US" sz="1400" kern="1200" dirty="0" smtClean="0"/>
            <a:t>()</a:t>
          </a:r>
          <a:endParaRPr lang="ko-KR" altLang="en-US" sz="1400" kern="1200" dirty="0"/>
        </a:p>
      </dsp:txBody>
      <dsp:txXfrm>
        <a:off x="419026" y="93890"/>
        <a:ext cx="1679396" cy="1138556"/>
      </dsp:txXfrm>
    </dsp:sp>
    <dsp:sp modelId="{5C037FA2-ECA7-4768-ACAC-66F2D6B4DB7A}">
      <dsp:nvSpPr>
        <dsp:cNvPr id="0" name=""/>
        <dsp:cNvSpPr/>
      </dsp:nvSpPr>
      <dsp:spPr>
        <a:xfrm>
          <a:off x="2160027" y="152623"/>
          <a:ext cx="1311044" cy="1019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000" kern="1200" dirty="0" smtClean="0"/>
            <a:t>측정 시작</a:t>
          </a:r>
          <a:endParaRPr lang="ko-KR" altLang="en-US" sz="1000" kern="1200" dirty="0"/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000" kern="1200" dirty="0" smtClean="0"/>
            <a:t> </a:t>
          </a:r>
          <a:r>
            <a:rPr lang="en-US" altLang="ko-KR" sz="1000" kern="1200" dirty="0" smtClean="0"/>
            <a:t>Glass ID </a:t>
          </a:r>
          <a:r>
            <a:rPr lang="ko-KR" altLang="en-US" sz="1000" kern="1200" dirty="0" smtClean="0"/>
            <a:t>및 정보 </a:t>
          </a:r>
          <a:r>
            <a:rPr lang="ko-KR" altLang="en-US" sz="1000" kern="1200" dirty="0" err="1" smtClean="0"/>
            <a:t>셋팅</a:t>
          </a:r>
          <a:endParaRPr lang="ko-KR" altLang="en-US" sz="1000" kern="1200" dirty="0"/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1000" kern="1200" dirty="0" smtClean="0"/>
            <a:t> </a:t>
          </a:r>
          <a:r>
            <a:rPr lang="en-US" altLang="en-US" sz="1000" kern="1200" dirty="0" err="1" smtClean="0"/>
            <a:t>ThreadRu_nSequence</a:t>
          </a:r>
          <a:r>
            <a:rPr lang="ko-KR" altLang="en-US" sz="1000" kern="1200" dirty="0" smtClean="0"/>
            <a:t> 반복 수행</a:t>
          </a:r>
          <a:endParaRPr lang="ko-KR" altLang="en-US" sz="1000" kern="1200" dirty="0"/>
        </a:p>
      </dsp:txBody>
      <dsp:txXfrm>
        <a:off x="2160027" y="152623"/>
        <a:ext cx="1311044" cy="1019814"/>
      </dsp:txXfrm>
    </dsp:sp>
    <dsp:sp modelId="{E6FEF6D4-A141-4520-946C-AF21B1401DA7}">
      <dsp:nvSpPr>
        <dsp:cNvPr id="0" name=""/>
        <dsp:cNvSpPr/>
      </dsp:nvSpPr>
      <dsp:spPr>
        <a:xfrm rot="5400000">
          <a:off x="2135671" y="2636674"/>
          <a:ext cx="1070805" cy="121907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B98703-85CF-4932-8919-7CF6F18095B9}">
      <dsp:nvSpPr>
        <dsp:cNvPr id="0" name=""/>
        <dsp:cNvSpPr/>
      </dsp:nvSpPr>
      <dsp:spPr>
        <a:xfrm>
          <a:off x="1851973" y="1449664"/>
          <a:ext cx="1802606" cy="126176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kern="1200" dirty="0" err="1" smtClean="0"/>
            <a:t>CDoWorkGlassSequenceEngine</a:t>
          </a:r>
          <a:r>
            <a:rPr lang="en-US" altLang="en-US" sz="1400" kern="1200" dirty="0" smtClean="0"/>
            <a:t>::</a:t>
          </a:r>
          <a:r>
            <a:rPr lang="en-US" altLang="en-US" sz="1400" kern="1200" dirty="0" err="1" smtClean="0"/>
            <a:t>ThreadRu_nSequence</a:t>
          </a:r>
          <a:r>
            <a:rPr lang="en-US" altLang="en-US" sz="1400" kern="1200" dirty="0" smtClean="0"/>
            <a:t>()</a:t>
          </a:r>
          <a:endParaRPr lang="ko-KR" altLang="en-US" sz="1400" kern="1200" dirty="0"/>
        </a:p>
      </dsp:txBody>
      <dsp:txXfrm>
        <a:off x="1913578" y="1511269"/>
        <a:ext cx="1679396" cy="1138556"/>
      </dsp:txXfrm>
    </dsp:sp>
    <dsp:sp modelId="{1D1D03BC-8956-48CE-9DB8-AE26A777DA83}">
      <dsp:nvSpPr>
        <dsp:cNvPr id="0" name=""/>
        <dsp:cNvSpPr/>
      </dsp:nvSpPr>
      <dsp:spPr>
        <a:xfrm>
          <a:off x="3654579" y="1570002"/>
          <a:ext cx="1311044" cy="1019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000" kern="1200" dirty="0" smtClean="0"/>
            <a:t>측정 시퀀스 동작</a:t>
          </a:r>
          <a:endParaRPr lang="ko-KR" altLang="en-US" sz="1000" kern="1200" dirty="0"/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1000" kern="1200" dirty="0" smtClean="0"/>
            <a:t>Vector Item</a:t>
          </a:r>
          <a:r>
            <a:rPr lang="ko-KR" altLang="en-US" sz="1000" kern="1200" dirty="0" smtClean="0"/>
            <a:t>을 순차 동작</a:t>
          </a:r>
          <a:endParaRPr lang="ko-KR" altLang="en-US" sz="1000" kern="1200" dirty="0"/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000" kern="1200" dirty="0" smtClean="0"/>
            <a:t>완료 대기</a:t>
          </a:r>
          <a:endParaRPr lang="ko-KR" altLang="en-US" sz="1000" kern="1200" dirty="0"/>
        </a:p>
      </dsp:txBody>
      <dsp:txXfrm>
        <a:off x="3654579" y="1570002"/>
        <a:ext cx="1311044" cy="1019814"/>
      </dsp:txXfrm>
    </dsp:sp>
    <dsp:sp modelId="{10F4E201-50EC-4697-BCBE-13ECB11AB3FB}">
      <dsp:nvSpPr>
        <dsp:cNvPr id="0" name=""/>
        <dsp:cNvSpPr/>
      </dsp:nvSpPr>
      <dsp:spPr>
        <a:xfrm rot="5400000">
          <a:off x="3630224" y="4054053"/>
          <a:ext cx="1070805" cy="121907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98BFEC-4D04-48A2-9813-A7D63197A659}">
      <dsp:nvSpPr>
        <dsp:cNvPr id="0" name=""/>
        <dsp:cNvSpPr/>
      </dsp:nvSpPr>
      <dsp:spPr>
        <a:xfrm>
          <a:off x="3346525" y="2867044"/>
          <a:ext cx="1802606" cy="126176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kern="1200" dirty="0" err="1" smtClean="0"/>
            <a:t>ThreadRun</a:t>
          </a:r>
          <a:r>
            <a:rPr lang="en-US" altLang="en-US" sz="1400" kern="1200" dirty="0" smtClean="0"/>
            <a:t>()</a:t>
          </a:r>
          <a:endParaRPr lang="ko-KR" altLang="en-US" sz="1400" kern="1200" dirty="0"/>
        </a:p>
      </dsp:txBody>
      <dsp:txXfrm>
        <a:off x="3408130" y="2928649"/>
        <a:ext cx="1679396" cy="1138556"/>
      </dsp:txXfrm>
    </dsp:sp>
    <dsp:sp modelId="{D39CA8BB-A1DB-4464-8E39-C79456013D83}">
      <dsp:nvSpPr>
        <dsp:cNvPr id="0" name=""/>
        <dsp:cNvSpPr/>
      </dsp:nvSpPr>
      <dsp:spPr>
        <a:xfrm>
          <a:off x="5149132" y="2987382"/>
          <a:ext cx="1311044" cy="1019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1000" kern="1200" dirty="0" smtClean="0"/>
            <a:t>Vector</a:t>
          </a:r>
          <a:r>
            <a:rPr lang="ko-KR" altLang="en-US" sz="1000" kern="1200" dirty="0" smtClean="0"/>
            <a:t> 스레드 동작</a:t>
          </a:r>
          <a:endParaRPr lang="ko-KR" altLang="en-US" sz="1000" kern="1200" dirty="0"/>
        </a:p>
        <a:p>
          <a:pPr marL="57150" lvl="1" indent="-57150" algn="l" defTabSz="4445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000" kern="1200" dirty="0" smtClean="0"/>
            <a:t>완료 확인</a:t>
          </a:r>
          <a:endParaRPr lang="ko-KR" altLang="en-US" sz="1000" kern="1200" dirty="0"/>
        </a:p>
      </dsp:txBody>
      <dsp:txXfrm>
        <a:off x="5149132" y="2987382"/>
        <a:ext cx="1311044" cy="1019814"/>
      </dsp:txXfrm>
    </dsp:sp>
    <dsp:sp modelId="{7C8D701B-3DE6-46FD-8129-68C4DE641990}">
      <dsp:nvSpPr>
        <dsp:cNvPr id="0" name=""/>
        <dsp:cNvSpPr/>
      </dsp:nvSpPr>
      <dsp:spPr>
        <a:xfrm>
          <a:off x="4841078" y="4284423"/>
          <a:ext cx="1802606" cy="126176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 kern="1200" dirty="0" smtClean="0"/>
            <a:t>Run()</a:t>
          </a:r>
          <a:endParaRPr lang="ko-KR" altLang="en-US" sz="1400" kern="1200" dirty="0"/>
        </a:p>
      </dsp:txBody>
      <dsp:txXfrm>
        <a:off x="4902683" y="4346028"/>
        <a:ext cx="1679396" cy="1138556"/>
      </dsp:txXfrm>
    </dsp:sp>
    <dsp:sp modelId="{50EA2E64-BCA2-4315-BFB8-D1CDE62AECA0}">
      <dsp:nvSpPr>
        <dsp:cNvPr id="0" name=""/>
        <dsp:cNvSpPr/>
      </dsp:nvSpPr>
      <dsp:spPr>
        <a:xfrm>
          <a:off x="6643684" y="4404762"/>
          <a:ext cx="1311044" cy="1019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57150" lvl="1" indent="-57150" algn="l" defTabSz="4889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1100" kern="1200" dirty="0" smtClean="0">
              <a:latin typeface="+mn-lt"/>
            </a:rPr>
            <a:t>Step </a:t>
          </a:r>
          <a:r>
            <a:rPr lang="ko-KR" altLang="en-US" sz="1100" kern="1200" dirty="0" smtClean="0">
              <a:latin typeface="+mn-lt"/>
            </a:rPr>
            <a:t>함수 동작</a:t>
          </a:r>
          <a:endParaRPr lang="ko-KR" altLang="en-US" sz="1100" kern="1200" dirty="0">
            <a:latin typeface="+mn-lt"/>
          </a:endParaRPr>
        </a:p>
      </dsp:txBody>
      <dsp:txXfrm>
        <a:off x="6643684" y="4404762"/>
        <a:ext cx="1311044" cy="10198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572" y="0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r">
              <a:defRPr sz="1200"/>
            </a:lvl1pPr>
          </a:lstStyle>
          <a:p>
            <a:fld id="{A8432EF3-2C5E-4437-A242-89457AC3EBC6}" type="datetimeFigureOut">
              <a:rPr lang="ko-KR" altLang="en-US" smtClean="0"/>
              <a:t>2022-10-21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7763" y="1233488"/>
            <a:ext cx="444023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644" tIns="45322" rIns="90644" bIns="4532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891" y="4747996"/>
            <a:ext cx="5387982" cy="3884437"/>
          </a:xfrm>
          <a:prstGeom prst="rect">
            <a:avLst/>
          </a:prstGeom>
        </p:spPr>
        <p:txBody>
          <a:bodyPr vert="horz" lIns="90644" tIns="45322" rIns="90644" bIns="4532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501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572" y="9371501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r">
              <a:defRPr sz="1200"/>
            </a:lvl1pPr>
          </a:lstStyle>
          <a:p>
            <a:fld id="{1F694038-8F26-4992-81E4-0A012897C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342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2022-10-21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356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8F6CADA-A13E-447C-839F-0F14015D6169}"/>
              </a:ext>
            </a:extLst>
          </p:cNvPr>
          <p:cNvSpPr/>
          <p:nvPr userDrawn="1"/>
        </p:nvSpPr>
        <p:spPr>
          <a:xfrm>
            <a:off x="1445742" y="2"/>
            <a:ext cx="7698259" cy="5262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6D85D9A-0A31-48BF-A83B-51EF472174E2}"/>
              </a:ext>
            </a:extLst>
          </p:cNvPr>
          <p:cNvSpPr/>
          <p:nvPr userDrawn="1"/>
        </p:nvSpPr>
        <p:spPr>
          <a:xfrm>
            <a:off x="0" y="2"/>
            <a:ext cx="1242204" cy="5262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A9043C-79A8-49A7-BC77-BC88A3C0395F}"/>
              </a:ext>
            </a:extLst>
          </p:cNvPr>
          <p:cNvSpPr/>
          <p:nvPr userDrawn="1"/>
        </p:nvSpPr>
        <p:spPr>
          <a:xfrm>
            <a:off x="1311217" y="2"/>
            <a:ext cx="60385" cy="52621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E88106A-1960-4D48-B0A5-00D22E7E9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905" y="5671355"/>
            <a:ext cx="1842189" cy="44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41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CA2A418-A329-4373-AA93-8D96F11154AE}"/>
              </a:ext>
            </a:extLst>
          </p:cNvPr>
          <p:cNvSpPr/>
          <p:nvPr userDrawn="1"/>
        </p:nvSpPr>
        <p:spPr>
          <a:xfrm>
            <a:off x="1445743" y="665018"/>
            <a:ext cx="7282622" cy="77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153B245-C7A4-4148-9536-93AEF2B71FDB}"/>
              </a:ext>
            </a:extLst>
          </p:cNvPr>
          <p:cNvSpPr/>
          <p:nvPr userDrawn="1"/>
        </p:nvSpPr>
        <p:spPr>
          <a:xfrm>
            <a:off x="415636" y="665018"/>
            <a:ext cx="826568" cy="773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A0CB3A-47B0-4D52-9E44-800852389524}"/>
              </a:ext>
            </a:extLst>
          </p:cNvPr>
          <p:cNvSpPr/>
          <p:nvPr userDrawn="1"/>
        </p:nvSpPr>
        <p:spPr>
          <a:xfrm>
            <a:off x="1311217" y="665018"/>
            <a:ext cx="60385" cy="7732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D9FD4FB-AD3D-4FA9-9D44-F4666717A0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4" y="6518314"/>
            <a:ext cx="1255078" cy="306435"/>
          </a:xfrm>
          <a:prstGeom prst="rect">
            <a:avLst/>
          </a:prstGeom>
        </p:spPr>
      </p:pic>
      <p:pic>
        <p:nvPicPr>
          <p:cNvPr id="11" name="Picture 41">
            <a:extLst>
              <a:ext uri="{FF2B5EF4-FFF2-40B4-BE49-F238E27FC236}">
                <a16:creationId xmlns:a16="http://schemas.microsoft.com/office/drawing/2014/main" id="{72A0348D-8020-4D06-8F46-5EDC953E48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2" y="6581775"/>
            <a:ext cx="777239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733167" y="271851"/>
            <a:ext cx="7970483" cy="38080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 b="1"/>
            </a:lvl1pPr>
          </a:lstStyle>
          <a:p>
            <a:r>
              <a:rPr lang="ko-KR" altLang="en-US" dirty="0" smtClean="0"/>
              <a:t>마스터 </a:t>
            </a:r>
            <a:r>
              <a:rPr lang="ko-KR" altLang="en-US" dirty="0"/>
              <a:t>제목 스타일 편집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sz="half" idx="1"/>
          </p:nvPr>
        </p:nvSpPr>
        <p:spPr>
          <a:xfrm>
            <a:off x="415634" y="861798"/>
            <a:ext cx="8312729" cy="557919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직사각형 3"/>
          <p:cNvSpPr/>
          <p:nvPr userDrawn="1"/>
        </p:nvSpPr>
        <p:spPr>
          <a:xfrm>
            <a:off x="413422" y="25702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smtClean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2043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CA2A418-A329-4373-AA93-8D96F11154AE}"/>
              </a:ext>
            </a:extLst>
          </p:cNvPr>
          <p:cNvSpPr/>
          <p:nvPr userDrawn="1"/>
        </p:nvSpPr>
        <p:spPr>
          <a:xfrm>
            <a:off x="1445743" y="665018"/>
            <a:ext cx="7282622" cy="77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153B245-C7A4-4148-9536-93AEF2B71FDB}"/>
              </a:ext>
            </a:extLst>
          </p:cNvPr>
          <p:cNvSpPr/>
          <p:nvPr userDrawn="1"/>
        </p:nvSpPr>
        <p:spPr>
          <a:xfrm>
            <a:off x="415636" y="665018"/>
            <a:ext cx="826568" cy="773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A0CB3A-47B0-4D52-9E44-800852389524}"/>
              </a:ext>
            </a:extLst>
          </p:cNvPr>
          <p:cNvSpPr/>
          <p:nvPr userDrawn="1"/>
        </p:nvSpPr>
        <p:spPr>
          <a:xfrm>
            <a:off x="1311217" y="665018"/>
            <a:ext cx="60385" cy="7732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D9FD4FB-AD3D-4FA9-9D44-F4666717A0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4" y="6518314"/>
            <a:ext cx="1255078" cy="306435"/>
          </a:xfrm>
          <a:prstGeom prst="rect">
            <a:avLst/>
          </a:prstGeom>
        </p:spPr>
      </p:pic>
      <p:pic>
        <p:nvPicPr>
          <p:cNvPr id="11" name="Picture 41">
            <a:extLst>
              <a:ext uri="{FF2B5EF4-FFF2-40B4-BE49-F238E27FC236}">
                <a16:creationId xmlns:a16="http://schemas.microsoft.com/office/drawing/2014/main" id="{72A0348D-8020-4D06-8F46-5EDC953E48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2" y="6581775"/>
            <a:ext cx="777239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7160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2022-10-21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598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2022-10-21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976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2022-10-21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195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2022-10-21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307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2022-10-21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734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2022-10-21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147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2022-10-21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915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2022-10-21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5404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-11113" y="3622675"/>
            <a:ext cx="9155113" cy="3235325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>
              <a:latin typeface="Arial" panose="020B06040202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3" name="Rectangle 8"/>
          <p:cNvSpPr>
            <a:spLocks noChangeArrowheads="1"/>
          </p:cNvSpPr>
          <p:nvPr/>
        </p:nvSpPr>
        <p:spPr bwMode="auto">
          <a:xfrm>
            <a:off x="-4763" y="-6350"/>
            <a:ext cx="674688" cy="2859088"/>
          </a:xfrm>
          <a:prstGeom prst="rect">
            <a:avLst/>
          </a:prstGeom>
          <a:solidFill>
            <a:srgbClr val="003366"/>
          </a:solidFill>
          <a:ln w="9525">
            <a:solidFill>
              <a:srgbClr val="003366"/>
            </a:solidFill>
            <a:miter lim="800000"/>
            <a:headEnd/>
            <a:tailEnd/>
          </a:ln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>
              <a:latin typeface="Arial" panose="020B06040202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688975" y="2852738"/>
            <a:ext cx="8455025" cy="136842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>
              <a:latin typeface="Arial" panose="020B06040202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-7938" y="2852738"/>
            <a:ext cx="677863" cy="4005262"/>
          </a:xfrm>
          <a:prstGeom prst="rect">
            <a:avLst/>
          </a:prstGeom>
          <a:solidFill>
            <a:srgbClr val="A7A7A7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>
              <a:latin typeface="Arial" panose="020B0604020202020204" pitchFamily="34" charset="0"/>
              <a:ea typeface="HY헤드라인M" panose="02030600000101010101" pitchFamily="18" charset="-127"/>
            </a:endParaRPr>
          </a:p>
        </p:txBody>
      </p:sp>
      <p:pic>
        <p:nvPicPr>
          <p:cNvPr id="6" name="Picture 4" descr="E:\2013년\7_자료\케이맥 LOGO\K－MAC_logo_image\Signature Composition_09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512" b="9685"/>
          <a:stretch>
            <a:fillRect/>
          </a:stretch>
        </p:blipFill>
        <p:spPr bwMode="auto">
          <a:xfrm>
            <a:off x="7734300" y="331788"/>
            <a:ext cx="9810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2998498"/>
      </p:ext>
    </p:extLst>
  </p:cSld>
  <p:clrMapOvr>
    <a:masterClrMapping/>
  </p:clrMapOvr>
  <p:transition>
    <p:wipe/>
  </p:transition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3DE9189E-AD8F-4C1A-8561-A2E586804B91}" type="datetimeFigureOut">
              <a:rPr lang="ko-KR" altLang="en-US"/>
              <a:pPr>
                <a:defRPr/>
              </a:pPr>
              <a:t>2022-10-21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86B45385-55EE-43CC-941A-01A8260550B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806896"/>
      </p:ext>
    </p:extLst>
  </p:cSld>
  <p:clrMapOvr>
    <a:masterClrMapping/>
  </p:clrMapOvr>
  <p:transition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1A60A1CB-4138-49DB-895C-5BE17B37F1DF}" type="datetimeFigureOut">
              <a:rPr lang="ko-KR" altLang="en-US"/>
              <a:pPr>
                <a:defRPr/>
              </a:pPr>
              <a:t>2022-10-21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F382D9DE-7A54-432D-B9F8-8F41DE4A7B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592235"/>
      </p:ext>
    </p:extLst>
  </p:cSld>
  <p:clrMapOvr>
    <a:masterClrMapping/>
  </p:clrMapOvr>
  <p:transition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4F6D5B06-BF9D-4E24-92CC-5A6AD6786CBA}" type="datetimeFigureOut">
              <a:rPr lang="ko-KR" altLang="en-US"/>
              <a:pPr>
                <a:defRPr/>
              </a:pPr>
              <a:t>2022-10-21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3E2C2B2-0006-4A19-A06E-F329842F7DF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8430781"/>
      </p:ext>
    </p:extLst>
  </p:cSld>
  <p:clrMapOvr>
    <a:masterClrMapping/>
  </p:clrMapOvr>
  <p:transition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328D3AF3-64FE-4E71-A496-E1EBCF877780}" type="datetimeFigureOut">
              <a:rPr lang="ko-KR" altLang="en-US"/>
              <a:pPr>
                <a:defRPr/>
              </a:pPr>
              <a:t>2022-10-21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A37E9C51-05E8-41F6-A55C-A1A1334ABEF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238155"/>
      </p:ext>
    </p:extLst>
  </p:cSld>
  <p:clrMapOvr>
    <a:masterClrMapping/>
  </p:clrMapOvr>
  <p:transition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0A7DADDD-78D8-4AB7-8BD4-A61768480615}" type="datetimeFigureOut">
              <a:rPr lang="ko-KR" altLang="en-US"/>
              <a:pPr>
                <a:defRPr/>
              </a:pPr>
              <a:t>2022-10-21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1289D55-0AA1-4E5D-9FDF-C352BA7F0C4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518481"/>
      </p:ext>
    </p:extLst>
  </p:cSld>
  <p:clrMapOvr>
    <a:masterClrMapping/>
  </p:clrMapOvr>
  <p:transition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2B28E4FD-0667-4FDF-A32B-C17D1AFEF46F}" type="datetimeFigureOut">
              <a:rPr lang="ko-KR" altLang="en-US"/>
              <a:pPr>
                <a:defRPr/>
              </a:pPr>
              <a:t>2022-10-21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49204271-E5BE-4204-842F-9B22CFCA2F1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785640"/>
      </p:ext>
    </p:extLst>
  </p:cSld>
  <p:clrMapOvr>
    <a:masterClrMapping/>
  </p:clrMapOvr>
  <p:transition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F2E9CB79-ABE1-417E-B3B0-588158A43633}" type="datetimeFigureOut">
              <a:rPr lang="ko-KR" altLang="en-US"/>
              <a:pPr>
                <a:defRPr/>
              </a:pPr>
              <a:t>2022-10-21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4BEA782-3682-44AB-B6B9-BE7507B1793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0845103"/>
      </p:ext>
    </p:extLst>
  </p:cSld>
  <p:clrMapOvr>
    <a:masterClrMapping/>
  </p:clrMapOvr>
  <p:transition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438C95EA-1AF8-4E84-87A9-0F239B0315E8}" type="datetimeFigureOut">
              <a:rPr lang="ko-KR" altLang="en-US"/>
              <a:pPr>
                <a:defRPr/>
              </a:pPr>
              <a:t>2022-10-21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CCC66F7F-315D-4067-810D-D1DCEE66B5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850897"/>
      </p:ext>
    </p:extLst>
  </p:cSld>
  <p:clrMapOvr>
    <a:masterClrMapping/>
  </p:clrMapOvr>
  <p:transition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AEF72929-E4AF-4394-A318-C6D95F2E9FFF}" type="datetimeFigureOut">
              <a:rPr lang="ko-KR" altLang="en-US"/>
              <a:pPr>
                <a:defRPr/>
              </a:pPr>
              <a:t>2022-10-21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31FA55F-2527-4435-8B7F-0FE04254BA2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178585"/>
      </p:ext>
    </p:extLst>
  </p:cSld>
  <p:clrMapOvr>
    <a:masterClrMapping/>
  </p:clrMapOvr>
  <p:transition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3A6DABF0-8D43-4B19-8211-EE40CA82D841}" type="datetimeFigureOut">
              <a:rPr lang="ko-KR" altLang="en-US"/>
              <a:pPr>
                <a:defRPr/>
              </a:pPr>
              <a:t>2022-10-21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5D5F9BF-E191-40B3-965E-4BEB14E528A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378529"/>
      </p:ext>
    </p:extLst>
  </p:cSld>
  <p:clrMapOvr>
    <a:masterClrMapping/>
  </p:clrMapOvr>
  <p:transition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CCFD5F02-71F4-42B8-8F17-A9154D33537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089213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 userDrawn="1"/>
        </p:nvCxnSpPr>
        <p:spPr>
          <a:xfrm>
            <a:off x="250825" y="1052513"/>
            <a:ext cx="8642350" cy="0"/>
          </a:xfrm>
          <a:prstGeom prst="line">
            <a:avLst/>
          </a:prstGeom>
          <a:ln w="38100">
            <a:solidFill>
              <a:srgbClr val="233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45"/>
          <p:cNvSpPr>
            <a:spLocks noChangeArrowheads="1"/>
          </p:cNvSpPr>
          <p:nvPr userDrawn="1"/>
        </p:nvSpPr>
        <p:spPr bwMode="auto">
          <a:xfrm>
            <a:off x="165100" y="6376988"/>
            <a:ext cx="8677275" cy="323850"/>
          </a:xfrm>
          <a:prstGeom prst="rect">
            <a:avLst/>
          </a:prstGeom>
          <a:noFill/>
          <a:ln>
            <a:noFill/>
          </a:ln>
          <a:extLst/>
        </p:spPr>
        <p:txBody>
          <a:bodyPr lIns="90488" tIns="44450" rIns="90488" bIns="44450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>
                <a:solidFill>
                  <a:srgbClr val="595959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Copyright © 2012 by KMAC Corporation. </a:t>
            </a:r>
          </a:p>
          <a:p>
            <a:pPr eaLnBrk="1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>
                <a:solidFill>
                  <a:srgbClr val="595959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ALL RIGHTS RESERVED.</a:t>
            </a:r>
          </a:p>
        </p:txBody>
      </p:sp>
      <p:pic>
        <p:nvPicPr>
          <p:cNvPr id="4" name="그림 8" descr="시그니쳐(칼라)_마크-아이덴티파이어_중.em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3513" y="577850"/>
            <a:ext cx="1081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379D9EE3-65D0-4DD4-8056-9149CD232848}" type="datetime1">
              <a:rPr lang="ko-KR" altLang="en-US"/>
              <a:pPr>
                <a:defRPr/>
              </a:pPr>
              <a:t>2022-10-21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61075" y="6356350"/>
            <a:ext cx="2895600" cy="365125"/>
          </a:xfrm>
          <a:prstGeom prst="rect">
            <a:avLst/>
          </a:prstGeom>
        </p:spPr>
        <p:txBody>
          <a:bodyPr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000" b="1">
                <a:latin typeface="돋움" pitchFamily="50" charset="-127"/>
                <a:ea typeface="돋움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www.kmac.com</a:t>
            </a:r>
            <a:endParaRPr lang="ko-KR" altLang="en-US" dirty="0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502025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F2879A4-310A-427E-9B64-410F7AF6059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083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6F926446-C434-470C-9D55-6FCACA20F5B2}" type="datetimeFigureOut">
              <a:rPr lang="ko-KR" altLang="en-US"/>
              <a:pPr>
                <a:defRPr/>
              </a:pPr>
              <a:t>2022-10-21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DB46575-072A-4CF1-A3B8-1EF95B4F7E7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419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0B3C7-A114-4FDB-822F-CDDC420C289A}" type="datetimeFigureOut">
              <a:rPr lang="ko-KR" altLang="en-US" smtClean="0"/>
              <a:t>2022-10-21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53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87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0"/>
          <p:cNvSpPr txBox="1">
            <a:spLocks noChangeArrowheads="1"/>
          </p:cNvSpPr>
          <p:nvPr/>
        </p:nvSpPr>
        <p:spPr bwMode="auto">
          <a:xfrm>
            <a:off x="323850" y="673100"/>
            <a:ext cx="8428038" cy="77788"/>
          </a:xfrm>
          <a:prstGeom prst="rect">
            <a:avLst/>
          </a:prstGeom>
          <a:solidFill>
            <a:srgbClr val="666699"/>
          </a:solidFill>
          <a:ln>
            <a:noFill/>
          </a:ln>
          <a:extLst/>
        </p:spPr>
        <p:txBody>
          <a:bodyPr anchor="b"/>
          <a:lstStyle>
            <a:lvl1pPr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fontAlgn="auto" latinLnBrk="1" hangingPunct="1">
              <a:lnSpc>
                <a:spcPct val="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ko-KR" sz="800">
                <a:solidFill>
                  <a:schemeClr val="accent1"/>
                </a:solidFill>
                <a:latin typeface="Verdana" pitchFamily="34" charset="0"/>
                <a:ea typeface="굴림" pitchFamily="50" charset="-127"/>
              </a:rPr>
              <a:t>  </a:t>
            </a:r>
            <a:endParaRPr lang="en-US" altLang="ko-KR" sz="800" b="1">
              <a:solidFill>
                <a:srgbClr val="FF6600"/>
              </a:solidFill>
              <a:latin typeface="Arial" charset="0"/>
              <a:ea typeface="굴림" pitchFamily="50" charset="-127"/>
            </a:endParaRPr>
          </a:p>
        </p:txBody>
      </p:sp>
      <p:pic>
        <p:nvPicPr>
          <p:cNvPr id="4099" name="Picture 41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713" y="6581775"/>
            <a:ext cx="81422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 descr="E:\2013년\7_자료\케이맥 LOGO\K－MAC_logo_image\Signature Composition_09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512" b="9685"/>
          <a:stretch>
            <a:fillRect/>
          </a:stretch>
        </p:blipFill>
        <p:spPr bwMode="auto">
          <a:xfrm>
            <a:off x="90488" y="6488113"/>
            <a:ext cx="9810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4249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ransition>
    <p:wipe/>
  </p:transition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18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6.png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6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95B10C-5FDC-4E56-8A65-9EF75DE81D59}"/>
              </a:ext>
            </a:extLst>
          </p:cNvPr>
          <p:cNvSpPr txBox="1"/>
          <p:nvPr/>
        </p:nvSpPr>
        <p:spPr>
          <a:xfrm>
            <a:off x="833915" y="1966046"/>
            <a:ext cx="77033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신규 플랫폼 구조</a:t>
            </a:r>
            <a:endParaRPr lang="en-US" altLang="ko-KR" sz="2400" dirty="0" smtClean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/>
            <a:r>
              <a:rPr lang="en-US" altLang="ko-KR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(SDC HMI </a:t>
            </a:r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설비</a:t>
            </a:r>
            <a:r>
              <a:rPr lang="en-US" altLang="ko-KR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ko-KR" altLang="en-US" sz="2400" dirty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4680D21-9CBC-4EB4-A161-9D828C60FABC}"/>
              </a:ext>
            </a:extLst>
          </p:cNvPr>
          <p:cNvCxnSpPr>
            <a:cxnSpLocks/>
          </p:cNvCxnSpPr>
          <p:nvPr/>
        </p:nvCxnSpPr>
        <p:spPr>
          <a:xfrm flipV="1">
            <a:off x="1166070" y="2787667"/>
            <a:ext cx="6971251" cy="2009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9">
            <a:extLst>
              <a:ext uri="{FF2B5EF4-FFF2-40B4-BE49-F238E27FC236}">
                <a16:creationId xmlns:a16="http://schemas.microsoft.com/office/drawing/2014/main" id="{A0750DBE-9777-4B53-8A9D-E297FF43B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1071" y="5502864"/>
            <a:ext cx="165623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작성자 </a:t>
            </a:r>
            <a:r>
              <a:rPr kumimoji="0"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: </a:t>
            </a:r>
            <a:r>
              <a:rPr kumimoji="0" lang="ko-KR" altLang="en-US" sz="1200" dirty="0" err="1" smtClean="0"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윤주승</a:t>
            </a:r>
            <a:endParaRPr kumimoji="0" lang="en-US" altLang="ko-KR" sz="1200" dirty="0" smtClean="0">
              <a:latin typeface="HY헤드라인M" panose="02030600000101010101" pitchFamily="18" charset="-127"/>
              <a:ea typeface="HY헤드라인M" panose="02030600000101010101" pitchFamily="18" charset="-127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kumimoji="0" lang="en-US" altLang="ko-KR" sz="1200" dirty="0" smtClean="0"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2022.09.</a:t>
            </a:r>
            <a:endParaRPr kumimoji="0" lang="en-US" altLang="ko-KR" sz="1200" dirty="0">
              <a:latin typeface="HY헤드라인M" panose="02030600000101010101" pitchFamily="18" charset="-127"/>
              <a:ea typeface="HY헤드라인M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169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SVN </a:t>
            </a:r>
            <a:r>
              <a:rPr lang="ko-KR" altLang="en-US" dirty="0" smtClean="0"/>
              <a:t>정보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67" y="4424615"/>
            <a:ext cx="6238875" cy="1937500"/>
          </a:xfrm>
          <a:prstGeom prst="rect">
            <a:avLst/>
          </a:prstGeom>
        </p:spPr>
      </p:pic>
      <p:sp>
        <p:nvSpPr>
          <p:cNvPr id="5" name="내용 개체 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 smtClean="0"/>
              <a:t>Visual Studio 2019(x64)</a:t>
            </a:r>
          </a:p>
          <a:p>
            <a:r>
              <a:rPr lang="en-US" altLang="ko-KR" dirty="0" smtClean="0"/>
              <a:t>Alpha </a:t>
            </a:r>
            <a:r>
              <a:rPr lang="ko-KR" altLang="en-US" dirty="0" smtClean="0"/>
              <a:t>소스</a:t>
            </a:r>
            <a:r>
              <a:rPr lang="en-US" altLang="ko-KR" dirty="0" smtClean="0"/>
              <a:t>(SDC HMI, Exe)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Beta </a:t>
            </a:r>
            <a:r>
              <a:rPr lang="ko-KR" altLang="en-US" dirty="0" smtClean="0"/>
              <a:t>소스</a:t>
            </a:r>
            <a:r>
              <a:rPr lang="en-US" altLang="ko-KR" dirty="0" smtClean="0"/>
              <a:t>(WC300 UTG, DLL </a:t>
            </a:r>
            <a:r>
              <a:rPr lang="ko-KR" altLang="en-US" dirty="0" smtClean="0"/>
              <a:t>형태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67" y="1627322"/>
            <a:ext cx="6614721" cy="214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681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기본 구성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85750" lvl="0" indent="-285750"/>
            <a:r>
              <a:rPr lang="ko-KR" altLang="en-US" dirty="0" smtClean="0">
                <a:latin typeface="+mn-ea"/>
              </a:rPr>
              <a:t>폴더 구성</a:t>
            </a:r>
            <a:endParaRPr lang="en-US" altLang="ko-KR" dirty="0" smtClean="0">
              <a:latin typeface="+mn-ea"/>
            </a:endParaRPr>
          </a:p>
          <a:p>
            <a:pPr marL="742950" lvl="1" indent="-285750"/>
            <a:r>
              <a:rPr lang="en-US" altLang="ko-KR" dirty="0" err="1" smtClean="0">
                <a:latin typeface="+mn-ea"/>
              </a:rPr>
              <a:t>CoreFunction</a:t>
            </a:r>
            <a:endParaRPr lang="en-US" altLang="ko-KR" dirty="0">
              <a:latin typeface="+mn-ea"/>
            </a:endParaRPr>
          </a:p>
          <a:p>
            <a:pPr marL="1200150" lvl="2" indent="-285750"/>
            <a:r>
              <a:rPr lang="ko-KR" altLang="en-US" dirty="0">
                <a:latin typeface="+mn-ea"/>
              </a:rPr>
              <a:t>공통 사용 </a:t>
            </a:r>
            <a:r>
              <a:rPr lang="ko-KR" altLang="en-US" dirty="0" smtClean="0">
                <a:latin typeface="+mn-ea"/>
              </a:rPr>
              <a:t>기능 소스 </a:t>
            </a:r>
            <a:endParaRPr lang="ko-KR" altLang="ko-KR" dirty="0">
              <a:latin typeface="+mn-ea"/>
            </a:endParaRPr>
          </a:p>
          <a:p>
            <a:pPr marL="742950" lvl="1" indent="-285750"/>
            <a:r>
              <a:rPr lang="en-US" altLang="ko-KR" dirty="0" smtClean="0">
                <a:latin typeface="+mn-ea"/>
              </a:rPr>
              <a:t>Doc</a:t>
            </a:r>
            <a:endParaRPr lang="en-US" altLang="ko-KR" dirty="0">
              <a:latin typeface="+mn-ea"/>
            </a:endParaRPr>
          </a:p>
          <a:p>
            <a:pPr marL="1200150" lvl="2" indent="-285750"/>
            <a:r>
              <a:rPr lang="ko-KR" altLang="en-US" dirty="0">
                <a:latin typeface="+mn-ea"/>
              </a:rPr>
              <a:t>개</a:t>
            </a:r>
            <a:r>
              <a:rPr lang="ko-KR" altLang="en-US" dirty="0" smtClean="0">
                <a:latin typeface="+mn-ea"/>
              </a:rPr>
              <a:t>발 관련 문서</a:t>
            </a:r>
            <a:endParaRPr lang="en-US" altLang="ko-KR" dirty="0" smtClean="0">
              <a:latin typeface="+mn-ea"/>
            </a:endParaRPr>
          </a:p>
          <a:p>
            <a:pPr marL="1200150" lvl="2" indent="-285750"/>
            <a:r>
              <a:rPr lang="ko-KR" altLang="en-US" dirty="0" smtClean="0">
                <a:latin typeface="+mn-ea"/>
              </a:rPr>
              <a:t>통신 문서</a:t>
            </a:r>
            <a:endParaRPr lang="en-US" altLang="ko-KR" dirty="0" smtClean="0">
              <a:latin typeface="+mn-ea"/>
            </a:endParaRPr>
          </a:p>
          <a:p>
            <a:pPr marL="1371600" lvl="3" indent="0">
              <a:buNone/>
            </a:pPr>
            <a:endParaRPr lang="en-US" altLang="ko-KR" dirty="0" smtClean="0">
              <a:latin typeface="+mn-ea"/>
            </a:endParaRPr>
          </a:p>
          <a:p>
            <a:pPr marL="742950" lvl="1" indent="-285750"/>
            <a:r>
              <a:rPr lang="en-US" altLang="ko-KR" dirty="0">
                <a:latin typeface="+mn-ea"/>
              </a:rPr>
              <a:t>Source</a:t>
            </a:r>
          </a:p>
          <a:p>
            <a:pPr marL="1200150" lvl="2" indent="-285750"/>
            <a:r>
              <a:rPr lang="ko-KR" altLang="en-US" dirty="0" smtClean="0">
                <a:latin typeface="+mn-ea"/>
              </a:rPr>
              <a:t>개발 프로젝트 폴더</a:t>
            </a:r>
            <a:endParaRPr lang="ko-KR" altLang="ko-KR" dirty="0">
              <a:latin typeface="+mn-ea"/>
            </a:endParaRPr>
          </a:p>
          <a:p>
            <a:pPr marL="457200" lvl="1" indent="0">
              <a:buNone/>
            </a:pP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804" y="1012075"/>
            <a:ext cx="4507992" cy="198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498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>
                <a:latin typeface="+mn-ea"/>
                <a:ea typeface="+mn-ea"/>
              </a:rPr>
              <a:t>CoreFunction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6" name="내용 개체 틀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 smtClean="0"/>
              <a:t>공통 사용 파일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공통 참조 소스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통신</a:t>
            </a:r>
            <a:r>
              <a:rPr lang="en-US" altLang="ko-KR" dirty="0" smtClean="0"/>
              <a:t>(TCP / UDP / FTP / </a:t>
            </a:r>
            <a:r>
              <a:rPr lang="ko-KR" altLang="en-US" dirty="0" smtClean="0"/>
              <a:t>시리얼</a:t>
            </a:r>
            <a:r>
              <a:rPr lang="en-US" altLang="ko-KR" dirty="0" smtClean="0"/>
              <a:t>)</a:t>
            </a:r>
          </a:p>
          <a:p>
            <a:pPr lvl="1"/>
            <a:r>
              <a:rPr lang="en-US" altLang="ko-KR" dirty="0" smtClean="0"/>
              <a:t>Grabber</a:t>
            </a:r>
          </a:p>
          <a:p>
            <a:pPr lvl="1"/>
            <a:r>
              <a:rPr lang="en-US" altLang="ko-KR" dirty="0" smtClean="0"/>
              <a:t>Light </a:t>
            </a:r>
            <a:r>
              <a:rPr lang="ko-KR" altLang="en-US" dirty="0" smtClean="0"/>
              <a:t>컨트롤러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IO </a:t>
            </a:r>
            <a:r>
              <a:rPr lang="ko-KR" altLang="en-US" dirty="0" smtClean="0"/>
              <a:t>통신</a:t>
            </a:r>
            <a:r>
              <a:rPr lang="en-US" altLang="ko-KR" dirty="0" smtClean="0"/>
              <a:t>(PLC / IO</a:t>
            </a:r>
            <a:r>
              <a:rPr lang="ko-KR" altLang="en-US" dirty="0" smtClean="0"/>
              <a:t>보드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모션 통신</a:t>
            </a:r>
            <a:r>
              <a:rPr lang="en-US" altLang="ko-KR" dirty="0" smtClean="0"/>
              <a:t>(ACS, COMIZOA, MEI)</a:t>
            </a:r>
          </a:p>
          <a:p>
            <a:pPr lvl="1"/>
            <a:r>
              <a:rPr lang="en-US" altLang="ko-KR" dirty="0" smtClean="0"/>
              <a:t>SEM </a:t>
            </a:r>
            <a:r>
              <a:rPr lang="ko-KR" altLang="en-US" dirty="0" smtClean="0"/>
              <a:t>통신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로그 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DLL</a:t>
            </a:r>
          </a:p>
          <a:p>
            <a:pPr lvl="2"/>
            <a:r>
              <a:rPr lang="ko-KR" altLang="en-US" dirty="0" err="1" smtClean="0"/>
              <a:t>알람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레시피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MCC</a:t>
            </a:r>
          </a:p>
          <a:p>
            <a:pPr lvl="2"/>
            <a:r>
              <a:rPr lang="en-US" altLang="ko-KR" dirty="0" smtClean="0"/>
              <a:t>Probe </a:t>
            </a:r>
            <a:r>
              <a:rPr lang="ko-KR" altLang="en-US" dirty="0" smtClean="0"/>
              <a:t>이</a:t>
            </a:r>
            <a:r>
              <a:rPr lang="ko-KR" altLang="en-US" dirty="0"/>
              <a:t>력</a:t>
            </a:r>
            <a:r>
              <a:rPr lang="ko-KR" altLang="en-US" dirty="0" smtClean="0"/>
              <a:t>관리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SACC</a:t>
            </a:r>
          </a:p>
          <a:p>
            <a:pPr lvl="1"/>
            <a:endParaRPr lang="ko-KR" altLang="en-US" dirty="0"/>
          </a:p>
        </p:txBody>
      </p:sp>
      <p:pic>
        <p:nvPicPr>
          <p:cNvPr id="7" name="내용 개체 틀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346" y="780155"/>
            <a:ext cx="250507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57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Source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15634" y="861798"/>
            <a:ext cx="3624351" cy="5579190"/>
          </a:xfrm>
        </p:spPr>
        <p:txBody>
          <a:bodyPr>
            <a:normAutofit/>
          </a:bodyPr>
          <a:lstStyle/>
          <a:p>
            <a:r>
              <a:rPr lang="en-US" altLang="ko-KR" sz="1600" dirty="0" smtClean="0"/>
              <a:t>Alpha </a:t>
            </a:r>
            <a:r>
              <a:rPr lang="ko-KR" altLang="en-US" sz="1600" dirty="0" smtClean="0"/>
              <a:t>구성</a:t>
            </a:r>
            <a:endParaRPr lang="en-US" altLang="ko-KR" sz="1600" dirty="0" smtClean="0"/>
          </a:p>
          <a:p>
            <a:pPr lvl="1"/>
            <a:r>
              <a:rPr lang="en-US" altLang="ko-KR" sz="1400" dirty="0" smtClean="0"/>
              <a:t>ALPHA</a:t>
            </a:r>
          </a:p>
          <a:p>
            <a:pPr lvl="2"/>
            <a:r>
              <a:rPr lang="ko-KR" altLang="en-US" sz="1200" dirty="0" smtClean="0"/>
              <a:t>개발 소스 프로젝트 폴더</a:t>
            </a:r>
            <a:endParaRPr lang="en-US" altLang="ko-KR" sz="1200" dirty="0" smtClean="0"/>
          </a:p>
          <a:p>
            <a:pPr lvl="1"/>
            <a:r>
              <a:rPr lang="en-US" altLang="ko-KR" sz="1400" dirty="0" smtClean="0"/>
              <a:t>Bin</a:t>
            </a:r>
          </a:p>
          <a:p>
            <a:pPr lvl="2"/>
            <a:r>
              <a:rPr lang="ko-KR" altLang="en-US" sz="1200" dirty="0" smtClean="0"/>
              <a:t>실행파일 폴더</a:t>
            </a:r>
            <a:endParaRPr lang="en-US" altLang="ko-KR" sz="1200" dirty="0" smtClean="0"/>
          </a:p>
          <a:p>
            <a:pPr lvl="1"/>
            <a:r>
              <a:rPr lang="en-US" altLang="ko-KR" sz="1400" dirty="0" smtClean="0"/>
              <a:t>Include</a:t>
            </a:r>
          </a:p>
          <a:p>
            <a:pPr lvl="2"/>
            <a:r>
              <a:rPr lang="en-US" altLang="ko-KR" sz="1200" dirty="0" smtClean="0"/>
              <a:t>Include </a:t>
            </a:r>
            <a:r>
              <a:rPr lang="ko-KR" altLang="en-US" sz="1200" dirty="0" smtClean="0"/>
              <a:t>폴더</a:t>
            </a:r>
            <a:endParaRPr lang="en-US" altLang="ko-KR" sz="1200" dirty="0" smtClean="0"/>
          </a:p>
          <a:p>
            <a:pPr lvl="1"/>
            <a:r>
              <a:rPr lang="en-US" altLang="ko-KR" sz="1400" dirty="0" smtClean="0"/>
              <a:t>Lib</a:t>
            </a:r>
          </a:p>
          <a:p>
            <a:pPr lvl="2"/>
            <a:r>
              <a:rPr lang="ko-KR" altLang="en-US" sz="1200" dirty="0" smtClean="0"/>
              <a:t>참조 라이브러리 폴더</a:t>
            </a:r>
            <a:endParaRPr lang="en-US" altLang="ko-KR" sz="1200" dirty="0" smtClean="0"/>
          </a:p>
          <a:p>
            <a:endParaRPr lang="en-US" altLang="ko-KR" sz="1600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67" y="3804980"/>
            <a:ext cx="2619375" cy="12763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117" y="4170741"/>
            <a:ext cx="2419350" cy="2286000"/>
          </a:xfrm>
          <a:prstGeom prst="rect">
            <a:avLst/>
          </a:prstGeom>
        </p:spPr>
      </p:pic>
      <p:sp>
        <p:nvSpPr>
          <p:cNvPr id="6" name="내용 개체 틀 2"/>
          <p:cNvSpPr txBox="1">
            <a:spLocks/>
          </p:cNvSpPr>
          <p:nvPr/>
        </p:nvSpPr>
        <p:spPr>
          <a:xfrm>
            <a:off x="4475016" y="861798"/>
            <a:ext cx="3624351" cy="5579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 smtClean="0"/>
              <a:t>Beta </a:t>
            </a:r>
            <a:r>
              <a:rPr lang="ko-KR" altLang="en-US" sz="1600" dirty="0" smtClean="0"/>
              <a:t>구성</a:t>
            </a:r>
            <a:endParaRPr lang="en-US" altLang="ko-KR" sz="1600" dirty="0" smtClean="0"/>
          </a:p>
          <a:p>
            <a:pPr lvl="1"/>
            <a:r>
              <a:rPr lang="en-US" altLang="ko-KR" sz="1400" dirty="0" smtClean="0"/>
              <a:t>HBS_OS</a:t>
            </a:r>
          </a:p>
          <a:p>
            <a:pPr lvl="2"/>
            <a:r>
              <a:rPr lang="ko-KR" altLang="en-US" sz="1200" dirty="0" smtClean="0"/>
              <a:t>실행 소스 폴더</a:t>
            </a:r>
            <a:endParaRPr lang="en-US" altLang="ko-KR" sz="1200" dirty="0" smtClean="0"/>
          </a:p>
          <a:p>
            <a:pPr lvl="1"/>
            <a:r>
              <a:rPr lang="en-US" altLang="ko-KR" sz="1400" dirty="0" err="1" smtClean="0"/>
              <a:t>dMainForm</a:t>
            </a:r>
            <a:endParaRPr lang="en-US" altLang="ko-KR" sz="1400" dirty="0" smtClean="0"/>
          </a:p>
          <a:p>
            <a:pPr lvl="2"/>
            <a:r>
              <a:rPr lang="en-US" altLang="ko-KR" sz="1200" dirty="0" smtClean="0"/>
              <a:t>Beta </a:t>
            </a:r>
            <a:r>
              <a:rPr lang="ko-KR" altLang="en-US" sz="1200" dirty="0" smtClean="0"/>
              <a:t>개발 소스 프로젝트 폴더</a:t>
            </a:r>
            <a:endParaRPr lang="en-US" altLang="ko-KR" sz="1200" dirty="0"/>
          </a:p>
          <a:p>
            <a:pPr lvl="1"/>
            <a:r>
              <a:rPr lang="en-US" altLang="ko-KR" sz="1400" dirty="0" err="1" smtClean="0"/>
              <a:t>CoreFunction</a:t>
            </a:r>
            <a:endParaRPr lang="en-US" altLang="ko-KR" sz="1400" dirty="0" smtClean="0"/>
          </a:p>
          <a:p>
            <a:pPr lvl="2"/>
            <a:r>
              <a:rPr lang="en-US" altLang="ko-KR" sz="1200" dirty="0" smtClean="0"/>
              <a:t>Core </a:t>
            </a:r>
            <a:r>
              <a:rPr lang="ko-KR" altLang="en-US" sz="1200" dirty="0" smtClean="0"/>
              <a:t>소스</a:t>
            </a:r>
            <a:r>
              <a:rPr lang="en-US" altLang="ko-KR" sz="1200" dirty="0"/>
              <a:t> </a:t>
            </a:r>
            <a:r>
              <a:rPr lang="ko-KR" altLang="en-US" sz="1200" dirty="0" smtClean="0"/>
              <a:t>폴더</a:t>
            </a:r>
            <a:endParaRPr lang="en-US" altLang="ko-KR" sz="1200" dirty="0" smtClean="0"/>
          </a:p>
          <a:p>
            <a:pPr lvl="1"/>
            <a:r>
              <a:rPr lang="en-US" altLang="ko-KR" sz="1400" dirty="0" smtClean="0"/>
              <a:t>Bin</a:t>
            </a:r>
          </a:p>
          <a:p>
            <a:pPr lvl="2"/>
            <a:r>
              <a:rPr lang="ko-KR" altLang="en-US" sz="1200" dirty="0" smtClean="0"/>
              <a:t>실행 파일 폴더</a:t>
            </a:r>
            <a:endParaRPr lang="en-US" altLang="ko-KR" sz="1200" dirty="0" smtClean="0"/>
          </a:p>
          <a:p>
            <a:pPr lvl="1"/>
            <a:r>
              <a:rPr lang="en-US" altLang="ko-KR" sz="1400" dirty="0" smtClean="0"/>
              <a:t>Include</a:t>
            </a:r>
          </a:p>
          <a:p>
            <a:pPr lvl="2"/>
            <a:r>
              <a:rPr lang="en-US" altLang="ko-KR" sz="1200" dirty="0" smtClean="0"/>
              <a:t>Include </a:t>
            </a:r>
            <a:r>
              <a:rPr lang="ko-KR" altLang="en-US" sz="1200" dirty="0" smtClean="0"/>
              <a:t>폴더</a:t>
            </a:r>
            <a:endParaRPr lang="en-US" altLang="ko-KR" sz="1200" dirty="0" smtClean="0"/>
          </a:p>
          <a:p>
            <a:pPr lvl="1"/>
            <a:r>
              <a:rPr lang="en-US" altLang="ko-KR" sz="1400" dirty="0" smtClean="0"/>
              <a:t>Lib</a:t>
            </a:r>
          </a:p>
          <a:p>
            <a:pPr lvl="2"/>
            <a:r>
              <a:rPr lang="ko-KR" altLang="en-US" sz="1200" dirty="0" smtClean="0"/>
              <a:t>참조 라이브러리 폴더</a:t>
            </a:r>
            <a:endParaRPr lang="en-US" altLang="ko-KR" sz="1200" dirty="0" smtClean="0"/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4215760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소스 구성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 smtClean="0"/>
              <a:t>소스는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개의 형태로 구분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DIALOG</a:t>
            </a:r>
          </a:p>
          <a:p>
            <a:pPr lvl="2"/>
            <a:r>
              <a:rPr lang="en-US" altLang="ko-KR" dirty="0" smtClean="0"/>
              <a:t>UI </a:t>
            </a:r>
            <a:r>
              <a:rPr lang="ko-KR" altLang="en-US" dirty="0" smtClean="0"/>
              <a:t>부문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Manager</a:t>
            </a:r>
          </a:p>
          <a:p>
            <a:pPr lvl="2"/>
            <a:r>
              <a:rPr lang="en-US" altLang="ko-KR" dirty="0" smtClean="0"/>
              <a:t>Manager </a:t>
            </a:r>
            <a:r>
              <a:rPr lang="ko-KR" altLang="en-US" dirty="0" smtClean="0"/>
              <a:t>파일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CoreFuncition</a:t>
            </a:r>
            <a:r>
              <a:rPr lang="en-US" altLang="ko-KR" dirty="0" smtClean="0"/>
              <a:t> </a:t>
            </a:r>
            <a:r>
              <a:rPr lang="ko-KR" altLang="en-US" dirty="0" smtClean="0"/>
              <a:t>연동 파일</a:t>
            </a:r>
            <a:r>
              <a:rPr lang="en-US" altLang="ko-KR" dirty="0" smtClean="0"/>
              <a:t>)</a:t>
            </a:r>
          </a:p>
          <a:p>
            <a:pPr lvl="1"/>
            <a:r>
              <a:rPr lang="en-US" altLang="ko-KR" dirty="0"/>
              <a:t>Sequence</a:t>
            </a:r>
          </a:p>
          <a:p>
            <a:pPr lvl="2"/>
            <a:r>
              <a:rPr lang="ko-KR" altLang="en-US" dirty="0" smtClean="0"/>
              <a:t>이니셜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상태 변경</a:t>
            </a:r>
            <a:r>
              <a:rPr lang="en-US" altLang="ko-KR" dirty="0" smtClean="0"/>
              <a:t>(Stage)</a:t>
            </a:r>
          </a:p>
          <a:p>
            <a:pPr lvl="2"/>
            <a:r>
              <a:rPr lang="ko-KR" altLang="en-US" dirty="0" smtClean="0"/>
              <a:t>측정 시퀀스</a:t>
            </a:r>
            <a:endParaRPr lang="en-US" altLang="ko-KR" dirty="0" smtClean="0"/>
          </a:p>
          <a:p>
            <a:pPr lvl="2"/>
            <a:r>
              <a:rPr lang="ko-KR" altLang="en-US" dirty="0" err="1" smtClean="0"/>
              <a:t>알람</a:t>
            </a:r>
            <a:r>
              <a:rPr lang="ko-KR" altLang="en-US" dirty="0" smtClean="0"/>
              <a:t> 모니터링 스레드</a:t>
            </a:r>
            <a:r>
              <a:rPr lang="en-US" altLang="ko-KR" dirty="0" smtClean="0"/>
              <a:t> </a:t>
            </a:r>
          </a:p>
          <a:p>
            <a:pPr lvl="2"/>
            <a:r>
              <a:rPr lang="en-US" altLang="ko-KR" dirty="0" smtClean="0"/>
              <a:t>SACC </a:t>
            </a:r>
            <a:r>
              <a:rPr lang="ko-KR" altLang="en-US" dirty="0" smtClean="0"/>
              <a:t>동작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CIM</a:t>
            </a:r>
          </a:p>
          <a:p>
            <a:pPr marL="914400" lvl="2" indent="0">
              <a:buNone/>
            </a:pPr>
            <a:endParaRPr lang="en-US" altLang="ko-KR" dirty="0" smtClean="0"/>
          </a:p>
          <a:p>
            <a:pPr lvl="2"/>
            <a:endParaRPr lang="en-US" altLang="ko-KR" dirty="0"/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700" y="751030"/>
            <a:ext cx="2266950" cy="580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417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DIALOG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 smtClean="0"/>
              <a:t>DIALOG</a:t>
            </a:r>
            <a:r>
              <a:rPr lang="ko-KR" altLang="en-US" dirty="0"/>
              <a:t> </a:t>
            </a:r>
            <a:r>
              <a:rPr lang="ko-KR" altLang="en-US" dirty="0" smtClean="0"/>
              <a:t>클래스 구성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CDlgTitleBar</a:t>
            </a:r>
            <a:r>
              <a:rPr lang="en-US" altLang="ko-KR" dirty="0" smtClean="0"/>
              <a:t> : </a:t>
            </a:r>
            <a:r>
              <a:rPr lang="ko-KR" altLang="en-US" dirty="0" smtClean="0"/>
              <a:t>타이틀 바 표시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CDlgNaviBar</a:t>
            </a:r>
            <a:r>
              <a:rPr lang="en-US" altLang="ko-KR" dirty="0" smtClean="0"/>
              <a:t> : </a:t>
            </a:r>
            <a:r>
              <a:rPr lang="ko-KR" altLang="en-US" dirty="0" smtClean="0"/>
              <a:t>하단 </a:t>
            </a:r>
            <a:r>
              <a:rPr lang="en-US" altLang="ko-KR" dirty="0" err="1" smtClean="0"/>
              <a:t>Navi</a:t>
            </a:r>
            <a:r>
              <a:rPr lang="ko-KR" altLang="en-US" dirty="0" smtClean="0"/>
              <a:t> 버튼 표시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CDlgMainForm</a:t>
            </a:r>
            <a:r>
              <a:rPr lang="en-US" altLang="ko-KR" dirty="0" smtClean="0"/>
              <a:t> : </a:t>
            </a:r>
            <a:r>
              <a:rPr lang="ko-KR" altLang="en-US" dirty="0" smtClean="0"/>
              <a:t>전체 화면 표시</a:t>
            </a:r>
            <a:endParaRPr lang="en-US" altLang="ko-KR" dirty="0" smtClean="0"/>
          </a:p>
          <a:p>
            <a:pPr lvl="2"/>
            <a:r>
              <a:rPr lang="en-US" altLang="ko-KR" dirty="0" err="1" smtClean="0"/>
              <a:t>Navi</a:t>
            </a:r>
            <a:r>
              <a:rPr lang="ko-KR" altLang="en-US" dirty="0" smtClean="0"/>
              <a:t> 버튼에 따라 </a:t>
            </a:r>
            <a:r>
              <a:rPr lang="en-US" altLang="ko-KR" dirty="0" smtClean="0"/>
              <a:t>Sub Dialog</a:t>
            </a:r>
            <a:r>
              <a:rPr lang="ko-KR" altLang="en-US" dirty="0" smtClean="0"/>
              <a:t>로 표시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208819" y="2615999"/>
            <a:ext cx="8726357" cy="3567064"/>
            <a:chOff x="272501" y="812137"/>
            <a:chExt cx="8726357" cy="3567064"/>
          </a:xfrm>
        </p:grpSpPr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2501" y="812137"/>
              <a:ext cx="2120159" cy="3523851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6968" y="855349"/>
              <a:ext cx="6481889" cy="3480639"/>
            </a:xfrm>
            <a:prstGeom prst="rect">
              <a:avLst/>
            </a:prstGeom>
          </p:spPr>
        </p:pic>
        <p:sp>
          <p:nvSpPr>
            <p:cNvPr id="7" name="직사각형 6"/>
            <p:cNvSpPr/>
            <p:nvPr/>
          </p:nvSpPr>
          <p:spPr>
            <a:xfrm>
              <a:off x="2516968" y="812137"/>
              <a:ext cx="6481889" cy="418147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4838990" y="4009675"/>
              <a:ext cx="4159868" cy="36952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2516967" y="1223509"/>
              <a:ext cx="6481889" cy="3155691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" name="직선 화살표 연결선 11"/>
            <p:cNvCxnSpPr>
              <a:endCxn id="7" idx="1"/>
            </p:cNvCxnSpPr>
            <p:nvPr/>
          </p:nvCxnSpPr>
          <p:spPr>
            <a:xfrm flipV="1">
              <a:off x="1288473" y="1021211"/>
              <a:ext cx="1228495" cy="956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직선 화살표 연결선 13"/>
            <p:cNvCxnSpPr>
              <a:endCxn id="9" idx="1"/>
            </p:cNvCxnSpPr>
            <p:nvPr/>
          </p:nvCxnSpPr>
          <p:spPr>
            <a:xfrm>
              <a:off x="1379220" y="4185104"/>
              <a:ext cx="3459770" cy="93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/>
            <p:cNvCxnSpPr/>
            <p:nvPr/>
          </p:nvCxnSpPr>
          <p:spPr>
            <a:xfrm>
              <a:off x="1288473" y="1273496"/>
              <a:ext cx="1228492" cy="11626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76560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Manager </a:t>
            </a:r>
            <a:r>
              <a:rPr lang="ko-KR" altLang="en-US" dirty="0" smtClean="0"/>
              <a:t>파일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 err="1" smtClean="0"/>
              <a:t>CoreFunction</a:t>
            </a:r>
            <a:r>
              <a:rPr lang="en-US" altLang="ko-KR" dirty="0" smtClean="0"/>
              <a:t> </a:t>
            </a:r>
            <a:r>
              <a:rPr lang="ko-KR" altLang="en-US" dirty="0" smtClean="0"/>
              <a:t>연결 구조</a:t>
            </a:r>
            <a:endParaRPr lang="en-US" altLang="ko-KR" dirty="0" smtClean="0"/>
          </a:p>
          <a:p>
            <a:pPr lvl="1"/>
            <a:r>
              <a:rPr lang="en-US" altLang="ko-KR" dirty="0"/>
              <a:t>Manager </a:t>
            </a:r>
            <a:r>
              <a:rPr lang="ko-KR" altLang="en-US" dirty="0"/>
              <a:t>파일을 이용하여 함수 호출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공통 함수는 부모 </a:t>
            </a:r>
            <a:r>
              <a:rPr lang="en-US" altLang="ko-KR" dirty="0" smtClean="0"/>
              <a:t>Class </a:t>
            </a:r>
            <a:r>
              <a:rPr lang="ko-KR" altLang="en-US" dirty="0" smtClean="0"/>
              <a:t>호출 하여 사용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HW</a:t>
            </a:r>
            <a:r>
              <a:rPr lang="ko-KR" altLang="en-US" dirty="0" smtClean="0"/>
              <a:t>와 연관된 부분은</a:t>
            </a:r>
            <a:r>
              <a:rPr lang="en-US" altLang="ko-KR" dirty="0"/>
              <a:t> </a:t>
            </a:r>
            <a:r>
              <a:rPr lang="ko-KR" altLang="en-US" dirty="0" smtClean="0"/>
              <a:t>인터페이스를 선언하여 </a:t>
            </a:r>
            <a:r>
              <a:rPr lang="en-US" altLang="ko-KR" dirty="0" err="1" smtClean="0"/>
              <a:t>CoreFunction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implementation</a:t>
            </a:r>
            <a:r>
              <a:rPr lang="ko-KR" altLang="en-US" dirty="0" smtClean="0"/>
              <a:t>를 호출하는 구조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연결된 </a:t>
            </a:r>
            <a:r>
              <a:rPr lang="en-US" altLang="ko-KR" dirty="0" smtClean="0"/>
              <a:t>HW</a:t>
            </a:r>
            <a:r>
              <a:rPr lang="ko-KR" altLang="en-US" dirty="0" smtClean="0"/>
              <a:t>에 따라 변경</a:t>
            </a:r>
            <a:endParaRPr lang="en-US" altLang="ko-KR" dirty="0" smtClean="0"/>
          </a:p>
          <a:p>
            <a:pPr lvl="2"/>
            <a:endParaRPr lang="ko-KR" altLang="en-US" dirty="0"/>
          </a:p>
        </p:txBody>
      </p:sp>
      <p:graphicFrame>
        <p:nvGraphicFramePr>
          <p:cNvPr id="9" name="다이어그램 8"/>
          <p:cNvGraphicFramePr/>
          <p:nvPr>
            <p:extLst>
              <p:ext uri="{D42A27DB-BD31-4B8C-83A1-F6EECF244321}">
                <p14:modId xmlns:p14="http://schemas.microsoft.com/office/powerpoint/2010/main" val="4191478994"/>
              </p:ext>
            </p:extLst>
          </p:nvPr>
        </p:nvGraphicFramePr>
        <p:xfrm>
          <a:off x="157942" y="2285998"/>
          <a:ext cx="8836429" cy="4613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5044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Manager </a:t>
            </a:r>
            <a:r>
              <a:rPr lang="ko-KR" altLang="en-US" dirty="0"/>
              <a:t>파일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 err="1" smtClean="0"/>
              <a:t>CAuroraMgr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02" y="1249680"/>
            <a:ext cx="7381875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768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Manager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 err="1" smtClean="0"/>
              <a:t>CSystemConfigMgr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SystemConfig.ini </a:t>
            </a:r>
            <a:r>
              <a:rPr lang="ko-KR" altLang="en-US" dirty="0" smtClean="0"/>
              <a:t>파일 로드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경로 관리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GlassExist.ini </a:t>
            </a:r>
            <a:r>
              <a:rPr lang="ko-KR" altLang="en-US" dirty="0" smtClean="0"/>
              <a:t>파일 로그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Glass Exist </a:t>
            </a:r>
            <a:r>
              <a:rPr lang="ko-KR" altLang="en-US" dirty="0" smtClean="0"/>
              <a:t>기록</a:t>
            </a:r>
            <a:endParaRPr lang="en-US" altLang="ko-KR" dirty="0" smtClean="0"/>
          </a:p>
          <a:p>
            <a:pPr lvl="2"/>
            <a:endParaRPr lang="en-US" altLang="ko-KR" dirty="0"/>
          </a:p>
          <a:p>
            <a:r>
              <a:rPr lang="en-US" altLang="ko-KR" dirty="0" err="1" smtClean="0"/>
              <a:t>CLogInControlMgr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LoginInfo.ini </a:t>
            </a:r>
            <a:r>
              <a:rPr lang="ko-KR" altLang="en-US" dirty="0" smtClean="0"/>
              <a:t>파일 로그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로그 </a:t>
            </a:r>
            <a:r>
              <a:rPr lang="en-US" altLang="ko-KR" dirty="0" smtClean="0"/>
              <a:t>ID/PW/</a:t>
            </a:r>
            <a:r>
              <a:rPr lang="ko-KR" altLang="en-US" dirty="0" smtClean="0"/>
              <a:t>권한 설정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CDlgSubConfigLoginFile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ID/PW/</a:t>
            </a:r>
            <a:r>
              <a:rPr lang="ko-KR" altLang="en-US" dirty="0" smtClean="0"/>
              <a:t>권한 추가 </a:t>
            </a:r>
            <a:r>
              <a:rPr lang="en-US" altLang="ko-KR" dirty="0" smtClean="0"/>
              <a:t>UI</a:t>
            </a:r>
          </a:p>
          <a:p>
            <a:pPr lvl="1"/>
            <a:r>
              <a:rPr lang="en-US" altLang="ko-KR" dirty="0" err="1" smtClean="0"/>
              <a:t>CD_LogInMgr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로그인 </a:t>
            </a:r>
            <a:r>
              <a:rPr lang="en-US" altLang="ko-KR" dirty="0" smtClean="0"/>
              <a:t>UI</a:t>
            </a:r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215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Manager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 err="1"/>
              <a:t>CNetworkConfigMgr</a:t>
            </a:r>
            <a:endParaRPr lang="en-US" altLang="ko-KR" dirty="0" smtClean="0"/>
          </a:p>
          <a:p>
            <a:pPr lvl="1"/>
            <a:r>
              <a:rPr lang="en-US" altLang="ko-KR" dirty="0"/>
              <a:t>Network.ini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 로드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TCP/IP </a:t>
            </a:r>
            <a:r>
              <a:rPr lang="ko-KR" altLang="en-US" dirty="0" smtClean="0"/>
              <a:t>연결 정보 관리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GlassExist.ini </a:t>
            </a:r>
            <a:r>
              <a:rPr lang="ko-KR" altLang="en-US" dirty="0" smtClean="0"/>
              <a:t>파일 로그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Glass Exist </a:t>
            </a:r>
            <a:r>
              <a:rPr lang="ko-KR" altLang="en-US" dirty="0" smtClean="0"/>
              <a:t>기록</a:t>
            </a:r>
            <a:endParaRPr lang="en-US" altLang="ko-KR" dirty="0"/>
          </a:p>
          <a:p>
            <a:r>
              <a:rPr lang="en-US" altLang="ko-KR" dirty="0" err="1" smtClean="0"/>
              <a:t>CLogInControlMgr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LoginInfo.ini </a:t>
            </a:r>
            <a:r>
              <a:rPr lang="ko-KR" altLang="en-US" dirty="0" smtClean="0"/>
              <a:t>파일 로드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로그 </a:t>
            </a:r>
            <a:r>
              <a:rPr lang="en-US" altLang="ko-KR" dirty="0" smtClean="0"/>
              <a:t>ID/PW/</a:t>
            </a:r>
            <a:r>
              <a:rPr lang="ko-KR" altLang="en-US" dirty="0" smtClean="0"/>
              <a:t>권한 설정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CDlgSubConfigLoginFile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ID/PW/</a:t>
            </a:r>
            <a:r>
              <a:rPr lang="ko-KR" altLang="en-US" dirty="0" smtClean="0"/>
              <a:t>권한 추가 </a:t>
            </a:r>
            <a:r>
              <a:rPr lang="en-US" altLang="ko-KR" dirty="0" smtClean="0"/>
              <a:t>UI</a:t>
            </a:r>
          </a:p>
          <a:p>
            <a:pPr lvl="1"/>
            <a:r>
              <a:rPr lang="en-US" altLang="ko-KR" dirty="0" err="1" smtClean="0"/>
              <a:t>CD_LogInMgr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로그인 </a:t>
            </a:r>
            <a:r>
              <a:rPr lang="en-US" altLang="ko-KR" dirty="0" smtClean="0"/>
              <a:t>UI</a:t>
            </a:r>
          </a:p>
          <a:p>
            <a:r>
              <a:rPr lang="en-US" altLang="ko-KR" dirty="0" err="1" smtClean="0"/>
              <a:t>CPositionConfigMgr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Position.ini </a:t>
            </a:r>
            <a:r>
              <a:rPr lang="ko-KR" altLang="en-US" dirty="0" smtClean="0"/>
              <a:t>파일 로드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Safety / Load / Unload </a:t>
            </a:r>
            <a:r>
              <a:rPr lang="ko-KR" altLang="en-US" dirty="0" smtClean="0"/>
              <a:t>위치</a:t>
            </a:r>
            <a:r>
              <a:rPr lang="en-US" altLang="ko-KR" dirty="0" smtClean="0"/>
              <a:t> </a:t>
            </a:r>
            <a:r>
              <a:rPr lang="ko-KR" altLang="en-US" dirty="0" smtClean="0"/>
              <a:t>정보 관리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ProbeChange.ini </a:t>
            </a:r>
            <a:r>
              <a:rPr lang="ko-KR" altLang="en-US" dirty="0"/>
              <a:t>파일 </a:t>
            </a:r>
            <a:r>
              <a:rPr lang="ko-KR" altLang="en-US" dirty="0" smtClean="0"/>
              <a:t>로드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Probe </a:t>
            </a:r>
            <a:r>
              <a:rPr lang="ko-KR" altLang="en-US" dirty="0" smtClean="0"/>
              <a:t>교체 위치 정보 관리</a:t>
            </a:r>
            <a:endParaRPr lang="en-US" altLang="ko-KR" dirty="0" smtClean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3294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Manager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 err="1" smtClean="0"/>
              <a:t>CShareMemoryMgr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공유메모리</a:t>
            </a:r>
            <a:r>
              <a:rPr lang="ko-KR" altLang="en-US" dirty="0" smtClean="0"/>
              <a:t> 관리</a:t>
            </a:r>
            <a:r>
              <a:rPr lang="en-US" altLang="ko-KR" dirty="0" smtClean="0"/>
              <a:t>(VTM_SYSTEM)</a:t>
            </a:r>
          </a:p>
          <a:p>
            <a:r>
              <a:rPr lang="en-US" altLang="ko-KR" dirty="0" err="1" smtClean="0"/>
              <a:t>CSeqTactTimeMgr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tact_time</a:t>
            </a:r>
            <a:r>
              <a:rPr lang="en-US" altLang="ko-KR" dirty="0" smtClean="0"/>
              <a:t> </a:t>
            </a:r>
            <a:r>
              <a:rPr lang="ko-KR" altLang="en-US" dirty="0" smtClean="0"/>
              <a:t>표시 및 로그 기록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Cycle</a:t>
            </a:r>
          </a:p>
          <a:p>
            <a:pPr lvl="2"/>
            <a:r>
              <a:rPr lang="ko-KR" altLang="en-US" dirty="0" smtClean="0"/>
              <a:t>시작 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SetCycleTimeST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종료 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SetCycleTimeED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시퀀스 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시작 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SetTotalSeqTimeST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종료 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SetTotalSeqTimeED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단위동작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시작 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SetSeqItemTimeST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종료 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SetSeqItemTimeED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9609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Manager Recipe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 err="1" smtClean="0"/>
              <a:t>CRecipeMgr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Singleton </a:t>
            </a:r>
            <a:r>
              <a:rPr lang="ko-KR" altLang="en-US" dirty="0" smtClean="0"/>
              <a:t>구현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DLL </a:t>
            </a:r>
            <a:r>
              <a:rPr lang="ko-KR" altLang="en-US" dirty="0" smtClean="0"/>
              <a:t>연결</a:t>
            </a:r>
            <a:endParaRPr lang="en-US" altLang="ko-KR" dirty="0" smtClean="0"/>
          </a:p>
          <a:p>
            <a:r>
              <a:rPr lang="en-US" altLang="ko-KR" dirty="0" err="1" smtClean="0"/>
              <a:t>CRecipeEditMgr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DLL</a:t>
            </a:r>
            <a:r>
              <a:rPr lang="ko-KR" altLang="en-US" dirty="0" smtClean="0"/>
              <a:t>로 부터 받은 이벤트 처리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스레드로 공유메모리에서 이벤트 정보를 읽어 처리 진행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레시피 정보 관리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C_OutRecipeFunc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en-US" altLang="ko-KR" dirty="0" err="1" smtClean="0"/>
              <a:t>CDlgSubRecipe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DLL </a:t>
            </a:r>
            <a:r>
              <a:rPr lang="ko-KR" altLang="en-US" dirty="0" smtClean="0"/>
              <a:t>표시</a:t>
            </a:r>
            <a:endParaRPr lang="en-US" altLang="ko-KR" dirty="0" smtClean="0"/>
          </a:p>
          <a:p>
            <a:r>
              <a:rPr lang="en-US" altLang="ko-KR" dirty="0" err="1" smtClean="0"/>
              <a:t>dfcRecipe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DLL </a:t>
            </a:r>
            <a:r>
              <a:rPr lang="ko-KR" altLang="en-US" dirty="0" smtClean="0"/>
              <a:t>프로젝트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0684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Manager SACC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 err="1" smtClean="0"/>
              <a:t>CSACCMgr</a:t>
            </a:r>
            <a:endParaRPr lang="en-US" altLang="ko-KR" dirty="0" smtClean="0"/>
          </a:p>
          <a:p>
            <a:pPr lvl="1"/>
            <a:r>
              <a:rPr lang="en-US" altLang="ko-KR" dirty="0"/>
              <a:t>Singleton </a:t>
            </a:r>
            <a:r>
              <a:rPr lang="ko-KR" altLang="en-US" dirty="0" smtClean="0"/>
              <a:t>구현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DLL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en-US" altLang="ko-KR" dirty="0" err="1" smtClean="0"/>
              <a:t>CDlgSubManual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DLL </a:t>
            </a:r>
            <a:r>
              <a:rPr lang="ko-KR" altLang="en-US" dirty="0" smtClean="0"/>
              <a:t>표시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DLL</a:t>
            </a:r>
            <a:r>
              <a:rPr lang="ko-KR" altLang="en-US" dirty="0" smtClean="0"/>
              <a:t>로 부터 이벤트를 받아서 </a:t>
            </a:r>
            <a:r>
              <a:rPr lang="en-US" altLang="ko-KR" dirty="0" err="1" smtClean="0"/>
              <a:t>SACCMgr</a:t>
            </a:r>
            <a:r>
              <a:rPr lang="ko-KR" altLang="en-US" dirty="0" smtClean="0"/>
              <a:t>로 전달</a:t>
            </a:r>
            <a:endParaRPr lang="en-US" altLang="ko-KR" dirty="0" smtClean="0"/>
          </a:p>
          <a:p>
            <a:pPr lvl="2"/>
            <a:r>
              <a:rPr lang="en-US" altLang="ko-KR" dirty="0"/>
              <a:t>ON_MESSAGE(WM_CONTRIL_DOWN_EVENT, &amp;</a:t>
            </a:r>
            <a:r>
              <a:rPr lang="en-US" altLang="ko-KR" dirty="0" err="1"/>
              <a:t>CDlgSubManual</a:t>
            </a:r>
            <a:r>
              <a:rPr lang="en-US" altLang="ko-KR" dirty="0"/>
              <a:t>::</a:t>
            </a:r>
            <a:r>
              <a:rPr lang="en-US" altLang="ko-KR" dirty="0" err="1"/>
              <a:t>OnContrilMsgEvent</a:t>
            </a:r>
            <a:r>
              <a:rPr lang="en-US" altLang="ko-KR" dirty="0"/>
              <a:t>)</a:t>
            </a:r>
            <a:endParaRPr lang="en-US" altLang="ko-KR" dirty="0"/>
          </a:p>
          <a:p>
            <a:r>
              <a:rPr lang="en-US" altLang="ko-KR" dirty="0" err="1" smtClean="0"/>
              <a:t>dSACC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DLL </a:t>
            </a:r>
            <a:r>
              <a:rPr lang="ko-KR" altLang="en-US" dirty="0" smtClean="0"/>
              <a:t>프로젝트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8477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Manager MCC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 err="1"/>
              <a:t>CMCCLogMgr</a:t>
            </a:r>
            <a:endParaRPr lang="en-US" altLang="ko-KR" dirty="0" smtClean="0"/>
          </a:p>
          <a:p>
            <a:pPr lvl="1"/>
            <a:r>
              <a:rPr lang="en-US" altLang="ko-KR" dirty="0"/>
              <a:t>Singleton </a:t>
            </a:r>
            <a:r>
              <a:rPr lang="ko-KR" altLang="en-US" dirty="0" smtClean="0"/>
              <a:t>구현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DLL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Log </a:t>
            </a:r>
            <a:r>
              <a:rPr lang="ko-KR" altLang="en-US" dirty="0" smtClean="0"/>
              <a:t>기록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A</a:t>
            </a:r>
            <a:r>
              <a:rPr lang="ko-KR" altLang="en-US" dirty="0"/>
              <a:t> </a:t>
            </a:r>
            <a:r>
              <a:rPr lang="en-US" altLang="ko-KR" dirty="0" smtClean="0"/>
              <a:t>Log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SetMCC_Action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S Log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SetMCC_Signal</a:t>
            </a:r>
            <a:endParaRPr lang="en-US" altLang="ko-KR" dirty="0" smtClean="0"/>
          </a:p>
          <a:p>
            <a:pPr lvl="2"/>
            <a:r>
              <a:rPr lang="en-US" altLang="ko-KR" dirty="0"/>
              <a:t>Error Log : </a:t>
            </a:r>
            <a:r>
              <a:rPr lang="en-US" altLang="ko-KR" dirty="0" err="1" smtClean="0"/>
              <a:t>SetMCC_Alarm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I Log</a:t>
            </a:r>
            <a:r>
              <a:rPr lang="ko-KR" altLang="en-US" dirty="0" smtClean="0"/>
              <a:t>는 실시간 기록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en-US" altLang="ko-KR" dirty="0" err="1"/>
              <a:t>CDlgSubLog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DLL </a:t>
            </a:r>
            <a:r>
              <a:rPr lang="ko-KR" altLang="en-US" dirty="0" smtClean="0"/>
              <a:t>표시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 err="1" smtClean="0"/>
              <a:t>dMCCSpec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DLL </a:t>
            </a:r>
            <a:r>
              <a:rPr lang="ko-KR" altLang="en-US" dirty="0" smtClean="0"/>
              <a:t>프로젝트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7396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Manager Result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 err="1"/>
              <a:t>CResultMgr</a:t>
            </a:r>
            <a:endParaRPr lang="en-US" altLang="ko-KR" dirty="0" smtClean="0"/>
          </a:p>
          <a:p>
            <a:pPr lvl="1"/>
            <a:r>
              <a:rPr lang="en-US" altLang="ko-KR" dirty="0"/>
              <a:t>Singleton </a:t>
            </a:r>
            <a:r>
              <a:rPr lang="ko-KR" altLang="en-US" dirty="0" smtClean="0"/>
              <a:t>구현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DLL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결과 파일 업로드</a:t>
            </a:r>
            <a:endParaRPr lang="en-US" altLang="ko-KR" dirty="0" smtClean="0"/>
          </a:p>
          <a:p>
            <a:pPr lvl="2"/>
            <a:r>
              <a:rPr lang="en-US" altLang="ko-KR" dirty="0" err="1" smtClean="0"/>
              <a:t>Updata_Data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en-US" altLang="ko-KR" dirty="0" err="1"/>
              <a:t>CDlgSubData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DLL </a:t>
            </a:r>
            <a:r>
              <a:rPr lang="ko-KR" altLang="en-US" dirty="0" smtClean="0"/>
              <a:t>표시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err="1" smtClean="0"/>
              <a:t>dSACC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DLL </a:t>
            </a:r>
            <a:r>
              <a:rPr lang="ko-KR" altLang="en-US" dirty="0" smtClean="0"/>
              <a:t>프로젝트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0586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Manager Alarm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 err="1" smtClean="0"/>
              <a:t>CAlarmController</a:t>
            </a:r>
            <a:endParaRPr lang="en-US" altLang="ko-KR" dirty="0"/>
          </a:p>
          <a:p>
            <a:pPr lvl="1"/>
            <a:r>
              <a:rPr lang="en-US" altLang="ko-KR" dirty="0"/>
              <a:t>Singleton </a:t>
            </a:r>
            <a:r>
              <a:rPr lang="ko-KR" altLang="en-US" dirty="0"/>
              <a:t>구현</a:t>
            </a:r>
            <a:endParaRPr lang="en-US" altLang="ko-KR" dirty="0"/>
          </a:p>
          <a:p>
            <a:pPr lvl="1"/>
            <a:r>
              <a:rPr lang="en-US" altLang="ko-KR" dirty="0"/>
              <a:t>DLL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1"/>
            <a:r>
              <a:rPr lang="en-US" altLang="ko-KR" dirty="0" smtClean="0"/>
              <a:t>Alarm</a:t>
            </a:r>
            <a:r>
              <a:rPr lang="ko-KR" altLang="en-US" dirty="0" smtClean="0"/>
              <a:t>발생</a:t>
            </a:r>
            <a:endParaRPr lang="en-US" altLang="ko-KR" dirty="0"/>
          </a:p>
          <a:p>
            <a:pPr lvl="2"/>
            <a:r>
              <a:rPr lang="en-US" altLang="ko-KR" dirty="0" err="1" smtClean="0"/>
              <a:t>SetAlarm</a:t>
            </a:r>
            <a:endParaRPr lang="en-US" altLang="ko-KR" dirty="0"/>
          </a:p>
          <a:p>
            <a:r>
              <a:rPr lang="en-US" altLang="ko-KR" dirty="0" err="1"/>
              <a:t>CDlgSubAlarm</a:t>
            </a:r>
            <a:endParaRPr lang="en-US" altLang="ko-KR" dirty="0"/>
          </a:p>
          <a:p>
            <a:pPr lvl="1"/>
            <a:r>
              <a:rPr lang="en-US" altLang="ko-KR" dirty="0"/>
              <a:t>DLL </a:t>
            </a:r>
            <a:r>
              <a:rPr lang="ko-KR" altLang="en-US" dirty="0"/>
              <a:t>표시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Alarm</a:t>
            </a:r>
            <a:endParaRPr lang="en-US" altLang="ko-KR" dirty="0"/>
          </a:p>
          <a:p>
            <a:pPr lvl="1"/>
            <a:r>
              <a:rPr lang="en-US" altLang="ko-KR" dirty="0"/>
              <a:t>DLL </a:t>
            </a:r>
            <a:r>
              <a:rPr lang="ko-KR" altLang="en-US" dirty="0"/>
              <a:t>프로젝트</a:t>
            </a:r>
            <a:endParaRPr lang="en-US" altLang="ko-KR" dirty="0"/>
          </a:p>
          <a:p>
            <a:pPr lvl="1"/>
            <a:endParaRPr lang="en-US" altLang="ko-KR" dirty="0" smtClean="0"/>
          </a:p>
          <a:p>
            <a:r>
              <a:rPr lang="en-US" altLang="ko-KR" dirty="0" err="1"/>
              <a:t>CAlarmMonitorMgr</a:t>
            </a:r>
            <a:endParaRPr lang="en-US" altLang="ko-KR" dirty="0"/>
          </a:p>
          <a:p>
            <a:pPr lvl="1"/>
            <a:r>
              <a:rPr lang="en-US" altLang="ko-KR" dirty="0"/>
              <a:t>Alarm </a:t>
            </a:r>
            <a:r>
              <a:rPr lang="ko-KR" altLang="en-US" dirty="0"/>
              <a:t>발생 모니터링</a:t>
            </a:r>
            <a:endParaRPr lang="en-US" altLang="ko-KR" dirty="0"/>
          </a:p>
          <a:p>
            <a:pPr lvl="2"/>
            <a:r>
              <a:rPr lang="en-US" altLang="ko-KR" dirty="0" smtClean="0"/>
              <a:t>EMS : </a:t>
            </a:r>
            <a:r>
              <a:rPr lang="en-US" altLang="ko-KR" dirty="0" err="1" smtClean="0"/>
              <a:t>CAlarmMonitorToEmergency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MC OFF : </a:t>
            </a:r>
            <a:r>
              <a:rPr lang="en-US" altLang="ko-KR" dirty="0" err="1" smtClean="0"/>
              <a:t>CAlarmMonitorToMcOFF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Teach Key : </a:t>
            </a:r>
            <a:r>
              <a:rPr lang="en-US" altLang="ko-KR" dirty="0" err="1" smtClean="0"/>
              <a:t>CAlarmMonitorToTeachKEY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Door Open : </a:t>
            </a:r>
            <a:r>
              <a:rPr lang="en-US" altLang="ko-KR" dirty="0" err="1" smtClean="0"/>
              <a:t>CAlarmMonitorToDoorOpen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기타 </a:t>
            </a:r>
            <a:r>
              <a:rPr lang="en-US" altLang="ko-KR" dirty="0" smtClean="0"/>
              <a:t>: </a:t>
            </a:r>
            <a:r>
              <a:rPr lang="en-US" altLang="ko-KR" dirty="0" err="1"/>
              <a:t>CAlarmMonitorToSensor</a:t>
            </a:r>
            <a:endParaRPr lang="en-US" altLang="ko-KR" dirty="0" smtClean="0"/>
          </a:p>
          <a:p>
            <a:pPr lvl="2"/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4904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Manager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 err="1" smtClean="0"/>
              <a:t>CoreFunction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사용 </a:t>
            </a:r>
            <a:r>
              <a:rPr lang="en-US" altLang="ko-KR" dirty="0" smtClean="0"/>
              <a:t>Manager</a:t>
            </a:r>
          </a:p>
          <a:p>
            <a:pPr lvl="1"/>
            <a:r>
              <a:rPr lang="en-US" altLang="ko-KR" dirty="0" smtClean="0"/>
              <a:t>CoreFunction.ini </a:t>
            </a:r>
            <a:r>
              <a:rPr lang="ko-KR" altLang="en-US" dirty="0"/>
              <a:t>파일에서 연결 정보 </a:t>
            </a:r>
            <a:r>
              <a:rPr lang="ko-KR" altLang="en-US" dirty="0" smtClean="0"/>
              <a:t>확인</a:t>
            </a:r>
            <a:endParaRPr lang="en-US" altLang="ko-KR" dirty="0" smtClean="0"/>
          </a:p>
          <a:p>
            <a:r>
              <a:rPr lang="en-US" altLang="ko-KR" dirty="0" err="1" smtClean="0"/>
              <a:t>CAlignCameraMgr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CCD </a:t>
            </a:r>
            <a:r>
              <a:rPr lang="ko-KR" altLang="en-US" dirty="0" smtClean="0"/>
              <a:t>제어 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CoreFunction</a:t>
            </a:r>
            <a:r>
              <a:rPr lang="en-US" altLang="ko-KR" dirty="0" smtClean="0"/>
              <a:t>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pPr lvl="2"/>
            <a:r>
              <a:rPr lang="en-US" altLang="ko-KR" dirty="0" err="1"/>
              <a:t>CFrameGrabberFunction</a:t>
            </a:r>
            <a:r>
              <a:rPr lang="en-US" altLang="ko-KR" dirty="0" smtClean="0"/>
              <a:t> </a:t>
            </a:r>
          </a:p>
          <a:p>
            <a:pPr lvl="3"/>
            <a:r>
              <a:rPr lang="en-US" altLang="ko-KR" dirty="0"/>
              <a:t>CFrameGrabber_GigE_BS4M</a:t>
            </a:r>
            <a:endParaRPr lang="en-US" altLang="ko-KR" dirty="0"/>
          </a:p>
          <a:p>
            <a:r>
              <a:rPr lang="en-US" altLang="ko-KR" dirty="0" err="1" smtClean="0"/>
              <a:t>CLightControlMgr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광원 제어</a:t>
            </a:r>
            <a:endParaRPr lang="en-US" altLang="ko-KR" dirty="0" smtClean="0"/>
          </a:p>
          <a:p>
            <a:pPr lvl="1"/>
            <a:r>
              <a:rPr lang="en-US" altLang="ko-KR" dirty="0" err="1"/>
              <a:t>CoreFunction</a:t>
            </a:r>
            <a:r>
              <a:rPr lang="en-US" altLang="ko-KR" dirty="0"/>
              <a:t>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pPr lvl="2"/>
            <a:r>
              <a:rPr lang="en-US" altLang="ko-KR" dirty="0" err="1" smtClean="0"/>
              <a:t>CLightFunction</a:t>
            </a:r>
            <a:endParaRPr lang="en-US" altLang="ko-KR" dirty="0" smtClean="0"/>
          </a:p>
          <a:p>
            <a:pPr lvl="3"/>
            <a:r>
              <a:rPr lang="en-US" altLang="ko-KR" dirty="0" err="1" smtClean="0"/>
              <a:t>CCommSerialObjectSPO</a:t>
            </a:r>
            <a:endParaRPr lang="en-US" altLang="ko-KR" dirty="0" smtClean="0"/>
          </a:p>
          <a:p>
            <a:pPr lvl="3"/>
            <a:r>
              <a:rPr lang="en-US" altLang="ko-KR" dirty="0" err="1" smtClean="0"/>
              <a:t>CCommSerialObjectCAS</a:t>
            </a:r>
            <a:endParaRPr lang="en-US" altLang="ko-KR" dirty="0" smtClean="0"/>
          </a:p>
          <a:p>
            <a:pPr lvl="3"/>
            <a:r>
              <a:rPr lang="en-US" altLang="ko-KR" dirty="0" err="1" smtClean="0"/>
              <a:t>CCommSerialObjectECS</a:t>
            </a:r>
            <a:endParaRPr lang="en-US" altLang="ko-KR" dirty="0" smtClean="0"/>
          </a:p>
          <a:p>
            <a:pPr lvl="3"/>
            <a:r>
              <a:rPr lang="en-US" altLang="ko-KR" dirty="0" err="1"/>
              <a:t>CCommSerialObjectXCITE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32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Manager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 err="1" smtClean="0"/>
              <a:t>CCommTcpIPMgr</a:t>
            </a:r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7906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Sequence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15634" y="861798"/>
            <a:ext cx="4322621" cy="5579190"/>
          </a:xfrm>
        </p:spPr>
        <p:txBody>
          <a:bodyPr/>
          <a:lstStyle/>
          <a:p>
            <a:r>
              <a:rPr lang="ko-KR" altLang="en-US" dirty="0" smtClean="0"/>
              <a:t>파일 구조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Step + </a:t>
            </a:r>
            <a:r>
              <a:rPr lang="en-US" altLang="ko-KR" dirty="0"/>
              <a:t>Sequence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파일로 구성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Step </a:t>
            </a:r>
            <a:r>
              <a:rPr lang="ko-KR" altLang="en-US" dirty="0" smtClean="0"/>
              <a:t>파일에</a:t>
            </a:r>
            <a:r>
              <a:rPr lang="ko-KR" altLang="en-US" dirty="0"/>
              <a:t>서</a:t>
            </a:r>
            <a:r>
              <a:rPr lang="ko-KR" altLang="en-US" dirty="0" smtClean="0"/>
              <a:t> 단위 동작 구현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Sequence </a:t>
            </a:r>
            <a:r>
              <a:rPr lang="ko-KR" altLang="en-US" dirty="0" smtClean="0"/>
              <a:t>파일에서 </a:t>
            </a:r>
            <a:r>
              <a:rPr lang="en-US" altLang="ko-KR" dirty="0" smtClean="0"/>
              <a:t>Step </a:t>
            </a:r>
            <a:r>
              <a:rPr lang="ko-KR" altLang="en-US" dirty="0" smtClean="0"/>
              <a:t>함수를 순차적으로 호출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Measure Sequence </a:t>
            </a:r>
            <a:r>
              <a:rPr lang="ko-KR" altLang="en-US" dirty="0" smtClean="0"/>
              <a:t>는 여러 동작을 수행하기 때문에 별도 </a:t>
            </a:r>
            <a:r>
              <a:rPr lang="en-US" altLang="ko-KR" dirty="0"/>
              <a:t>Sequence</a:t>
            </a:r>
            <a:r>
              <a:rPr lang="en-US" altLang="ko-KR" dirty="0" smtClean="0"/>
              <a:t> Engine </a:t>
            </a:r>
            <a:r>
              <a:rPr lang="ko-KR" altLang="en-US" dirty="0" smtClean="0"/>
              <a:t>구조가 더 있음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650" y="786072"/>
            <a:ext cx="3429000" cy="60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099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Sequence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02" y="801001"/>
            <a:ext cx="2466975" cy="6953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190" y="2622629"/>
            <a:ext cx="2238375" cy="80962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189" y="1850429"/>
            <a:ext cx="2238375" cy="80962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2190" y="4229637"/>
            <a:ext cx="2695575" cy="80962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2190" y="4991081"/>
            <a:ext cx="2924175" cy="80962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2190" y="5752525"/>
            <a:ext cx="2924175" cy="80962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2190" y="3458923"/>
            <a:ext cx="2924175" cy="8096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4277" y="1021863"/>
            <a:ext cx="3890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시퀀스 클래스 생성 및 스레드 동작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366466" y="2070575"/>
            <a:ext cx="3890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측정 시퀀스 동작 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366465" y="2809112"/>
            <a:ext cx="3890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이니셜 동작 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366465" y="3679069"/>
            <a:ext cx="3890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CIM </a:t>
            </a:r>
            <a:r>
              <a:rPr lang="ko-KR" altLang="en-US" dirty="0" smtClean="0"/>
              <a:t>통신 동작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366465" y="4449783"/>
            <a:ext cx="3890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상태 변경 동작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366464" y="5211227"/>
            <a:ext cx="3890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상태 확인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366464" y="5986073"/>
            <a:ext cx="3890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SACC </a:t>
            </a:r>
            <a:r>
              <a:rPr lang="ko-KR" altLang="en-US" dirty="0" smtClean="0"/>
              <a:t>동작</a:t>
            </a: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305830" y="1385284"/>
            <a:ext cx="3890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동작 별로 스레드 생성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70087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이니셜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 smtClean="0"/>
              <a:t>장비 이니셜 동작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기본 순서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_None(</a:t>
            </a:r>
            <a:r>
              <a:rPr lang="ko-KR" altLang="en-US" dirty="0" smtClean="0"/>
              <a:t>시작</a:t>
            </a:r>
            <a:r>
              <a:rPr lang="en-US" altLang="ko-KR" dirty="0" smtClean="0"/>
              <a:t>) -&gt; </a:t>
            </a:r>
            <a:r>
              <a:rPr lang="ko-KR" altLang="en-US" dirty="0" smtClean="0"/>
              <a:t>모듈 </a:t>
            </a:r>
            <a:r>
              <a:rPr lang="en-US" altLang="ko-KR" dirty="0" err="1" smtClean="0"/>
              <a:t>Init</a:t>
            </a:r>
            <a:r>
              <a:rPr lang="en-US" altLang="ko-KR" dirty="0" smtClean="0"/>
              <a:t> -&gt; </a:t>
            </a:r>
            <a:r>
              <a:rPr lang="ko-KR" altLang="en-US" dirty="0" err="1" smtClean="0"/>
              <a:t>호밍</a:t>
            </a:r>
            <a:r>
              <a:rPr lang="ko-KR" altLang="en-US" dirty="0" smtClean="0"/>
              <a:t> </a:t>
            </a:r>
            <a:r>
              <a:rPr lang="en-US" altLang="ko-KR" dirty="0" smtClean="0"/>
              <a:t>-&gt; Safety</a:t>
            </a:r>
            <a:r>
              <a:rPr lang="ko-KR" altLang="en-US" dirty="0" smtClean="0"/>
              <a:t>이동 </a:t>
            </a:r>
            <a:r>
              <a:rPr lang="en-US" altLang="ko-KR" dirty="0" smtClean="0"/>
              <a:t>-&gt;  _Idle(</a:t>
            </a:r>
            <a:r>
              <a:rPr lang="ko-KR" altLang="en-US" dirty="0" smtClean="0"/>
              <a:t>종료</a:t>
            </a:r>
            <a:r>
              <a:rPr lang="en-US" altLang="ko-KR" dirty="0" smtClean="0"/>
              <a:t>)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6" name="내용 개체 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86" y="1941339"/>
            <a:ext cx="2238375" cy="80962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86" y="2750964"/>
            <a:ext cx="8696325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904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상태 확인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 smtClean="0"/>
              <a:t>장비 상태 확인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센서 값을 읽어와서 현재 상태  확인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Interlock </a:t>
            </a:r>
            <a:r>
              <a:rPr lang="ko-KR" altLang="en-US" dirty="0" smtClean="0"/>
              <a:t>확인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</p:txBody>
      </p:sp>
      <p:pic>
        <p:nvPicPr>
          <p:cNvPr id="7" name="내용 개체 틀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845" y="2810269"/>
            <a:ext cx="1666875" cy="7620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23" y="1896074"/>
            <a:ext cx="2924175" cy="80962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305" y="2045498"/>
            <a:ext cx="4238625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9091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상태 변경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 smtClean="0"/>
              <a:t>장비 상태 변경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Ready, Load, Measure </a:t>
            </a:r>
            <a:r>
              <a:rPr lang="ko-KR" altLang="en-US" dirty="0" smtClean="0"/>
              <a:t>상태 변경 동작</a:t>
            </a:r>
            <a:endParaRPr lang="en-US" altLang="ko-KR" dirty="0" smtClean="0"/>
          </a:p>
          <a:p>
            <a:pPr lvl="2"/>
            <a:r>
              <a:rPr lang="en-US" altLang="ko-KR" sz="1200" dirty="0" smtClean="0"/>
              <a:t>Ready(</a:t>
            </a:r>
            <a:r>
              <a:rPr lang="ko-KR" altLang="en-US" sz="1200" dirty="0" err="1" smtClean="0"/>
              <a:t>이니셜완료</a:t>
            </a:r>
            <a:r>
              <a:rPr lang="ko-KR" altLang="en-US" sz="1200" dirty="0" smtClean="0"/>
              <a:t> 상태</a:t>
            </a:r>
            <a:r>
              <a:rPr lang="en-US" altLang="ko-KR" sz="1200" dirty="0" smtClean="0"/>
              <a:t>), Load(</a:t>
            </a:r>
            <a:r>
              <a:rPr lang="ko-KR" altLang="en-US" sz="1200" dirty="0" smtClean="0"/>
              <a:t>글라스 반입</a:t>
            </a:r>
            <a:r>
              <a:rPr lang="en-US" altLang="ko-KR" sz="1200" dirty="0" smtClean="0"/>
              <a:t>/</a:t>
            </a:r>
            <a:r>
              <a:rPr lang="ko-KR" altLang="en-US" sz="1200" dirty="0" smtClean="0"/>
              <a:t>반송 대기 상태</a:t>
            </a:r>
            <a:r>
              <a:rPr lang="en-US" altLang="ko-KR" sz="1200" dirty="0" smtClean="0"/>
              <a:t>), Measure(</a:t>
            </a:r>
            <a:r>
              <a:rPr lang="ko-KR" altLang="en-US" sz="1200" dirty="0" smtClean="0"/>
              <a:t>측정 준비상태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81" y="1769176"/>
            <a:ext cx="2695575" cy="80962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34" y="2578801"/>
            <a:ext cx="7562850" cy="21717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634" y="4802483"/>
            <a:ext cx="778192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309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SACC </a:t>
            </a:r>
            <a:r>
              <a:rPr lang="ko-KR" altLang="en-US" dirty="0" smtClean="0"/>
              <a:t>동작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 smtClean="0"/>
              <a:t>Probe Card </a:t>
            </a:r>
            <a:r>
              <a:rPr lang="ko-KR" altLang="en-US" dirty="0" smtClean="0"/>
              <a:t>교체 동작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SACC</a:t>
            </a:r>
            <a:r>
              <a:rPr lang="ko-KR" altLang="en-US" dirty="0" smtClean="0"/>
              <a:t>를 연동하여 </a:t>
            </a:r>
            <a:r>
              <a:rPr lang="en-US" altLang="ko-KR" dirty="0" smtClean="0"/>
              <a:t>Probe Card </a:t>
            </a:r>
            <a:r>
              <a:rPr lang="ko-KR" altLang="en-US" dirty="0" smtClean="0"/>
              <a:t>반입 </a:t>
            </a:r>
            <a:r>
              <a:rPr lang="en-US" altLang="ko-KR" dirty="0" smtClean="0"/>
              <a:t>/ </a:t>
            </a:r>
            <a:r>
              <a:rPr lang="ko-KR" altLang="en-US" dirty="0" smtClean="0"/>
              <a:t>반출 동작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장비 내부에서 </a:t>
            </a:r>
            <a:r>
              <a:rPr lang="en-US" altLang="ko-KR" dirty="0" smtClean="0"/>
              <a:t>Probe Card </a:t>
            </a:r>
            <a:r>
              <a:rPr lang="ko-KR" altLang="en-US" dirty="0" smtClean="0"/>
              <a:t>탈 부착 동작</a:t>
            </a:r>
            <a:endParaRPr lang="ko-KR" altLang="en-US" dirty="0"/>
          </a:p>
        </p:txBody>
      </p:sp>
      <p:pic>
        <p:nvPicPr>
          <p:cNvPr id="6" name="내용 개체 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4" y="1810043"/>
            <a:ext cx="2924175" cy="80962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34" y="2619668"/>
            <a:ext cx="8113222" cy="391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8530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CIM </a:t>
            </a:r>
            <a:r>
              <a:rPr lang="ko-KR" altLang="en-US" dirty="0" smtClean="0"/>
              <a:t>시퀀스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 smtClean="0"/>
              <a:t>CIM </a:t>
            </a:r>
            <a:r>
              <a:rPr lang="ko-KR" altLang="en-US" dirty="0" smtClean="0"/>
              <a:t>명령 동작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Online Remote </a:t>
            </a:r>
            <a:r>
              <a:rPr lang="ko-KR" altLang="en-US" dirty="0" smtClean="0"/>
              <a:t>상태에서 </a:t>
            </a:r>
            <a:r>
              <a:rPr lang="en-US" altLang="ko-KR" dirty="0" smtClean="0"/>
              <a:t>CIM</a:t>
            </a:r>
            <a:r>
              <a:rPr lang="ko-KR" altLang="en-US" dirty="0" smtClean="0"/>
              <a:t>으로 받은 명령 수행</a:t>
            </a:r>
            <a:endParaRPr lang="ko-KR" altLang="en-US" dirty="0"/>
          </a:p>
        </p:txBody>
      </p:sp>
      <p:pic>
        <p:nvPicPr>
          <p:cNvPr id="6" name="내용 개체 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4" y="1442576"/>
            <a:ext cx="2924175" cy="80962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781" y="1501680"/>
            <a:ext cx="5010582" cy="493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9942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측정 시퀀스</a:t>
            </a:r>
            <a:endParaRPr lang="ko-KR" altLang="en-US" dirty="0"/>
          </a:p>
        </p:txBody>
      </p:sp>
      <p:sp>
        <p:nvSpPr>
          <p:cNvPr id="18" name="내용 개체 틀 1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 smtClean="0"/>
              <a:t>측정 동작 순서</a:t>
            </a:r>
            <a:r>
              <a:rPr lang="en-US" altLang="ko-KR" dirty="0" smtClean="0"/>
              <a:t>(HMI </a:t>
            </a:r>
            <a:r>
              <a:rPr lang="ko-KR" altLang="en-US" dirty="0" smtClean="0"/>
              <a:t>설비 기준</a:t>
            </a:r>
            <a:r>
              <a:rPr lang="en-US" altLang="ko-KR" dirty="0" smtClean="0"/>
              <a:t>)</a:t>
            </a:r>
          </a:p>
          <a:p>
            <a:pPr lvl="1"/>
            <a:r>
              <a:rPr lang="en-US" altLang="ko-KR" dirty="0" smtClean="0"/>
              <a:t>Measure </a:t>
            </a:r>
            <a:r>
              <a:rPr lang="ko-KR" altLang="en-US" dirty="0" smtClean="0"/>
              <a:t>상태 변경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레시피 </a:t>
            </a:r>
            <a:r>
              <a:rPr lang="en-US" altLang="ko-KR" dirty="0" smtClean="0"/>
              <a:t>Open -&gt; Glass Align -&gt; Probe Align -&gt; </a:t>
            </a:r>
            <a:r>
              <a:rPr lang="ko-KR" altLang="en-US" dirty="0" smtClean="0"/>
              <a:t>사전검사</a:t>
            </a:r>
            <a:r>
              <a:rPr lang="en-US" altLang="ko-KR" dirty="0" smtClean="0"/>
              <a:t>(Probe </a:t>
            </a:r>
            <a:r>
              <a:rPr lang="ko-KR" altLang="en-US" dirty="0" smtClean="0"/>
              <a:t>검사</a:t>
            </a:r>
            <a:r>
              <a:rPr lang="en-US" altLang="ko-KR" dirty="0" smtClean="0"/>
              <a:t>) -&gt; AGING(Glass) -&gt; </a:t>
            </a:r>
            <a:r>
              <a:rPr lang="ko-KR" altLang="en-US" dirty="0" smtClean="0"/>
              <a:t>측정 동작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결과 파일 생성</a:t>
            </a:r>
            <a:r>
              <a:rPr lang="en-US" altLang="ko-KR" dirty="0"/>
              <a:t> </a:t>
            </a:r>
            <a:r>
              <a:rPr lang="en-US" altLang="ko-KR" dirty="0" smtClean="0"/>
              <a:t>-&gt; Unload</a:t>
            </a:r>
            <a:endParaRPr lang="ko-KR" altLang="en-US" dirty="0"/>
          </a:p>
        </p:txBody>
      </p:sp>
      <p:grpSp>
        <p:nvGrpSpPr>
          <p:cNvPr id="19" name="그룹 18"/>
          <p:cNvGrpSpPr/>
          <p:nvPr/>
        </p:nvGrpSpPr>
        <p:grpSpPr>
          <a:xfrm>
            <a:off x="733167" y="1878676"/>
            <a:ext cx="7283506" cy="4562312"/>
            <a:chOff x="285490" y="723352"/>
            <a:chExt cx="8304761" cy="5794874"/>
          </a:xfrm>
        </p:grpSpPr>
        <p:grpSp>
          <p:nvGrpSpPr>
            <p:cNvPr id="20" name="그룹 19"/>
            <p:cNvGrpSpPr/>
            <p:nvPr/>
          </p:nvGrpSpPr>
          <p:grpSpPr>
            <a:xfrm>
              <a:off x="285490" y="723352"/>
              <a:ext cx="8304761" cy="5794874"/>
              <a:chOff x="285490" y="723352"/>
              <a:chExt cx="8304761" cy="5794874"/>
            </a:xfrm>
          </p:grpSpPr>
          <p:pic>
            <p:nvPicPr>
              <p:cNvPr id="22" name="그림 2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70373" y="4937076"/>
                <a:ext cx="6886575" cy="1581150"/>
              </a:xfrm>
              <a:prstGeom prst="rect">
                <a:avLst/>
              </a:prstGeom>
            </p:spPr>
          </p:pic>
          <p:pic>
            <p:nvPicPr>
              <p:cNvPr id="23" name="그림 2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0372" y="1603672"/>
                <a:ext cx="2466975" cy="809625"/>
              </a:xfrm>
              <a:prstGeom prst="rect">
                <a:avLst/>
              </a:prstGeom>
            </p:spPr>
          </p:pic>
          <p:pic>
            <p:nvPicPr>
              <p:cNvPr id="24" name="그림 2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0372" y="2413297"/>
                <a:ext cx="2466975" cy="809625"/>
              </a:xfrm>
              <a:prstGeom prst="rect">
                <a:avLst/>
              </a:prstGeom>
            </p:spPr>
          </p:pic>
          <p:pic>
            <p:nvPicPr>
              <p:cNvPr id="25" name="그림 2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0372" y="3176437"/>
                <a:ext cx="2466975" cy="809625"/>
              </a:xfrm>
              <a:prstGeom prst="rect">
                <a:avLst/>
              </a:prstGeom>
            </p:spPr>
          </p:pic>
          <p:pic>
            <p:nvPicPr>
              <p:cNvPr id="26" name="그림 25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0372" y="3944497"/>
                <a:ext cx="2466975" cy="809625"/>
              </a:xfrm>
              <a:prstGeom prst="rect">
                <a:avLst/>
              </a:prstGeom>
            </p:spPr>
          </p:pic>
          <p:pic>
            <p:nvPicPr>
              <p:cNvPr id="27" name="그림 26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46825" y="1603672"/>
                <a:ext cx="2466975" cy="809625"/>
              </a:xfrm>
              <a:prstGeom prst="rect">
                <a:avLst/>
              </a:prstGeom>
            </p:spPr>
          </p:pic>
          <p:pic>
            <p:nvPicPr>
              <p:cNvPr id="28" name="그림 27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46825" y="2413297"/>
                <a:ext cx="2466975" cy="809625"/>
              </a:xfrm>
              <a:prstGeom prst="rect">
                <a:avLst/>
              </a:prstGeom>
            </p:spPr>
          </p:pic>
          <p:pic>
            <p:nvPicPr>
              <p:cNvPr id="29" name="그림 28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46825" y="3176437"/>
                <a:ext cx="2466975" cy="809625"/>
              </a:xfrm>
              <a:prstGeom prst="rect">
                <a:avLst/>
              </a:prstGeom>
            </p:spPr>
          </p:pic>
          <p:pic>
            <p:nvPicPr>
              <p:cNvPr id="30" name="그림 29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23276" y="1603672"/>
                <a:ext cx="2466975" cy="809625"/>
              </a:xfrm>
              <a:prstGeom prst="rect">
                <a:avLst/>
              </a:prstGeom>
            </p:spPr>
          </p:pic>
          <p:pic>
            <p:nvPicPr>
              <p:cNvPr id="31" name="그림 30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23276" y="2413297"/>
                <a:ext cx="2466975" cy="809625"/>
              </a:xfrm>
              <a:prstGeom prst="rect">
                <a:avLst/>
              </a:prstGeom>
            </p:spPr>
          </p:pic>
          <p:pic>
            <p:nvPicPr>
              <p:cNvPr id="32" name="그림 31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346824" y="780502"/>
                <a:ext cx="2466975" cy="695325"/>
              </a:xfrm>
              <a:prstGeom prst="rect">
                <a:avLst/>
              </a:prstGeom>
            </p:spPr>
          </p:pic>
          <p:pic>
            <p:nvPicPr>
              <p:cNvPr id="33" name="그림 32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5490" y="723352"/>
                <a:ext cx="2238375" cy="809625"/>
              </a:xfrm>
              <a:prstGeom prst="rect">
                <a:avLst/>
              </a:prstGeom>
            </p:spPr>
          </p:pic>
        </p:grpSp>
        <p:cxnSp>
          <p:nvCxnSpPr>
            <p:cNvPr id="21" name="직선 화살표 연결선 20"/>
            <p:cNvCxnSpPr>
              <a:stCxn id="33" idx="3"/>
              <a:endCxn id="32" idx="1"/>
            </p:cNvCxnSpPr>
            <p:nvPr/>
          </p:nvCxnSpPr>
          <p:spPr>
            <a:xfrm>
              <a:off x="2523865" y="1128165"/>
              <a:ext cx="82295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926423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측정 시퀀스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15634" y="861798"/>
            <a:ext cx="8312729" cy="659431"/>
          </a:xfrm>
        </p:spPr>
        <p:txBody>
          <a:bodyPr>
            <a:normAutofit lnSpcReduction="10000"/>
          </a:bodyPr>
          <a:lstStyle/>
          <a:p>
            <a:r>
              <a:rPr lang="en-US" altLang="ko-KR" dirty="0" smtClean="0"/>
              <a:t>Measure </a:t>
            </a:r>
            <a:r>
              <a:rPr lang="ko-KR" altLang="en-US" dirty="0" smtClean="0"/>
              <a:t>상태 변경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글라스 </a:t>
            </a:r>
            <a:r>
              <a:rPr lang="en-US" altLang="ko-KR" dirty="0" smtClean="0"/>
              <a:t>HW Align </a:t>
            </a:r>
            <a:r>
              <a:rPr lang="ko-KR" altLang="en-US" dirty="0" smtClean="0"/>
              <a:t>및 </a:t>
            </a:r>
            <a:r>
              <a:rPr lang="en-US" altLang="ko-KR" dirty="0" smtClean="0"/>
              <a:t>Vacuum </a:t>
            </a:r>
            <a:r>
              <a:rPr lang="ko-KR" altLang="en-US" dirty="0" smtClean="0"/>
              <a:t>상태 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4" y="1446187"/>
            <a:ext cx="2466975" cy="80962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34" y="2255812"/>
            <a:ext cx="8582025" cy="119062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634" y="4610087"/>
            <a:ext cx="2466975" cy="80962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634" y="5419712"/>
            <a:ext cx="8658225" cy="904875"/>
          </a:xfrm>
          <a:prstGeom prst="rect">
            <a:avLst/>
          </a:prstGeom>
        </p:spPr>
      </p:pic>
      <p:sp>
        <p:nvSpPr>
          <p:cNvPr id="13" name="내용 개체 틀 2"/>
          <p:cNvSpPr txBox="1">
            <a:spLocks/>
          </p:cNvSpPr>
          <p:nvPr/>
        </p:nvSpPr>
        <p:spPr>
          <a:xfrm>
            <a:off x="277088" y="3618147"/>
            <a:ext cx="8312729" cy="115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레시피 오픈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연결 모듈에 레시피 변경 명령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Probe Card ID </a:t>
            </a:r>
            <a:r>
              <a:rPr lang="ko-KR" altLang="en-US" dirty="0" smtClean="0"/>
              <a:t>확인하여 </a:t>
            </a:r>
            <a:r>
              <a:rPr lang="en-US" altLang="ko-KR" dirty="0" err="1" smtClean="0"/>
              <a:t>Prboe</a:t>
            </a:r>
            <a:r>
              <a:rPr lang="en-US" altLang="ko-KR" dirty="0" smtClean="0"/>
              <a:t> </a:t>
            </a:r>
            <a:r>
              <a:rPr lang="ko-KR" altLang="en-US" dirty="0" smtClean="0"/>
              <a:t>교체 확인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53905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측정 시퀀스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03" y="1462283"/>
            <a:ext cx="2466975" cy="8096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03" y="2356139"/>
            <a:ext cx="7820025" cy="8953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303" y="4201097"/>
            <a:ext cx="2466975" cy="80962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303" y="5010722"/>
            <a:ext cx="7797344" cy="1024316"/>
          </a:xfrm>
          <a:prstGeom prst="rect">
            <a:avLst/>
          </a:prstGeom>
        </p:spPr>
      </p:pic>
      <p:sp>
        <p:nvSpPr>
          <p:cNvPr id="8" name="내용 개체 틀 2"/>
          <p:cNvSpPr>
            <a:spLocks noGrp="1"/>
          </p:cNvSpPr>
          <p:nvPr>
            <p:ph sz="half" idx="1"/>
          </p:nvPr>
        </p:nvSpPr>
        <p:spPr>
          <a:xfrm>
            <a:off x="415634" y="861798"/>
            <a:ext cx="8312729" cy="659431"/>
          </a:xfrm>
        </p:spPr>
        <p:txBody>
          <a:bodyPr>
            <a:normAutofit lnSpcReduction="10000"/>
          </a:bodyPr>
          <a:lstStyle/>
          <a:p>
            <a:r>
              <a:rPr lang="en-US" altLang="ko-KR" dirty="0" smtClean="0"/>
              <a:t>Glass Align </a:t>
            </a:r>
          </a:p>
          <a:p>
            <a:pPr lvl="1"/>
            <a:r>
              <a:rPr lang="en-US" altLang="ko-KR" dirty="0" smtClean="0"/>
              <a:t>Glass Align </a:t>
            </a:r>
            <a:r>
              <a:rPr lang="ko-KR" altLang="en-US" dirty="0" smtClean="0"/>
              <a:t>위치 이동 후 </a:t>
            </a:r>
            <a:r>
              <a:rPr lang="en-US" altLang="ko-KR" dirty="0" smtClean="0"/>
              <a:t>Align Mark</a:t>
            </a:r>
            <a:r>
              <a:rPr lang="ko-KR" altLang="en-US" dirty="0" smtClean="0"/>
              <a:t>로</a:t>
            </a:r>
            <a:r>
              <a:rPr lang="en-US" altLang="ko-KR" dirty="0" smtClean="0"/>
              <a:t> </a:t>
            </a:r>
            <a:r>
              <a:rPr lang="ko-KR" altLang="en-US" dirty="0" smtClean="0"/>
              <a:t>패턴 매칭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보정값</a:t>
            </a:r>
            <a:r>
              <a:rPr lang="ko-KR" altLang="en-US" dirty="0"/>
              <a:t> </a:t>
            </a:r>
            <a:r>
              <a:rPr lang="ko-KR" altLang="en-US" dirty="0" smtClean="0"/>
              <a:t>계산</a:t>
            </a:r>
            <a:endParaRPr lang="ko-KR" altLang="en-US" dirty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268776" y="3471657"/>
            <a:ext cx="8312729" cy="115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Probe </a:t>
            </a:r>
            <a:r>
              <a:rPr lang="en-US" altLang="ko-KR" dirty="0"/>
              <a:t>Align </a:t>
            </a:r>
          </a:p>
          <a:p>
            <a:pPr lvl="1"/>
            <a:r>
              <a:rPr lang="en-US" altLang="ko-KR" dirty="0" smtClean="0"/>
              <a:t>Probe </a:t>
            </a:r>
            <a:r>
              <a:rPr lang="en-US" altLang="ko-KR" dirty="0"/>
              <a:t>Align </a:t>
            </a:r>
            <a:r>
              <a:rPr lang="ko-KR" altLang="en-US" dirty="0"/>
              <a:t>위치 이동 후 </a:t>
            </a:r>
            <a:r>
              <a:rPr lang="en-US" altLang="ko-KR" dirty="0"/>
              <a:t>Align </a:t>
            </a:r>
            <a:r>
              <a:rPr lang="en-US" altLang="ko-KR" dirty="0" smtClean="0"/>
              <a:t>Mark</a:t>
            </a:r>
            <a:r>
              <a:rPr lang="ko-KR" altLang="en-US" dirty="0" smtClean="0"/>
              <a:t>로</a:t>
            </a:r>
            <a:r>
              <a:rPr lang="en-US" altLang="ko-KR" dirty="0" smtClean="0"/>
              <a:t> </a:t>
            </a:r>
            <a:r>
              <a:rPr lang="ko-KR" altLang="en-US" dirty="0"/>
              <a:t>패턴 </a:t>
            </a:r>
            <a:r>
              <a:rPr lang="ko-KR" altLang="en-US" dirty="0" smtClean="0"/>
              <a:t>매칭</a:t>
            </a:r>
            <a:r>
              <a:rPr lang="en-US" altLang="ko-KR" dirty="0"/>
              <a:t>, </a:t>
            </a:r>
            <a:r>
              <a:rPr lang="ko-KR" altLang="en-US" dirty="0" err="1"/>
              <a:t>보정값</a:t>
            </a:r>
            <a:r>
              <a:rPr lang="ko-KR" altLang="en-US" dirty="0"/>
              <a:t> 계산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18705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측정 시퀀스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03" y="1499463"/>
            <a:ext cx="2466975" cy="80962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03" y="2342341"/>
            <a:ext cx="8374347" cy="148591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302" y="4458921"/>
            <a:ext cx="2466975" cy="80962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302" y="5200955"/>
            <a:ext cx="8648700" cy="1085850"/>
          </a:xfrm>
          <a:prstGeom prst="rect">
            <a:avLst/>
          </a:prstGeom>
        </p:spPr>
      </p:pic>
      <p:sp>
        <p:nvSpPr>
          <p:cNvPr id="9" name="내용 개체 틀 2"/>
          <p:cNvSpPr>
            <a:spLocks noGrp="1"/>
          </p:cNvSpPr>
          <p:nvPr>
            <p:ph sz="half" idx="1"/>
          </p:nvPr>
        </p:nvSpPr>
        <p:spPr>
          <a:xfrm>
            <a:off x="415634" y="861798"/>
            <a:ext cx="8312729" cy="659431"/>
          </a:xfrm>
        </p:spPr>
        <p:txBody>
          <a:bodyPr>
            <a:normAutofit lnSpcReduction="10000"/>
          </a:bodyPr>
          <a:lstStyle/>
          <a:p>
            <a:r>
              <a:rPr lang="ko-KR" altLang="en-US" dirty="0" smtClean="0"/>
              <a:t>사전검사</a:t>
            </a:r>
            <a:r>
              <a:rPr lang="en-US" altLang="ko-KR" dirty="0" smtClean="0"/>
              <a:t> </a:t>
            </a:r>
          </a:p>
          <a:p>
            <a:pPr lvl="1"/>
            <a:r>
              <a:rPr lang="en-US" altLang="ko-KR" dirty="0" smtClean="0"/>
              <a:t>Probe Pin to Pin, Open Short </a:t>
            </a:r>
            <a:r>
              <a:rPr lang="ko-KR" altLang="en-US" dirty="0" smtClean="0"/>
              <a:t>테스트</a:t>
            </a:r>
            <a:r>
              <a:rPr lang="en-US" altLang="ko-KR" dirty="0" smtClean="0"/>
              <a:t>, Glass </a:t>
            </a:r>
            <a:r>
              <a:rPr lang="ko-KR" altLang="en-US" dirty="0" smtClean="0"/>
              <a:t>방향 확인</a:t>
            </a:r>
            <a:endParaRPr lang="ko-KR" altLang="en-US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268776" y="3862354"/>
            <a:ext cx="8312729" cy="707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AGING </a:t>
            </a:r>
            <a:endParaRPr lang="en-US" altLang="ko-KR" dirty="0"/>
          </a:p>
          <a:p>
            <a:pPr lvl="1"/>
            <a:r>
              <a:rPr lang="en-US" altLang="ko-KR" dirty="0" smtClean="0"/>
              <a:t>GLASS AGING(</a:t>
            </a:r>
            <a:r>
              <a:rPr lang="ko-KR" altLang="en-US" dirty="0" smtClean="0"/>
              <a:t>측정 </a:t>
            </a:r>
            <a:r>
              <a:rPr lang="en-US" altLang="ko-KR" dirty="0" smtClean="0"/>
              <a:t>/ AGING Probe</a:t>
            </a:r>
            <a:r>
              <a:rPr lang="ko-KR" altLang="en-US" dirty="0" smtClean="0"/>
              <a:t>로 </a:t>
            </a:r>
            <a:r>
              <a:rPr lang="en-US" altLang="ko-KR" dirty="0" smtClean="0"/>
              <a:t>AGING </a:t>
            </a:r>
            <a:r>
              <a:rPr lang="ko-KR" altLang="en-US" dirty="0" smtClean="0"/>
              <a:t>동작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43986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측정 시퀀스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43" y="1996376"/>
            <a:ext cx="2466975" cy="8096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243" y="2802711"/>
            <a:ext cx="8465561" cy="1486754"/>
          </a:xfrm>
          <a:prstGeom prst="rect">
            <a:avLst/>
          </a:prstGeom>
        </p:spPr>
      </p:pic>
      <p:sp>
        <p:nvSpPr>
          <p:cNvPr id="13" name="내용 개체 틀 2"/>
          <p:cNvSpPr>
            <a:spLocks noGrp="1"/>
          </p:cNvSpPr>
          <p:nvPr>
            <p:ph sz="half" idx="1"/>
          </p:nvPr>
        </p:nvSpPr>
        <p:spPr>
          <a:xfrm>
            <a:off x="415634" y="861797"/>
            <a:ext cx="8312729" cy="1415889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검사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Probe Contact </a:t>
            </a:r>
            <a:r>
              <a:rPr lang="ko-KR" altLang="en-US" dirty="0" smtClean="0"/>
              <a:t>후 특성</a:t>
            </a:r>
            <a:r>
              <a:rPr lang="en-US" altLang="ko-KR" dirty="0" smtClean="0"/>
              <a:t>-&gt;</a:t>
            </a:r>
            <a:r>
              <a:rPr lang="ko-KR" altLang="en-US" dirty="0" err="1" smtClean="0"/>
              <a:t>시야각</a:t>
            </a:r>
            <a:r>
              <a:rPr lang="en-US" altLang="ko-KR" dirty="0" smtClean="0"/>
              <a:t>-&gt;</a:t>
            </a:r>
            <a:r>
              <a:rPr lang="ko-KR" altLang="en-US" dirty="0" smtClean="0"/>
              <a:t>화질</a:t>
            </a:r>
            <a:r>
              <a:rPr lang="en-US" altLang="ko-KR" dirty="0" smtClean="0"/>
              <a:t>-&gt;</a:t>
            </a:r>
            <a:r>
              <a:rPr lang="ko-KR" altLang="en-US" dirty="0" err="1" smtClean="0"/>
              <a:t>면휘도</a:t>
            </a:r>
            <a:r>
              <a:rPr lang="ko-KR" altLang="en-US" dirty="0" smtClean="0"/>
              <a:t> 순으로 검사 진행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GLASS Stick </a:t>
            </a:r>
            <a:r>
              <a:rPr lang="ko-KR" altLang="en-US" dirty="0" smtClean="0"/>
              <a:t>개수 만큼 반복 진행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47404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측정 시퀀스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42" y="2390094"/>
            <a:ext cx="8315325" cy="79057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241" y="1575448"/>
            <a:ext cx="2466975" cy="80962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242" y="5201183"/>
            <a:ext cx="7896225" cy="105727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241" y="4386092"/>
            <a:ext cx="2466975" cy="809625"/>
          </a:xfrm>
          <a:prstGeom prst="rect">
            <a:avLst/>
          </a:prstGeom>
        </p:spPr>
      </p:pic>
      <p:sp>
        <p:nvSpPr>
          <p:cNvPr id="13" name="내용 개체 틀 2"/>
          <p:cNvSpPr>
            <a:spLocks noGrp="1"/>
          </p:cNvSpPr>
          <p:nvPr>
            <p:ph sz="half" idx="1"/>
          </p:nvPr>
        </p:nvSpPr>
        <p:spPr>
          <a:xfrm>
            <a:off x="415634" y="861798"/>
            <a:ext cx="8312729" cy="659431"/>
          </a:xfrm>
        </p:spPr>
        <p:txBody>
          <a:bodyPr>
            <a:normAutofit lnSpcReduction="10000"/>
          </a:bodyPr>
          <a:lstStyle/>
          <a:p>
            <a:r>
              <a:rPr lang="ko-KR" altLang="en-US" dirty="0" smtClean="0"/>
              <a:t>결과 저장</a:t>
            </a:r>
            <a:r>
              <a:rPr lang="en-US" altLang="ko-KR" dirty="0" smtClean="0"/>
              <a:t> </a:t>
            </a:r>
          </a:p>
          <a:p>
            <a:pPr lvl="1"/>
            <a:r>
              <a:rPr lang="ko-KR" altLang="en-US" dirty="0" smtClean="0"/>
              <a:t>결과 파일 생성 및 </a:t>
            </a:r>
            <a:r>
              <a:rPr lang="en-US" altLang="ko-KR" dirty="0" smtClean="0"/>
              <a:t>APD </a:t>
            </a:r>
            <a:r>
              <a:rPr lang="ko-KR" altLang="en-US" dirty="0" smtClean="0"/>
              <a:t>저장</a:t>
            </a:r>
            <a:endParaRPr lang="ko-KR" altLang="en-US" dirty="0"/>
          </a:p>
        </p:txBody>
      </p:sp>
      <p:sp>
        <p:nvSpPr>
          <p:cNvPr id="14" name="내용 개체 틀 2"/>
          <p:cNvSpPr txBox="1">
            <a:spLocks/>
          </p:cNvSpPr>
          <p:nvPr/>
        </p:nvSpPr>
        <p:spPr>
          <a:xfrm>
            <a:off x="268776" y="3463342"/>
            <a:ext cx="8312729" cy="101721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Unload</a:t>
            </a:r>
            <a:endParaRPr lang="en-US" altLang="ko-KR" dirty="0"/>
          </a:p>
          <a:p>
            <a:pPr lvl="1"/>
            <a:r>
              <a:rPr lang="en-US" altLang="ko-KR" dirty="0" smtClean="0"/>
              <a:t>Safety </a:t>
            </a:r>
            <a:r>
              <a:rPr lang="ko-KR" altLang="en-US" dirty="0" smtClean="0"/>
              <a:t>위치로 이동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결과 파일 저장 완료 확인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Online Remote </a:t>
            </a:r>
            <a:r>
              <a:rPr lang="ko-KR" altLang="en-US" dirty="0" smtClean="0"/>
              <a:t>일 경우 </a:t>
            </a:r>
            <a:r>
              <a:rPr lang="en-US" altLang="ko-KR" dirty="0" smtClean="0"/>
              <a:t>CIM </a:t>
            </a:r>
            <a:r>
              <a:rPr lang="ko-KR" altLang="en-US" dirty="0" smtClean="0"/>
              <a:t>으로 완료 보고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32796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Alarm </a:t>
            </a:r>
            <a:r>
              <a:rPr lang="ko-KR" altLang="en-US" dirty="0" smtClean="0"/>
              <a:t>모니터링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99" y="1996407"/>
            <a:ext cx="2009775" cy="80962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99" y="2811434"/>
            <a:ext cx="6943725" cy="89535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398" y="3714145"/>
            <a:ext cx="2009775" cy="80962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437" y="4522224"/>
            <a:ext cx="2466975" cy="69532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437" y="5139105"/>
            <a:ext cx="2695575" cy="69532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437" y="5755985"/>
            <a:ext cx="2924175" cy="69532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9520" y="5755985"/>
            <a:ext cx="2466975" cy="695325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0339" y="4523770"/>
            <a:ext cx="2466975" cy="695325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59520" y="4522224"/>
            <a:ext cx="2466975" cy="695325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59520" y="5139105"/>
            <a:ext cx="2924175" cy="695325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0339" y="5139105"/>
            <a:ext cx="2466975" cy="695325"/>
          </a:xfrm>
          <a:prstGeom prst="rect">
            <a:avLst/>
          </a:prstGeom>
        </p:spPr>
      </p:pic>
      <p:sp>
        <p:nvSpPr>
          <p:cNvPr id="17" name="내용 개체 틀 2"/>
          <p:cNvSpPr>
            <a:spLocks noGrp="1"/>
          </p:cNvSpPr>
          <p:nvPr>
            <p:ph sz="half" idx="1"/>
          </p:nvPr>
        </p:nvSpPr>
        <p:spPr>
          <a:xfrm>
            <a:off x="415634" y="861798"/>
            <a:ext cx="8312729" cy="989846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Alarm </a:t>
            </a:r>
            <a:r>
              <a:rPr lang="ko-KR" altLang="en-US" dirty="0" smtClean="0"/>
              <a:t>발생</a:t>
            </a:r>
            <a:r>
              <a:rPr lang="en-US" altLang="ko-KR" dirty="0" smtClean="0"/>
              <a:t> </a:t>
            </a:r>
          </a:p>
          <a:p>
            <a:pPr lvl="1"/>
            <a:r>
              <a:rPr lang="ko-KR" altLang="en-US" dirty="0" smtClean="0"/>
              <a:t>스레드를 통해 모니터링 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MC Off, EMS </a:t>
            </a:r>
            <a:r>
              <a:rPr lang="ko-KR" altLang="en-US" dirty="0" smtClean="0"/>
              <a:t>버튼</a:t>
            </a:r>
            <a:r>
              <a:rPr lang="en-US" altLang="ko-KR" dirty="0" smtClean="0"/>
              <a:t>, Teach </a:t>
            </a:r>
            <a:r>
              <a:rPr lang="ko-KR" altLang="en-US" dirty="0" smtClean="0"/>
              <a:t>모드</a:t>
            </a:r>
            <a:r>
              <a:rPr lang="en-US" altLang="ko-KR" dirty="0" smtClean="0"/>
              <a:t>, Door Open, </a:t>
            </a:r>
            <a:r>
              <a:rPr lang="ko-KR" altLang="en-US" dirty="0" smtClean="0"/>
              <a:t>온도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연기 감지 등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15352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시퀀스 동작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55309412"/>
              </p:ext>
            </p:extLst>
          </p:nvPr>
        </p:nvGraphicFramePr>
        <p:xfrm>
          <a:off x="415925" y="862013"/>
          <a:ext cx="831215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1036" y="2430802"/>
            <a:ext cx="3732924" cy="84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143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ThreadRu_nSequence</a:t>
            </a:r>
            <a:r>
              <a:rPr lang="en-US" altLang="en-US" dirty="0" smtClean="0"/>
              <a:t>()</a:t>
            </a:r>
            <a:r>
              <a:rPr lang="ko-KR" altLang="en-US" dirty="0" smtClean="0"/>
              <a:t> 순서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220393" y="803824"/>
            <a:ext cx="348325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스레드 시작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이벤트 </a:t>
            </a:r>
            <a:r>
              <a:rPr lang="ko-KR" altLang="en-US" sz="1600" dirty="0" smtClean="0"/>
              <a:t>셋</a:t>
            </a:r>
            <a:r>
              <a:rPr lang="en-US" altLang="ko-KR" sz="1600" dirty="0"/>
              <a:t>(</a:t>
            </a:r>
            <a:r>
              <a:rPr lang="ko-KR" altLang="en-US" sz="1600" dirty="0"/>
              <a:t>스레드 시작</a:t>
            </a:r>
            <a:r>
              <a:rPr lang="en-US" altLang="ko-KR" sz="1600" dirty="0" smtClean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Cycle </a:t>
            </a:r>
            <a:r>
              <a:rPr lang="ko-KR" altLang="en-US" sz="1600" dirty="0" smtClean="0"/>
              <a:t>횟수 설정</a:t>
            </a:r>
            <a:endParaRPr lang="en-US" altLang="ko-KR" sz="16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Loop </a:t>
            </a:r>
            <a:r>
              <a:rPr lang="ko-KR" altLang="en-US" sz="1600" dirty="0" smtClean="0"/>
              <a:t>개수 설정</a:t>
            </a:r>
            <a:r>
              <a:rPr lang="en-US" altLang="ko-KR" sz="1600" dirty="0" smtClean="0"/>
              <a:t>(</a:t>
            </a:r>
            <a:r>
              <a:rPr lang="en-US" altLang="ko-KR" sz="1600" dirty="0"/>
              <a:t>Stick </a:t>
            </a:r>
            <a:r>
              <a:rPr lang="ko-KR" altLang="en-US" sz="1600" dirty="0" smtClean="0"/>
              <a:t>반복 동작</a:t>
            </a:r>
            <a:r>
              <a:rPr lang="en-US" altLang="ko-KR" sz="1600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스레드 완료 대기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스레드 완료 응답 처리</a:t>
            </a:r>
            <a:endParaRPr lang="en-US" altLang="ko-KR" sz="1600" dirty="0" smtClean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실패 시 </a:t>
            </a:r>
            <a:r>
              <a:rPr lang="ko-KR" altLang="en-US" sz="1600" dirty="0" err="1" smtClean="0"/>
              <a:t>알람</a:t>
            </a:r>
            <a:r>
              <a:rPr lang="ko-KR" altLang="en-US" sz="1600" dirty="0" smtClean="0"/>
              <a:t> 발생</a:t>
            </a:r>
            <a:endParaRPr lang="en-US" altLang="ko-KR" sz="1600" dirty="0" smtClean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미 완료 시 </a:t>
            </a:r>
            <a:r>
              <a:rPr lang="en-US" altLang="ko-KR" sz="1600" dirty="0" smtClean="0"/>
              <a:t>Fail </a:t>
            </a:r>
            <a:r>
              <a:rPr lang="ko-KR" altLang="en-US" sz="1600" dirty="0" smtClean="0"/>
              <a:t>처리</a:t>
            </a:r>
            <a:endParaRPr lang="en-US" altLang="ko-KR" sz="1600" dirty="0" smtClean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사용자 정지 </a:t>
            </a:r>
            <a:r>
              <a:rPr lang="ko-KR" altLang="en-US" sz="1600" dirty="0"/>
              <a:t>시 </a:t>
            </a:r>
            <a:r>
              <a:rPr lang="en-US" altLang="ko-KR" sz="1600" dirty="0"/>
              <a:t>Fail </a:t>
            </a:r>
            <a:r>
              <a:rPr lang="ko-KR" altLang="en-US" sz="1600" dirty="0"/>
              <a:t>처리</a:t>
            </a:r>
            <a:endParaRPr lang="en-US" altLang="ko-KR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완료 처리</a:t>
            </a:r>
            <a:endParaRPr lang="en-US" altLang="ko-KR" sz="1600" dirty="0"/>
          </a:p>
        </p:txBody>
      </p:sp>
      <p:sp>
        <p:nvSpPr>
          <p:cNvPr id="5" name="내용 개체 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4" y="861798"/>
            <a:ext cx="4879574" cy="557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4089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ThreadRun</a:t>
            </a:r>
            <a:r>
              <a:rPr lang="en-US" altLang="en-US" dirty="0" smtClean="0"/>
              <a:t>()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31906" y="853701"/>
            <a:ext cx="4788487" cy="5578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20393" y="803824"/>
            <a:ext cx="348325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스레드 동작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초기 설정</a:t>
            </a:r>
            <a:endParaRPr lang="en-US" altLang="ko-KR" sz="16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Vector</a:t>
            </a:r>
            <a:r>
              <a:rPr lang="ko-KR" altLang="en-US" sz="1600" dirty="0" smtClean="0"/>
              <a:t>의 크기 만큼 순차 동작</a:t>
            </a:r>
            <a:endParaRPr lang="en-US" altLang="ko-KR" sz="16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Tact time </a:t>
            </a:r>
            <a:r>
              <a:rPr lang="ko-KR" altLang="en-US" sz="1600" dirty="0" smtClean="0"/>
              <a:t>기록을 위해 </a:t>
            </a:r>
            <a:r>
              <a:rPr lang="en-US" altLang="ko-KR" sz="1600" dirty="0" smtClean="0"/>
              <a:t>Start Time </a:t>
            </a:r>
            <a:r>
              <a:rPr lang="ko-KR" altLang="en-US" sz="1600" dirty="0" smtClean="0"/>
              <a:t>설정</a:t>
            </a:r>
            <a:endParaRPr lang="en-US" altLang="ko-KR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응답 처리</a:t>
            </a:r>
            <a:endParaRPr lang="en-US" altLang="ko-KR" sz="16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정상 완료</a:t>
            </a:r>
            <a:endParaRPr lang="en-US" altLang="ko-KR" sz="1600" dirty="0" smtClean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End Time </a:t>
            </a:r>
            <a:r>
              <a:rPr lang="ko-KR" altLang="en-US" sz="1600" dirty="0" smtClean="0"/>
              <a:t>설정</a:t>
            </a:r>
            <a:endParaRPr lang="en-US" altLang="ko-KR" sz="1600" dirty="0" smtClean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다음 동작 수행</a:t>
            </a:r>
            <a:endParaRPr lang="en-US" altLang="ko-KR" sz="16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마지막 동작</a:t>
            </a:r>
            <a:endParaRPr lang="en-US" altLang="ko-KR" sz="1600" dirty="0" smtClean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End Time </a:t>
            </a:r>
            <a:r>
              <a:rPr lang="ko-KR" altLang="en-US" sz="1600" dirty="0"/>
              <a:t>설정</a:t>
            </a:r>
            <a:endParaRPr lang="en-US" altLang="ko-KR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종료</a:t>
            </a:r>
            <a:endParaRPr lang="en-US" altLang="ko-KR" sz="16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비 정상 완료</a:t>
            </a:r>
            <a:endParaRPr lang="en-US" altLang="ko-KR" sz="1600" dirty="0" smtClean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End Time </a:t>
            </a:r>
            <a:r>
              <a:rPr lang="ko-KR" altLang="en-US" sz="1600" dirty="0"/>
              <a:t>설정</a:t>
            </a:r>
            <a:endParaRPr lang="en-US" altLang="ko-KR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마지막 순서로 이동</a:t>
            </a:r>
            <a:endParaRPr lang="en-US" altLang="ko-KR" sz="1600" dirty="0" smtClean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마지막 동작 수행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스레드 종료</a:t>
            </a:r>
            <a:r>
              <a:rPr lang="en-US" altLang="ko-KR" sz="1600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542397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Run</a:t>
            </a:r>
            <a:r>
              <a:rPr lang="en-US" altLang="en-US" dirty="0" smtClean="0"/>
              <a:t>()</a:t>
            </a:r>
            <a:r>
              <a:rPr lang="ko-KR" altLang="en-US" dirty="0" smtClean="0"/>
              <a:t> 시작</a:t>
            </a:r>
            <a:r>
              <a:rPr lang="en-US" altLang="ko-KR" dirty="0" smtClean="0"/>
              <a:t>, </a:t>
            </a:r>
            <a:r>
              <a:rPr lang="ko-KR" altLang="en-US" dirty="0" smtClean="0"/>
              <a:t>종료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4" y="861798"/>
            <a:ext cx="4804759" cy="5010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20393" y="803824"/>
            <a:ext cx="348325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시작 동작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초기 설정</a:t>
            </a:r>
            <a:endParaRPr lang="en-US" altLang="ko-KR" sz="16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완료 동작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이벤트 리셋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스레드 시작</a:t>
            </a:r>
            <a:r>
              <a:rPr lang="en-US" altLang="ko-KR" sz="1600" dirty="0" smtClean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동작 완료 시 </a:t>
            </a:r>
            <a:r>
              <a:rPr lang="en-US" altLang="ko-KR" sz="1600" dirty="0" smtClean="0"/>
              <a:t>Complete true </a:t>
            </a:r>
            <a:r>
              <a:rPr lang="ko-KR" altLang="en-US" sz="1600" dirty="0" smtClean="0"/>
              <a:t>설정</a:t>
            </a:r>
            <a:endParaRPr lang="en-US" altLang="ko-KR" sz="16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이벤트 셋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스레드 완료</a:t>
            </a:r>
            <a:r>
              <a:rPr lang="en-US" altLang="ko-KR" sz="1600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596468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측정 </a:t>
            </a:r>
            <a:r>
              <a:rPr lang="en-US" altLang="en-US" dirty="0" err="1" smtClean="0"/>
              <a:t>ThreadRun</a:t>
            </a:r>
            <a:r>
              <a:rPr lang="en-US" altLang="en-US" dirty="0" smtClean="0"/>
              <a:t>()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220393" y="803824"/>
            <a:ext cx="348325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스레드 동작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Loop </a:t>
            </a:r>
            <a:r>
              <a:rPr lang="ko-KR" altLang="en-US" sz="1600" dirty="0" smtClean="0"/>
              <a:t>개수 확인</a:t>
            </a:r>
            <a:r>
              <a:rPr lang="en-US" altLang="ko-KR" sz="1600" dirty="0" smtClean="0"/>
              <a:t>(Stick </a:t>
            </a:r>
            <a:r>
              <a:rPr lang="ko-KR" altLang="en-US" sz="1600" dirty="0" smtClean="0"/>
              <a:t>개수</a:t>
            </a:r>
            <a:r>
              <a:rPr lang="en-US" altLang="ko-KR" sz="1600" dirty="0" smtClean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현재 </a:t>
            </a:r>
            <a:r>
              <a:rPr lang="en-US" altLang="ko-KR" sz="1600" dirty="0" smtClean="0"/>
              <a:t>Stick </a:t>
            </a:r>
            <a:r>
              <a:rPr lang="ko-KR" altLang="en-US" sz="1600" dirty="0" smtClean="0"/>
              <a:t>번호 설정</a:t>
            </a:r>
            <a:endParaRPr lang="en-US" altLang="ko-KR" sz="16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Tact time </a:t>
            </a:r>
            <a:r>
              <a:rPr lang="ko-KR" altLang="en-US" sz="1600" dirty="0"/>
              <a:t>기록을 위해 </a:t>
            </a:r>
            <a:r>
              <a:rPr lang="en-US" altLang="ko-KR" sz="1600" dirty="0"/>
              <a:t>Start Time </a:t>
            </a:r>
            <a:r>
              <a:rPr lang="ko-KR" altLang="en-US" sz="1600" dirty="0"/>
              <a:t>설정</a:t>
            </a:r>
            <a:endParaRPr lang="en-US" altLang="ko-KR" sz="16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Vector</a:t>
            </a:r>
            <a:r>
              <a:rPr lang="ko-KR" altLang="en-US" sz="1600" dirty="0"/>
              <a:t>의 크기 만큼 순차 동작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4" y="861798"/>
            <a:ext cx="4887886" cy="557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749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측정 </a:t>
            </a:r>
            <a:r>
              <a:rPr lang="en-US" altLang="en-US" dirty="0" err="1"/>
              <a:t>ThreadRun</a:t>
            </a:r>
            <a:r>
              <a:rPr lang="en-US" altLang="en-US" dirty="0"/>
              <a:t>()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220393" y="803824"/>
            <a:ext cx="348325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마지막 </a:t>
            </a:r>
            <a:r>
              <a:rPr lang="en-US" altLang="ko-KR" sz="1600" dirty="0" smtClean="0"/>
              <a:t>Vector</a:t>
            </a:r>
            <a:r>
              <a:rPr lang="ko-KR" altLang="en-US" sz="1600" dirty="0" smtClean="0"/>
              <a:t> 동작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응답 </a:t>
            </a:r>
            <a:r>
              <a:rPr lang="ko-KR" altLang="en-US" sz="1600" dirty="0"/>
              <a:t>처리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정상 완료</a:t>
            </a:r>
            <a:endParaRPr lang="en-US" altLang="ko-KR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End Time </a:t>
            </a:r>
            <a:r>
              <a:rPr lang="ko-KR" altLang="en-US" sz="1600" dirty="0"/>
              <a:t>설정</a:t>
            </a:r>
            <a:endParaRPr lang="en-US" altLang="ko-KR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다음 동작 수행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마지막 동작</a:t>
            </a:r>
            <a:endParaRPr lang="en-US" altLang="ko-KR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End Time </a:t>
            </a:r>
            <a:r>
              <a:rPr lang="ko-KR" altLang="en-US" sz="1600" dirty="0"/>
              <a:t>설정</a:t>
            </a:r>
            <a:endParaRPr lang="en-US" altLang="ko-KR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종료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비 정상 완료</a:t>
            </a:r>
            <a:endParaRPr lang="en-US" altLang="ko-KR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End Time </a:t>
            </a:r>
            <a:r>
              <a:rPr lang="ko-KR" altLang="en-US" sz="1600" dirty="0"/>
              <a:t>설정</a:t>
            </a:r>
            <a:endParaRPr lang="en-US" altLang="ko-KR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마지막 순서로 이동</a:t>
            </a:r>
            <a:endParaRPr lang="en-US" altLang="ko-KR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마지막 동작 수행</a:t>
            </a:r>
            <a:r>
              <a:rPr lang="en-US" altLang="ko-KR" sz="1600" dirty="0"/>
              <a:t>(</a:t>
            </a:r>
            <a:r>
              <a:rPr lang="ko-KR" altLang="en-US" sz="1600" dirty="0"/>
              <a:t>스레드 종료</a:t>
            </a:r>
            <a:r>
              <a:rPr lang="en-US" altLang="ko-KR" sz="1600" dirty="0" smtClean="0"/>
              <a:t>)</a:t>
            </a:r>
            <a:endParaRPr lang="en-US" altLang="ko-KR" sz="16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5" y="861798"/>
            <a:ext cx="4862948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6545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측정 </a:t>
            </a:r>
            <a:r>
              <a:rPr lang="en-US" altLang="en-US" dirty="0" err="1"/>
              <a:t>ThreadRun</a:t>
            </a:r>
            <a:r>
              <a:rPr lang="en-US" altLang="en-US" dirty="0"/>
              <a:t>()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220393" y="803824"/>
            <a:ext cx="348325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나머지 </a:t>
            </a:r>
            <a:r>
              <a:rPr lang="en-US" altLang="ko-KR" sz="1600" dirty="0" smtClean="0"/>
              <a:t>Vector</a:t>
            </a:r>
            <a:r>
              <a:rPr lang="ko-KR" altLang="en-US" sz="1600" dirty="0" smtClean="0"/>
              <a:t> </a:t>
            </a:r>
            <a:r>
              <a:rPr lang="ko-KR" altLang="en-US" sz="1600" dirty="0"/>
              <a:t>동작</a:t>
            </a:r>
            <a:r>
              <a:rPr lang="en-US" altLang="ko-KR" sz="1600" dirty="0"/>
              <a:t> </a:t>
            </a:r>
            <a:r>
              <a:rPr lang="ko-KR" altLang="en-US" sz="1600" dirty="0"/>
              <a:t>응답 처리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정상 완료</a:t>
            </a:r>
            <a:endParaRPr lang="en-US" altLang="ko-KR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End Time </a:t>
            </a:r>
            <a:r>
              <a:rPr lang="ko-KR" altLang="en-US" sz="1600" dirty="0" smtClean="0"/>
              <a:t>설정</a:t>
            </a:r>
            <a:endParaRPr lang="en-US" altLang="ko-KR" sz="1600" dirty="0" smtClean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마지막 </a:t>
            </a:r>
            <a:r>
              <a:rPr lang="en-US" altLang="ko-KR" sz="1600" dirty="0" smtClean="0"/>
              <a:t>Vector </a:t>
            </a:r>
            <a:r>
              <a:rPr lang="ko-KR" altLang="en-US" sz="1600" dirty="0" smtClean="0"/>
              <a:t>이전이면 종료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다음 </a:t>
            </a:r>
            <a:r>
              <a:rPr lang="en-US" altLang="ko-KR" sz="1600" dirty="0" smtClean="0"/>
              <a:t>Stick </a:t>
            </a:r>
            <a:r>
              <a:rPr lang="ko-KR" altLang="en-US" sz="1600" dirty="0" smtClean="0"/>
              <a:t>수행</a:t>
            </a:r>
            <a:r>
              <a:rPr lang="en-US" altLang="ko-KR" sz="1600" dirty="0" smtClean="0"/>
              <a:t>)</a:t>
            </a:r>
            <a:endParaRPr lang="en-US" altLang="ko-KR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다음 동작 수행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비 </a:t>
            </a:r>
            <a:r>
              <a:rPr lang="ko-KR" altLang="en-US" sz="1600" dirty="0"/>
              <a:t>정상 완료</a:t>
            </a:r>
            <a:endParaRPr lang="en-US" altLang="ko-KR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End Time </a:t>
            </a:r>
            <a:r>
              <a:rPr lang="ko-KR" altLang="en-US" sz="1600" dirty="0"/>
              <a:t>설정</a:t>
            </a:r>
            <a:endParaRPr lang="en-US" altLang="ko-KR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마지막 순서로 이동</a:t>
            </a:r>
            <a:endParaRPr lang="en-US" altLang="ko-KR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마지막 동작 수행</a:t>
            </a:r>
            <a:r>
              <a:rPr lang="en-US" altLang="ko-KR" sz="1600" dirty="0"/>
              <a:t>(</a:t>
            </a:r>
            <a:r>
              <a:rPr lang="ko-KR" altLang="en-US" sz="1600" dirty="0"/>
              <a:t>스레드 종료</a:t>
            </a:r>
            <a:r>
              <a:rPr lang="en-US" altLang="ko-KR" sz="1600" dirty="0"/>
              <a:t>)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4" y="861798"/>
            <a:ext cx="4862948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106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MAC-테마2">
  <a:themeElements>
    <a:clrScheme name="사용자 지정 1">
      <a:dk1>
        <a:srgbClr val="000000"/>
      </a:dk1>
      <a:lt1>
        <a:srgbClr val="FFFFFF"/>
      </a:lt1>
      <a:dk2>
        <a:srgbClr val="FFD869"/>
      </a:dk2>
      <a:lt2>
        <a:srgbClr val="0066CC"/>
      </a:lt2>
      <a:accent1>
        <a:srgbClr val="9999FF"/>
      </a:accent1>
      <a:accent2>
        <a:srgbClr val="FF6161"/>
      </a:accent2>
      <a:accent3>
        <a:srgbClr val="92D050"/>
      </a:accent3>
      <a:accent4>
        <a:srgbClr val="78397A"/>
      </a:accent4>
      <a:accent5>
        <a:srgbClr val="00CCFF"/>
      </a:accent5>
      <a:accent6>
        <a:srgbClr val="F8EE6C"/>
      </a:accent6>
      <a:hlink>
        <a:srgbClr val="C990CB"/>
      </a:hlink>
      <a:folHlink>
        <a:srgbClr val="9DBDD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10480</TotalTime>
  <Words>1220</Words>
  <Application>Microsoft Office PowerPoint</Application>
  <PresentationFormat>화면 슬라이드 쇼(4:3)</PresentationFormat>
  <Paragraphs>403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40</vt:i4>
      </vt:variant>
    </vt:vector>
  </HeadingPairs>
  <TitlesOfParts>
    <vt:vector size="52" baseType="lpstr">
      <vt:lpstr>HY견고딕</vt:lpstr>
      <vt:lpstr>HY헤드라인M</vt:lpstr>
      <vt:lpstr>굴림</vt:lpstr>
      <vt:lpstr>돋움</vt:lpstr>
      <vt:lpstr>맑은 고딕</vt:lpstr>
      <vt:lpstr>Arial</vt:lpstr>
      <vt:lpstr>Calibri</vt:lpstr>
      <vt:lpstr>Calibri Light</vt:lpstr>
      <vt:lpstr>Times New Roman</vt:lpstr>
      <vt:lpstr>Verdana</vt:lpstr>
      <vt:lpstr>Office 테마</vt:lpstr>
      <vt:lpstr>KMAC-테마2</vt:lpstr>
      <vt:lpstr>PowerPoint 프레젠테이션</vt:lpstr>
      <vt:lpstr>SVN 정보</vt:lpstr>
      <vt:lpstr>기본 구성</vt:lpstr>
      <vt:lpstr>CoreFunction</vt:lpstr>
      <vt:lpstr>Source</vt:lpstr>
      <vt:lpstr>소스 구성</vt:lpstr>
      <vt:lpstr>DIALOG </vt:lpstr>
      <vt:lpstr>Manager 파일</vt:lpstr>
      <vt:lpstr>Manager 파일</vt:lpstr>
      <vt:lpstr>Manager</vt:lpstr>
      <vt:lpstr>Manager</vt:lpstr>
      <vt:lpstr>Manager</vt:lpstr>
      <vt:lpstr>Manager Recipe</vt:lpstr>
      <vt:lpstr>Manager SACC</vt:lpstr>
      <vt:lpstr>Manager MCC</vt:lpstr>
      <vt:lpstr>Manager Result</vt:lpstr>
      <vt:lpstr>Manager Alarm</vt:lpstr>
      <vt:lpstr>Manager </vt:lpstr>
      <vt:lpstr>Manager</vt:lpstr>
      <vt:lpstr>Sequence</vt:lpstr>
      <vt:lpstr>Sequence</vt:lpstr>
      <vt:lpstr>이니셜</vt:lpstr>
      <vt:lpstr>상태 확인</vt:lpstr>
      <vt:lpstr>상태 변경</vt:lpstr>
      <vt:lpstr>SACC 동작</vt:lpstr>
      <vt:lpstr>CIM 시퀀스</vt:lpstr>
      <vt:lpstr>측정 시퀀스</vt:lpstr>
      <vt:lpstr>측정 시퀀스</vt:lpstr>
      <vt:lpstr>측정 시퀀스</vt:lpstr>
      <vt:lpstr>측정 시퀀스</vt:lpstr>
      <vt:lpstr>측정 시퀀스</vt:lpstr>
      <vt:lpstr>측정 시퀀스</vt:lpstr>
      <vt:lpstr>Alarm 모니터링</vt:lpstr>
      <vt:lpstr>시퀀스 동작</vt:lpstr>
      <vt:lpstr>ThreadRu_nSequence() 순서</vt:lpstr>
      <vt:lpstr>ThreadRun()</vt:lpstr>
      <vt:lpstr>Run() 시작, 종료</vt:lpstr>
      <vt:lpstr>측정 ThreadRun()</vt:lpstr>
      <vt:lpstr>측정 ThreadRun()</vt:lpstr>
      <vt:lpstr>측정 ThreadRun()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MAC</dc:creator>
  <cp:lastModifiedBy>jsyoon</cp:lastModifiedBy>
  <cp:revision>464</cp:revision>
  <cp:lastPrinted>2022-02-21T04:06:19Z</cp:lastPrinted>
  <dcterms:created xsi:type="dcterms:W3CDTF">2021-03-22T02:09:06Z</dcterms:created>
  <dcterms:modified xsi:type="dcterms:W3CDTF">2022-10-21T09:11:51Z</dcterms:modified>
</cp:coreProperties>
</file>