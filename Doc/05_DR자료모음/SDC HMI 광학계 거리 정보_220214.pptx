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3.xml" ContentType="application/vnd.openxmlformats-officedocument.theme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676" r:id="rId2"/>
    <p:sldMasterId id="2147483688" r:id="rId3"/>
    <p:sldMasterId id="2147483705" r:id="rId4"/>
  </p:sldMasterIdLst>
  <p:notesMasterIdLst>
    <p:notesMasterId r:id="rId9"/>
  </p:notesMasterIdLst>
  <p:handoutMasterIdLst>
    <p:handoutMasterId r:id="rId10"/>
  </p:handoutMasterIdLst>
  <p:sldIdLst>
    <p:sldId id="405" r:id="rId5"/>
    <p:sldId id="656" r:id="rId6"/>
    <p:sldId id="657" r:id="rId7"/>
    <p:sldId id="659" r:id="rId8"/>
  </p:sldIdLst>
  <p:sldSz cx="9144000" cy="6858000" type="screen4x3"/>
  <p:notesSz cx="6864350" cy="999648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FF"/>
    <a:srgbClr val="D0D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682" autoAdjust="0"/>
    <p:restoredTop sz="95935" autoAdjust="0"/>
  </p:normalViewPr>
  <p:slideViewPr>
    <p:cSldViewPr>
      <p:cViewPr varScale="1">
        <p:scale>
          <a:sx n="141" d="100"/>
          <a:sy n="141" d="100"/>
        </p:scale>
        <p:origin x="432" y="1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4975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 smtClean="0"/>
            </a:lvl1pPr>
          </a:lstStyle>
          <a:p>
            <a:pPr>
              <a:defRPr/>
            </a:pP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7788" y="0"/>
            <a:ext cx="2974975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 smtClean="0"/>
            </a:lvl1pPr>
          </a:lstStyle>
          <a:p>
            <a:pPr>
              <a:defRPr/>
            </a:pPr>
            <a:fld id="{6138F4C7-8CFD-46F6-BB2F-E90D2D0D50AC}" type="datetimeFigureOut"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2022-02-14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94838"/>
            <a:ext cx="2974975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 smtClean="0"/>
            </a:lvl1pPr>
          </a:lstStyle>
          <a:p>
            <a:pPr>
              <a:defRPr/>
            </a:pP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7788" y="9494838"/>
            <a:ext cx="2974975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latinLnBrk="1" hangingPunct="1">
              <a:defRPr sz="1200" smtClean="0"/>
            </a:lvl1pPr>
          </a:lstStyle>
          <a:p>
            <a:pPr>
              <a:defRPr/>
            </a:pPr>
            <a:fld id="{CE0E4A6E-55BB-461C-BBA1-5E8311103982}" type="slidenum"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647205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4975" cy="5000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7788" y="0"/>
            <a:ext cx="2974975" cy="5000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5FA7AADE-EC81-4D38-82A7-FAD7B46324EF}" type="datetimeFigureOut">
              <a:rPr lang="ko-KR" altLang="en-US"/>
              <a:pPr>
                <a:defRPr/>
              </a:pPr>
              <a:t>2022-02-14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3450" y="749300"/>
            <a:ext cx="4997450" cy="37496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748213"/>
            <a:ext cx="5492750" cy="4498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94838"/>
            <a:ext cx="2974975" cy="5000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7788" y="9494838"/>
            <a:ext cx="2974975" cy="50006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B14BFC2-4288-4B1E-944B-6FECD780C54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0035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2867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C986A8C-31BD-470C-A829-ECBA5E5D51E7}" type="slidenum">
              <a:rPr lang="en-US" altLang="ko-KR"/>
              <a:pPr>
                <a:spcBef>
                  <a:spcPct val="0"/>
                </a:spcBef>
              </a:pPr>
              <a:t>1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3377167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277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31509" indent="-281349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25398" indent="-22508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575557" indent="-22508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25716" indent="-22508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475875" indent="-22508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26034" indent="-22508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376193" indent="-22508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26353" indent="-22508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96393A14-E060-4C80-8EA6-8EB5F9ACBDC5}" type="slidenum">
              <a:rPr kumimoji="0" lang="ko-KR" altLang="en-US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2</a:t>
            </a:fld>
            <a:endParaRPr kumimoji="0" lang="ko-KR" altLang="en-US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45529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277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31509" indent="-281349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25398" indent="-22508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575557" indent="-22508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25716" indent="-22508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475875" indent="-22508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26034" indent="-22508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376193" indent="-22508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26353" indent="-22508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96393A14-E060-4C80-8EA6-8EB5F9ACBDC5}" type="slidenum">
              <a:rPr kumimoji="0" lang="ko-KR" altLang="en-US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3</a:t>
            </a:fld>
            <a:endParaRPr kumimoji="0" lang="ko-KR" altLang="en-US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058278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277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31509" indent="-281349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25398" indent="-22508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575557" indent="-22508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25716" indent="-22508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475875" indent="-22508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26034" indent="-22508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376193" indent="-22508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26353" indent="-22508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96393A14-E060-4C80-8EA6-8EB5F9ACBDC5}" type="slidenum">
              <a:rPr kumimoji="0" lang="ko-KR" altLang="en-US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4</a:t>
            </a:fld>
            <a:endParaRPr kumimoji="0" lang="ko-KR" altLang="en-US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05335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"/>
          <p:cNvGrpSpPr>
            <a:grpSpLocks/>
          </p:cNvGrpSpPr>
          <p:nvPr userDrawn="1"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2"/>
            <p:cNvSpPr>
              <a:spLocks noChangeArrowheads="1"/>
            </p:cNvSpPr>
            <p:nvPr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/>
              <a:endParaRPr kumimoji="0"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6" name="Group 3"/>
            <p:cNvGrpSpPr>
              <a:grpSpLocks/>
            </p:cNvGrpSpPr>
            <p:nvPr/>
          </p:nvGrpSpPr>
          <p:grpSpPr bwMode="auto">
            <a:xfrm>
              <a:off x="0" y="2296"/>
              <a:ext cx="5760" cy="1497"/>
              <a:chOff x="0" y="2704"/>
              <a:chExt cx="5760" cy="1616"/>
            </a:xfrm>
          </p:grpSpPr>
          <p:sp>
            <p:nvSpPr>
              <p:cNvPr id="9" name="Rectangle 4"/>
              <p:cNvSpPr>
                <a:spLocks noChangeArrowheads="1"/>
              </p:cNvSpPr>
              <p:nvPr/>
            </p:nvSpPr>
            <p:spPr bwMode="auto">
              <a:xfrm>
                <a:off x="0" y="2750"/>
                <a:ext cx="5760" cy="1030"/>
              </a:xfrm>
              <a:prstGeom prst="rect">
                <a:avLst/>
              </a:pr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latinLnBrk="1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latinLnBrk="1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latinLnBrk="1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latinLnBrk="1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latinLnBrk="1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 eaLnBrk="1" hangingPunct="1"/>
                <a:endParaRPr kumimoji="0" lang="ko-KR" altLang="en-US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0" name="Rectangle 5"/>
              <p:cNvSpPr>
                <a:spLocks noChangeArrowheads="1"/>
              </p:cNvSpPr>
              <p:nvPr/>
            </p:nvSpPr>
            <p:spPr bwMode="auto">
              <a:xfrm>
                <a:off x="0" y="3780"/>
                <a:ext cx="5760" cy="54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latinLnBrk="1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latinLnBrk="1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latinLnBrk="1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latinLnBrk="1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latinLnBrk="1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 eaLnBrk="1" hangingPunct="1"/>
                <a:endParaRPr kumimoji="0" lang="ko-KR" altLang="en-US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1" name="Rectangle 6"/>
              <p:cNvSpPr>
                <a:spLocks noChangeArrowheads="1"/>
              </p:cNvSpPr>
              <p:nvPr/>
            </p:nvSpPr>
            <p:spPr bwMode="auto">
              <a:xfrm>
                <a:off x="0" y="2704"/>
                <a:ext cx="5760" cy="46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DDDDDD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latinLnBrk="1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latinLnBrk="1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latinLnBrk="1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latinLnBrk="1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latinLnBrk="1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 eaLnBrk="1" hangingPunct="1"/>
                <a:endParaRPr kumimoji="0" lang="ko-KR" altLang="en-US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7" name="Picture 8" descr="kmac signature_R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0" y="4005"/>
              <a:ext cx="1172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Rectangle 9"/>
            <p:cNvSpPr>
              <a:spLocks noChangeArrowheads="1"/>
            </p:cNvSpPr>
            <p:nvPr/>
          </p:nvSpPr>
          <p:spPr bwMode="auto">
            <a:xfrm>
              <a:off x="0" y="0"/>
              <a:ext cx="5760" cy="1134"/>
            </a:xfrm>
            <a:prstGeom prst="rect">
              <a:avLst/>
            </a:prstGeom>
            <a:gradFill rotWithShape="1">
              <a:gsLst>
                <a:gs pos="0">
                  <a:schemeClr val="bg1">
                    <a:gamma/>
                    <a:shade val="94118"/>
                    <a:invGamma/>
                  </a:schemeClr>
                </a:gs>
                <a:gs pos="100000">
                  <a:schemeClr val="bg1"/>
                </a:gs>
              </a:gsLst>
              <a:lin ang="5400000" scaled="1"/>
            </a:gra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dirty="0">
                <a:latin typeface="+mn-lt"/>
                <a:ea typeface="+mn-ea"/>
              </a:endParaRPr>
            </a:p>
          </p:txBody>
        </p:sp>
      </p:grp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1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0F0150-9664-4011-A81A-C3B43CDFE27E}" type="datetimeFigureOut">
              <a:rPr lang="ko-KR" altLang="en-US"/>
              <a:pPr>
                <a:defRPr/>
              </a:pPr>
              <a:t>2022-02-14</a:t>
            </a:fld>
            <a:endParaRPr lang="ko-KR" altLang="en-US"/>
          </a:p>
        </p:txBody>
      </p:sp>
      <p:sp>
        <p:nvSpPr>
          <p:cNvPr id="1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4BC3ACB-BEA5-40FF-BA82-E6C12B3F26A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5423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71EDF1-44B7-41C3-B2B9-7CB12887C463}" type="datetimeFigureOut">
              <a:rPr lang="ko-KR" altLang="en-US"/>
              <a:pPr>
                <a:defRPr/>
              </a:pPr>
              <a:t>2022-02-14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02867B-220D-4B7E-86B7-8EA6C2BF918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6354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9CAEA6-2304-4200-8576-1FF4A18357A3}" type="datetimeFigureOut">
              <a:rPr lang="ko-KR" altLang="en-US"/>
              <a:pPr>
                <a:defRPr/>
              </a:pPr>
              <a:t>2022-02-14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2A14ED-71FF-4DFC-B0C3-65BDA4AB748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97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E70707-CBD5-4AB3-905D-42FBE4480D77}" type="datetimeFigureOut">
              <a:rPr lang="ko-KR" altLang="en-US"/>
              <a:pPr>
                <a:defRPr/>
              </a:pPr>
              <a:t>2022-02-14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0904E4-F974-4248-8156-682762564D3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6822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F55F00-8DF1-42E8-9BCB-7BBC0B0DFF04}" type="datetimeFigureOut">
              <a:rPr lang="ko-KR" altLang="en-US"/>
              <a:pPr>
                <a:defRPr/>
              </a:pPr>
              <a:t>2022-02-14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BEA575-BD20-4830-835A-BDFFE4B1309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9695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39B722-2AD3-43D2-813E-AD6419F4F882}" type="datetimeFigureOut">
              <a:rPr lang="ko-KR" altLang="en-US"/>
              <a:pPr>
                <a:defRPr/>
              </a:pPr>
              <a:t>2022-02-14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C5787C-3FEE-412A-AF81-A86CF22E8A6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1759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DB5E8B-1696-4AC1-B474-13F32D417982}" type="datetimeFigureOut">
              <a:rPr lang="ko-KR" altLang="en-US"/>
              <a:pPr>
                <a:defRPr/>
              </a:pPr>
              <a:t>2022-02-14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5BBCC6-5B34-44E2-936E-7D0E8784818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7150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0A6B6F-E507-4D1D-8EA3-C27DF16E7E0D}" type="datetimeFigureOut">
              <a:rPr lang="ko-KR" altLang="en-US"/>
              <a:pPr>
                <a:defRPr/>
              </a:pPr>
              <a:t>2022-02-14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FC4E4B-590E-4567-A721-A88408ED348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5420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064C1A-829A-4D9D-AA63-247BF931B0E3}" type="datetimeFigureOut">
              <a:rPr lang="ko-KR" altLang="en-US"/>
              <a:pPr>
                <a:defRPr/>
              </a:pPr>
              <a:t>2022-02-14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A38322-B2F2-41FD-A2D0-019918432E4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3424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EDD16F-E212-4285-AB2C-5CDC637CA641}" type="datetimeFigureOut">
              <a:rPr lang="ko-KR" altLang="en-US"/>
              <a:pPr>
                <a:defRPr/>
              </a:pPr>
              <a:t>2022-02-14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EC8A8F-59E0-4A1C-A835-014B5BFA5D4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2191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C673D8-A9D3-4206-B617-5185FFA0816C}" type="datetimeFigureOut">
              <a:rPr lang="ko-KR" altLang="en-US"/>
              <a:pPr>
                <a:defRPr/>
              </a:pPr>
              <a:t>2022-02-14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320A4A-5A1B-4CC0-96D2-1CC2135AEC0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10197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9FE506-8F5B-4AAB-9C33-9FE588CAC1EA}" type="datetimeFigureOut">
              <a:rPr lang="ko-KR" altLang="en-US"/>
              <a:pPr>
                <a:defRPr/>
              </a:pPr>
              <a:t>2022-02-14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473871-8D4B-49AC-8D66-48E5C417721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76596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63756C-7735-400D-BC37-BA0C1D792859}" type="datetimeFigureOut">
              <a:rPr lang="ko-KR" altLang="en-US"/>
              <a:pPr>
                <a:defRPr/>
              </a:pPr>
              <a:t>2022-02-14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F85D60-E7DE-4898-AE76-ECE884911A9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14796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 userDrawn="1"/>
        </p:nvCxnSpPr>
        <p:spPr>
          <a:xfrm>
            <a:off x="250825" y="1052513"/>
            <a:ext cx="8642350" cy="0"/>
          </a:xfrm>
          <a:prstGeom prst="line">
            <a:avLst/>
          </a:prstGeom>
          <a:ln w="38100">
            <a:solidFill>
              <a:srgbClr val="233E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45"/>
          <p:cNvSpPr>
            <a:spLocks noChangeArrowheads="1"/>
          </p:cNvSpPr>
          <p:nvPr userDrawn="1"/>
        </p:nvSpPr>
        <p:spPr bwMode="auto">
          <a:xfrm>
            <a:off x="165100" y="6376988"/>
            <a:ext cx="8677275" cy="323850"/>
          </a:xfrm>
          <a:prstGeom prst="rect">
            <a:avLst/>
          </a:prstGeom>
          <a:noFill/>
          <a:ln>
            <a:noFill/>
          </a:ln>
          <a:extLst/>
        </p:spPr>
        <p:txBody>
          <a:bodyPr lIns="90488" tIns="44450" rIns="90488" bIns="44450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fontAlgn="auto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>
                <a:solidFill>
                  <a:srgbClr val="595959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Copyright © 2012 by KMAC Corporation. </a:t>
            </a:r>
          </a:p>
          <a:p>
            <a:pPr eaLnBrk="1" fontAlgn="auto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>
                <a:solidFill>
                  <a:srgbClr val="595959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ALL RIGHTS RESERVED.</a:t>
            </a:r>
          </a:p>
        </p:txBody>
      </p:sp>
      <p:pic>
        <p:nvPicPr>
          <p:cNvPr id="4" name="그림 8" descr="시그니쳐(칼라)_마크-아이덴티파이어_중.emf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3513" y="577850"/>
            <a:ext cx="1081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9D9EE3-65D0-4DD4-8056-9149CD232848}" type="datetime1">
              <a:rPr lang="ko-KR" altLang="en-US"/>
              <a:pPr>
                <a:defRPr/>
              </a:pPr>
              <a:t>2022-02-14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6061075" y="6356350"/>
            <a:ext cx="2895600" cy="365125"/>
          </a:xfrm>
        </p:spPr>
        <p:txBody>
          <a:bodyPr/>
          <a:lstStyle>
            <a:lvl1pPr algn="r">
              <a:defRPr sz="1000" b="1">
                <a:latin typeface="돋움" pitchFamily="50" charset="-127"/>
                <a:ea typeface="돋움" pitchFamily="50" charset="-127"/>
              </a:defRPr>
            </a:lvl1pPr>
          </a:lstStyle>
          <a:p>
            <a:pPr>
              <a:defRPr/>
            </a:pPr>
            <a:r>
              <a:rPr lang="en-US" altLang="ko-KR"/>
              <a:t>www.kmac.com</a:t>
            </a:r>
            <a:endParaRPr lang="ko-KR" altLang="en-US" dirty="0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3502025" y="6356350"/>
            <a:ext cx="2133600" cy="365125"/>
          </a:xfrm>
        </p:spPr>
        <p:txBody>
          <a:bodyPr/>
          <a:lstStyle>
            <a:lvl1pPr algn="ctr">
              <a:defRPr smtClean="0"/>
            </a:lvl1pPr>
          </a:lstStyle>
          <a:p>
            <a:pPr>
              <a:defRPr/>
            </a:pPr>
            <a:fld id="{DBABE625-37CB-4F01-B1A6-84AE35726D9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26430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40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941A803-6E9F-4158-8A42-3F7CEA430166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207936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5140556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435" y="4406901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435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5615590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44462" cy="452596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2338" y="1600201"/>
            <a:ext cx="4044462" cy="452596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7402269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066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066" cy="3951288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270" y="1535113"/>
            <a:ext cx="4041531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270" y="2174875"/>
            <a:ext cx="4041531" cy="3951288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6648022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9134259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26565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435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538" y="273051"/>
            <a:ext cx="5111262" cy="5853113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1"/>
            <a:ext cx="3008435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8367635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166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166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 noProof="0" dirty="0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166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568649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41394654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31523" cy="5851525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6953734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4pPr>
              <a:defRPr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49629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696" y="4406901"/>
            <a:ext cx="7771639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696" y="2906713"/>
            <a:ext cx="7771639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5473652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13984" y="1044576"/>
            <a:ext cx="3867562" cy="5414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>
                <a:ea typeface="맑은 고딕" panose="020B0503020000020004" pitchFamily="50" charset="-127"/>
              </a:defRPr>
            </a:lvl4pPr>
            <a:lvl5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827606" y="1044576"/>
            <a:ext cx="3869083" cy="5414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>
                <a:ea typeface="맑은 고딕" panose="020B0503020000020004" pitchFamily="50" charset="-127"/>
              </a:defRPr>
            </a:lvl4pPr>
            <a:lvl5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15612972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961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961" y="1535113"/>
            <a:ext cx="403948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961" y="2174875"/>
            <a:ext cx="403948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>
                <a:ea typeface="맑은 고딕" panose="020B0503020000020004" pitchFamily="50" charset="-127"/>
              </a:defRPr>
            </a:lvl4pPr>
            <a:lvl5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31" y="1535113"/>
            <a:ext cx="404253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31" y="2174875"/>
            <a:ext cx="404253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>
                <a:ea typeface="맑은 고딕" panose="020B0503020000020004" pitchFamily="50" charset="-127"/>
              </a:defRPr>
            </a:lvl4pPr>
            <a:lvl5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9899881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3173440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214227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962" y="273050"/>
            <a:ext cx="30079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441" y="273051"/>
            <a:ext cx="511212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>
                <a:ea typeface="맑은 고딕" panose="020B0503020000020004" pitchFamily="50" charset="-127"/>
              </a:defRPr>
            </a:lvl4pPr>
            <a:lvl5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962" y="1435101"/>
            <a:ext cx="30079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77230189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5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5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5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96861087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4pPr>
              <a:defRPr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56992804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98319" y="211138"/>
            <a:ext cx="2064627" cy="62484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99874" y="211138"/>
            <a:ext cx="6052385" cy="6248400"/>
          </a:xfrm>
        </p:spPr>
        <p:txBody>
          <a:bodyPr vert="eaVert"/>
          <a:lstStyle>
            <a:lvl4pPr>
              <a:defRPr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55063892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제목, 내용 및 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99874" y="211139"/>
            <a:ext cx="8263073" cy="42227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13984" y="1044576"/>
            <a:ext cx="3867562" cy="5414963"/>
          </a:xfrm>
        </p:spPr>
        <p:txBody>
          <a:bodyPr/>
          <a:lstStyle>
            <a:lvl4pPr>
              <a:defRPr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4827606" y="1044575"/>
            <a:ext cx="3869083" cy="2630488"/>
          </a:xfrm>
        </p:spPr>
        <p:txBody>
          <a:bodyPr/>
          <a:lstStyle>
            <a:lvl4pPr>
              <a:defRPr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4827606" y="3827464"/>
            <a:ext cx="3869083" cy="2632075"/>
          </a:xfrm>
        </p:spPr>
        <p:txBody>
          <a:bodyPr/>
          <a:lstStyle>
            <a:lvl4pPr>
              <a:defRPr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468248897"/>
      </p:ext>
    </p:extLst>
  </p:cSld>
  <p:clrMapOvr>
    <a:masterClrMapping/>
  </p:clrMapOvr>
  <p:hf hdr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99874" y="211139"/>
            <a:ext cx="8263073" cy="42227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813984" y="1044576"/>
            <a:ext cx="7882706" cy="5414963"/>
          </a:xfrm>
        </p:spPr>
        <p:txBody>
          <a:bodyPr/>
          <a:lstStyle/>
          <a:p>
            <a:pPr lvl="0"/>
            <a:r>
              <a:rPr lang="ko-KR" altLang="en-US" noProof="0"/>
              <a:t>표를 추가하려면 아이콘을 클릭하십시오</a:t>
            </a:r>
          </a:p>
        </p:txBody>
      </p:sp>
    </p:spTree>
    <p:extLst>
      <p:ext uri="{BB962C8B-B14F-4D97-AF65-F5344CB8AC3E}">
        <p14:creationId xmlns:p14="http://schemas.microsoft.com/office/powerpoint/2010/main" val="1394684586"/>
      </p:ext>
    </p:extLst>
  </p:cSld>
  <p:clrMapOvr>
    <a:masterClrMapping/>
  </p:clrMapOvr>
  <p:hf hdr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708519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20652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438711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E3D7664-E57D-491A-B19E-CC579F479EDF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0664615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B2B0FAA-9DC2-4ADB-9A9F-ED44B8F7B74D}" type="datetimeFigureOut">
              <a:rPr lang="ko-KR" altLang="en-US" smtClean="0"/>
              <a:pPr>
                <a:defRPr/>
              </a:pPr>
              <a:t>2022-02-14</a:t>
            </a:fld>
            <a:endParaRPr lang="ko-KR" altLang="en-US" dirty="0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0E94C8F-BF3F-40E1-B3A6-0065180964C4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186415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 userDrawn="1"/>
        </p:nvSpPr>
        <p:spPr bwMode="auto">
          <a:xfrm>
            <a:off x="4098630" y="6483350"/>
            <a:ext cx="684803" cy="307777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1" hangingPunct="1">
              <a:defRPr/>
            </a:pPr>
            <a:fld id="{A0841761-4779-4D72-8B35-B866FA9F6486}" type="slidenum">
              <a:rPr kumimoji="0" lang="en-US" altLang="ko-KR" sz="14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eaLnBrk="1" latinLnBrk="1" hangingPunct="1">
                <a:defRPr/>
              </a:pPr>
              <a:t>‹#›</a:t>
            </a:fld>
            <a:r>
              <a:rPr kumimoji="0"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/47</a:t>
            </a:r>
          </a:p>
        </p:txBody>
      </p:sp>
      <p:sp>
        <p:nvSpPr>
          <p:cNvPr id="3" name="직사각형 2"/>
          <p:cNvSpPr/>
          <p:nvPr userDrawn="1"/>
        </p:nvSpPr>
        <p:spPr>
          <a:xfrm>
            <a:off x="0" y="-26988"/>
            <a:ext cx="9144000" cy="715963"/>
          </a:xfrm>
          <a:prstGeom prst="rect">
            <a:avLst/>
          </a:prstGeom>
          <a:solidFill>
            <a:srgbClr val="0036A2"/>
          </a:solidFill>
          <a:ln w="3175">
            <a:solidFill>
              <a:srgbClr val="0A0A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16" descr="삼성-시크릿2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2738" y="38100"/>
            <a:ext cx="1158875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그림 11" descr="visionslogan 핵심가치 빠진경우 기본형 1줄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" y="6443663"/>
            <a:ext cx="1820863" cy="40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그림 10" descr="3.3.3(대)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1288" y="6437313"/>
            <a:ext cx="206057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그림 11" descr="환경안전은 경영의 제1원칙이다.로고이미지 (5).png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8" y="-19050"/>
            <a:ext cx="1873251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직사각형 7"/>
          <p:cNvSpPr/>
          <p:nvPr userDrawn="1"/>
        </p:nvSpPr>
        <p:spPr>
          <a:xfrm rot="10800000">
            <a:off x="0" y="0"/>
            <a:ext cx="9144000" cy="857250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0453297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ChangeArrowheads="1"/>
          </p:cNvSpPr>
          <p:nvPr/>
        </p:nvSpPr>
        <p:spPr bwMode="auto">
          <a:xfrm>
            <a:off x="-11113" y="5070816"/>
            <a:ext cx="9155113" cy="339043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66" tIns="44438" rIns="90466" bIns="44438"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endParaRPr kumimoji="0" lang="ko-KR" altLang="en-US" dirty="0"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3" name="Rectangle 8"/>
          <p:cNvSpPr>
            <a:spLocks noChangeArrowheads="1"/>
          </p:cNvSpPr>
          <p:nvPr/>
        </p:nvSpPr>
        <p:spPr bwMode="auto">
          <a:xfrm>
            <a:off x="-4763" y="1253672"/>
            <a:ext cx="674688" cy="339043"/>
          </a:xfrm>
          <a:prstGeom prst="rect">
            <a:avLst/>
          </a:prstGeom>
          <a:solidFill>
            <a:srgbClr val="003366"/>
          </a:solidFill>
          <a:ln w="9525">
            <a:solidFill>
              <a:srgbClr val="003366"/>
            </a:solidFill>
            <a:miter lim="800000"/>
            <a:headEnd/>
            <a:tailEnd/>
          </a:ln>
        </p:spPr>
        <p:txBody>
          <a:bodyPr lIns="90466" tIns="44438" rIns="90466" bIns="44438"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endParaRPr kumimoji="0" lang="ko-KR" altLang="en-US" dirty="0"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4" name="Rectangle 10"/>
          <p:cNvSpPr>
            <a:spLocks noChangeArrowheads="1"/>
          </p:cNvSpPr>
          <p:nvPr/>
        </p:nvSpPr>
        <p:spPr bwMode="auto">
          <a:xfrm>
            <a:off x="688975" y="3367429"/>
            <a:ext cx="8455025" cy="339043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66" tIns="44438" rIns="90466" bIns="44438"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endParaRPr kumimoji="0" lang="ko-KR" altLang="en-US" dirty="0"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5" name="Rectangle 11"/>
          <p:cNvSpPr>
            <a:spLocks noChangeArrowheads="1"/>
          </p:cNvSpPr>
          <p:nvPr/>
        </p:nvSpPr>
        <p:spPr bwMode="auto">
          <a:xfrm>
            <a:off x="-7938" y="4685847"/>
            <a:ext cx="677863" cy="339043"/>
          </a:xfrm>
          <a:prstGeom prst="rect">
            <a:avLst/>
          </a:prstGeom>
          <a:solidFill>
            <a:srgbClr val="A7A7A7"/>
          </a:solidFill>
          <a:ln w="9525">
            <a:solidFill>
              <a:srgbClr val="969696"/>
            </a:solidFill>
            <a:miter lim="800000"/>
            <a:headEnd/>
            <a:tailEnd/>
          </a:ln>
        </p:spPr>
        <p:txBody>
          <a:bodyPr lIns="90466" tIns="44438" rIns="90466" bIns="44438"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endParaRPr kumimoji="0" lang="ko-KR" altLang="en-US" dirty="0"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pic>
        <p:nvPicPr>
          <p:cNvPr id="6" name="Picture 4" descr="E:\2013년\7_자료\케이맥 LOGO\K－MAC_logo_image\Signature Composition_09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512" b="9685"/>
          <a:stretch>
            <a:fillRect/>
          </a:stretch>
        </p:blipFill>
        <p:spPr bwMode="auto">
          <a:xfrm>
            <a:off x="7734300" y="331788"/>
            <a:ext cx="98107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3132798"/>
      </p:ext>
    </p:extLst>
  </p:cSld>
  <p:clrMapOvr>
    <a:masterClrMapping/>
  </p:clrMapOvr>
  <p:transition>
    <p:wipe/>
  </p:transition>
  <p:hf hdr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3DE9189E-AD8F-4C1A-8561-A2E586804B91}" type="datetimeFigureOut">
              <a:rPr lang="ko-KR" altLang="en-US" smtClean="0"/>
              <a:pPr>
                <a:defRPr/>
              </a:pPr>
              <a:t>2022-02-14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6B45385-55EE-43CC-941A-01A8260550B9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1287115"/>
      </p:ext>
    </p:extLst>
  </p:cSld>
  <p:clrMapOvr>
    <a:masterClrMapping/>
  </p:clrMapOvr>
  <p:transition>
    <p:wip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A60A1CB-4138-49DB-895C-5BE17B37F1DF}" type="datetimeFigureOut">
              <a:rPr lang="ko-KR" altLang="en-US" smtClean="0"/>
              <a:pPr>
                <a:defRPr/>
              </a:pPr>
              <a:t>2022-02-14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382D9DE-7A54-432D-B9F8-8F41DE4A7B65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8241158"/>
      </p:ext>
    </p:extLst>
  </p:cSld>
  <p:clrMapOvr>
    <a:masterClrMapping/>
  </p:clrMapOvr>
  <p:transition>
    <p:wip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4F6D5B06-BF9D-4E24-92CC-5A6AD6786CBA}" type="datetimeFigureOut">
              <a:rPr lang="ko-KR" altLang="en-US" smtClean="0"/>
              <a:pPr>
                <a:defRPr/>
              </a:pPr>
              <a:t>2022-02-14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73E2C2B2-0006-4A19-A06E-F329842F7DF2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5479712"/>
      </p:ext>
    </p:extLst>
  </p:cSld>
  <p:clrMapOvr>
    <a:masterClrMapping/>
  </p:clrMapOvr>
  <p:transition>
    <p:wip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328D3AF3-64FE-4E71-A496-E1EBCF877780}" type="datetimeFigureOut">
              <a:rPr lang="ko-KR" altLang="en-US" smtClean="0"/>
              <a:pPr>
                <a:defRPr/>
              </a:pPr>
              <a:t>2022-02-14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A37E9C51-05E8-41F6-A55C-A1A1334ABEFD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9294903"/>
      </p:ext>
    </p:extLst>
  </p:cSld>
  <p:clrMapOvr>
    <a:masterClrMapping/>
  </p:clrMapOvr>
  <p:transition>
    <p:wip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0A7DADDD-78D8-4AB7-8BD4-A61768480615}" type="datetimeFigureOut">
              <a:rPr lang="ko-KR" altLang="en-US" smtClean="0"/>
              <a:pPr>
                <a:defRPr/>
              </a:pPr>
              <a:t>2022-02-14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71289D55-0AA1-4E5D-9FDF-C352BA7F0C46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2609814"/>
      </p:ext>
    </p:extLst>
  </p:cSld>
  <p:clrMapOvr>
    <a:masterClrMapping/>
  </p:clrMapOvr>
  <p:transition>
    <p:wip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B28E4FD-0667-4FDF-A32B-C17D1AFEF46F}" type="datetimeFigureOut">
              <a:rPr lang="ko-KR" altLang="en-US" smtClean="0"/>
              <a:pPr>
                <a:defRPr/>
              </a:pPr>
              <a:t>2022-02-14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49204271-E5BE-4204-842F-9B22CFCA2F1B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052761"/>
      </p:ext>
    </p:extLst>
  </p:cSld>
  <p:clrMapOvr>
    <a:masterClrMapping/>
  </p:clrMapOvr>
  <p:transition>
    <p:wip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2E9CB79-ABE1-417E-B3B0-588158A43633}" type="datetimeFigureOut">
              <a:rPr lang="ko-KR" altLang="en-US" smtClean="0"/>
              <a:pPr>
                <a:defRPr/>
              </a:pPr>
              <a:t>2022-02-14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74BEA782-3682-44AB-B6B9-BE7507B1793B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5604286"/>
      </p:ext>
    </p:extLst>
  </p:cSld>
  <p:clrMapOvr>
    <a:masterClrMapping/>
  </p:clrMapOvr>
  <p:transition>
    <p:wip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438C95EA-1AF8-4E84-87A9-0F239B0315E8}" type="datetimeFigureOut">
              <a:rPr lang="ko-KR" altLang="en-US" smtClean="0"/>
              <a:pPr>
                <a:defRPr/>
              </a:pPr>
              <a:t>2022-02-14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CC66F7F-315D-4067-810D-D1DCEE66B57A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3563675"/>
      </p:ext>
    </p:extLst>
  </p:cSld>
  <p:clrMapOvr>
    <a:masterClrMapping/>
  </p:clrMapOvr>
  <p:transition>
    <p:wip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AEF72929-E4AF-4394-A318-C6D95F2E9FFF}" type="datetimeFigureOut">
              <a:rPr lang="ko-KR" altLang="en-US" smtClean="0"/>
              <a:pPr>
                <a:defRPr/>
              </a:pPr>
              <a:t>2022-02-14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731FA55F-2527-4435-8B7F-0FE04254BA24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6315618"/>
      </p:ext>
    </p:extLst>
  </p:cSld>
  <p:clrMapOvr>
    <a:masterClrMapping/>
  </p:clrMapOvr>
  <p:transition>
    <p:wip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3A6DABF0-8D43-4B19-8211-EE40CA82D841}" type="datetimeFigureOut">
              <a:rPr lang="ko-KR" altLang="en-US" smtClean="0"/>
              <a:pPr>
                <a:defRPr/>
              </a:pPr>
              <a:t>2022-02-14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75D5F9BF-E191-40B3-965E-4BEB14E528A6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4441692"/>
      </p:ext>
    </p:extLst>
  </p:cSld>
  <p:clrMapOvr>
    <a:masterClrMapping/>
  </p:clrMapOvr>
  <p:transition>
    <p:wip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CFD5F02-71F4-42B8-8F17-A9154D335376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4612250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 userDrawn="1"/>
        </p:nvCxnSpPr>
        <p:spPr>
          <a:xfrm>
            <a:off x="250825" y="1052513"/>
            <a:ext cx="8642350" cy="0"/>
          </a:xfrm>
          <a:prstGeom prst="line">
            <a:avLst/>
          </a:prstGeom>
          <a:ln w="38100">
            <a:solidFill>
              <a:srgbClr val="233E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45"/>
          <p:cNvSpPr>
            <a:spLocks noChangeArrowheads="1"/>
          </p:cNvSpPr>
          <p:nvPr userDrawn="1"/>
        </p:nvSpPr>
        <p:spPr bwMode="auto">
          <a:xfrm>
            <a:off x="165100" y="6376988"/>
            <a:ext cx="8677275" cy="323850"/>
          </a:xfrm>
          <a:prstGeom prst="rect">
            <a:avLst/>
          </a:prstGeom>
          <a:noFill/>
          <a:ln>
            <a:noFill/>
          </a:ln>
          <a:extLst/>
        </p:spPr>
        <p:txBody>
          <a:bodyPr lIns="90488" tIns="44450" rIns="90488" bIns="44450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fontAlgn="auto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>
                <a:solidFill>
                  <a:srgbClr val="595959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Copyright © 2012 by KMAC Corporation. </a:t>
            </a:r>
          </a:p>
          <a:p>
            <a:pPr eaLnBrk="1" fontAlgn="auto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>
                <a:solidFill>
                  <a:srgbClr val="595959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ALL RIGHTS RESERVED.</a:t>
            </a:r>
          </a:p>
        </p:txBody>
      </p:sp>
      <p:pic>
        <p:nvPicPr>
          <p:cNvPr id="4" name="그림 8" descr="시그니쳐(칼라)_마크-아이덴티파이어_중.emf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3513" y="577850"/>
            <a:ext cx="1081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fld id="{379D9EE3-65D0-4DD4-8056-9149CD232848}" type="datetime1">
              <a:rPr lang="ko-KR" altLang="en-US"/>
              <a:pPr>
                <a:defRPr/>
              </a:pPr>
              <a:t>2022-02-14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6061075" y="6356350"/>
            <a:ext cx="2895600" cy="365125"/>
          </a:xfrm>
          <a:prstGeom prst="rect">
            <a:avLst/>
          </a:prstGeom>
        </p:spPr>
        <p:txBody>
          <a:bodyPr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000" b="1">
                <a:latin typeface="돋움" pitchFamily="50" charset="-127"/>
                <a:ea typeface="돋움" pitchFamily="50" charset="-127"/>
              </a:defRPr>
            </a:lvl1pPr>
          </a:lstStyle>
          <a:p>
            <a:pPr>
              <a:defRPr/>
            </a:pPr>
            <a:r>
              <a:rPr lang="en-US" altLang="ko-KR"/>
              <a:t>www.kmac.com</a:t>
            </a:r>
            <a:endParaRPr lang="ko-KR" altLang="en-US" dirty="0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3502025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kumimoji="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F2879A4-310A-427E-9B64-410F7AF6059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066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image" Target="../media/image5.png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image" Target="../media/image4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28.xml"/><Relationship Id="rId21" Type="http://schemas.openxmlformats.org/officeDocument/2006/relationships/image" Target="../media/image7.png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2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20" Type="http://schemas.openxmlformats.org/officeDocument/2006/relationships/image" Target="../media/image6.png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5.xml"/><Relationship Id="rId19" Type="http://schemas.openxmlformats.org/officeDocument/2006/relationships/theme" Target="../theme/theme3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1.xml"/><Relationship Id="rId13" Type="http://schemas.openxmlformats.org/officeDocument/2006/relationships/slideLayout" Target="../slideLayouts/slideLayout56.xml"/><Relationship Id="rId3" Type="http://schemas.openxmlformats.org/officeDocument/2006/relationships/slideLayout" Target="../slideLayouts/slideLayout46.xml"/><Relationship Id="rId7" Type="http://schemas.openxmlformats.org/officeDocument/2006/relationships/slideLayout" Target="../slideLayouts/slideLayout50.xml"/><Relationship Id="rId12" Type="http://schemas.openxmlformats.org/officeDocument/2006/relationships/slideLayout" Target="../slideLayouts/slideLayout55.xml"/><Relationship Id="rId2" Type="http://schemas.openxmlformats.org/officeDocument/2006/relationships/slideLayout" Target="../slideLayouts/slideLayout45.xml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9.xml"/><Relationship Id="rId11" Type="http://schemas.openxmlformats.org/officeDocument/2006/relationships/slideLayout" Target="../slideLayouts/slideLayout54.xml"/><Relationship Id="rId5" Type="http://schemas.openxmlformats.org/officeDocument/2006/relationships/slideLayout" Target="../slideLayouts/slideLayout48.xml"/><Relationship Id="rId15" Type="http://schemas.openxmlformats.org/officeDocument/2006/relationships/image" Target="../media/image7.png"/><Relationship Id="rId10" Type="http://schemas.openxmlformats.org/officeDocument/2006/relationships/slideLayout" Target="../slideLayouts/slideLayout53.xml"/><Relationship Id="rId4" Type="http://schemas.openxmlformats.org/officeDocument/2006/relationships/slideLayout" Target="../slideLayouts/slideLayout47.xml"/><Relationship Id="rId9" Type="http://schemas.openxmlformats.org/officeDocument/2006/relationships/slideLayout" Target="../slideLayouts/slideLayout52.xml"/><Relationship Id="rId1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51D58914-4FEF-4937-B877-2A8AFDBAB72A}" type="datetimeFigureOut">
              <a:rPr lang="ko-KR" altLang="en-US"/>
              <a:pPr>
                <a:defRPr/>
              </a:pPr>
              <a:t>2022-02-14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7EF679EA-B39F-44AF-B5D0-FDF9FE0D997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8" r:id="rId1"/>
    <p:sldLayoutId id="2147483900" r:id="rId2"/>
    <p:sldLayoutId id="2147483901" r:id="rId3"/>
    <p:sldLayoutId id="2147483902" r:id="rId4"/>
    <p:sldLayoutId id="2147483903" r:id="rId5"/>
    <p:sldLayoutId id="2147483904" r:id="rId6"/>
    <p:sldLayoutId id="2147483905" r:id="rId7"/>
    <p:sldLayoutId id="2147483906" r:id="rId8"/>
    <p:sldLayoutId id="2147483907" r:id="rId9"/>
    <p:sldLayoutId id="2147483908" r:id="rId10"/>
    <p:sldLayoutId id="2147483909" r:id="rId11"/>
    <p:sldLayoutId id="2147483910" r:id="rId12"/>
    <p:sldLayoutId id="2147483911" r:id="rId13"/>
    <p:sldLayoutId id="2147483939" r:id="rId14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3" descr="LG Display_English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1613" y="6413500"/>
            <a:ext cx="1314450" cy="414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14" descr="080407_사내용_본문_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810"/>
          <a:stretch>
            <a:fillRect/>
          </a:stretch>
        </p:blipFill>
        <p:spPr bwMode="auto">
          <a:xfrm>
            <a:off x="0" y="0"/>
            <a:ext cx="9144000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15" descr="극한도전PSD copy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88" t="23473" r="11980" b="18056"/>
          <a:stretch>
            <a:fillRect/>
          </a:stretch>
        </p:blipFill>
        <p:spPr bwMode="auto">
          <a:xfrm>
            <a:off x="8129588" y="96838"/>
            <a:ext cx="830262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0" r:id="rId1"/>
    <p:sldLayoutId id="2147483912" r:id="rId2"/>
    <p:sldLayoutId id="2147483913" r:id="rId3"/>
    <p:sldLayoutId id="2147483914" r:id="rId4"/>
    <p:sldLayoutId id="2147483915" r:id="rId5"/>
    <p:sldLayoutId id="2147483916" r:id="rId6"/>
    <p:sldLayoutId id="2147483917" r:id="rId7"/>
    <p:sldLayoutId id="2147483918" r:id="rId8"/>
    <p:sldLayoutId id="2147483919" r:id="rId9"/>
    <p:sldLayoutId id="2147483920" r:id="rId10"/>
    <p:sldLayoutId id="2147483921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6"/>
          <p:cNvSpPr>
            <a:spLocks noGrp="1" noChangeArrowheads="1"/>
          </p:cNvSpPr>
          <p:nvPr>
            <p:ph type="title"/>
          </p:nvPr>
        </p:nvSpPr>
        <p:spPr bwMode="auto">
          <a:xfrm>
            <a:off x="700088" y="211138"/>
            <a:ext cx="8262937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3075" name="Text Box 20"/>
          <p:cNvSpPr txBox="1">
            <a:spLocks noChangeArrowheads="1"/>
          </p:cNvSpPr>
          <p:nvPr/>
        </p:nvSpPr>
        <p:spPr bwMode="auto">
          <a:xfrm>
            <a:off x="647700" y="673100"/>
            <a:ext cx="8077200" cy="77788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0"/>
              </a:lnSpc>
              <a:spcBef>
                <a:spcPct val="50000"/>
              </a:spcBef>
            </a:pPr>
            <a:r>
              <a:rPr kumimoji="0" lang="en-US" altLang="ko-KR" sz="800" b="1" dirty="0">
                <a:solidFill>
                  <a:srgbClr val="BBE0E3"/>
                </a:solidFill>
                <a:latin typeface="Verdana" panose="020B0604030504040204" pitchFamily="34" charset="0"/>
                <a:ea typeface="맑은 고딕" panose="020B0503020000020004" pitchFamily="50" charset="-127"/>
              </a:rPr>
              <a:t>  </a:t>
            </a:r>
            <a:endParaRPr kumimoji="0" lang="en-US" altLang="ko-KR" sz="800" b="1" dirty="0">
              <a:solidFill>
                <a:srgbClr val="FF66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76" name="Rectangle 26"/>
          <p:cNvSpPr>
            <a:spLocks noGrp="1" noChangeArrowheads="1"/>
          </p:cNvSpPr>
          <p:nvPr>
            <p:ph type="body" idx="1"/>
          </p:nvPr>
        </p:nvSpPr>
        <p:spPr bwMode="auto">
          <a:xfrm>
            <a:off x="814388" y="1044575"/>
            <a:ext cx="7881937" cy="541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pic>
        <p:nvPicPr>
          <p:cNvPr id="3077" name="Picture 8" descr="회사로고(Large)"/>
          <p:cNvPicPr>
            <a:picLocks noChangeAspect="1" noChangeArrowheads="1"/>
          </p:cNvPicPr>
          <p:nvPr/>
        </p:nvPicPr>
        <p:blipFill>
          <a:blip r:embed="rId20">
            <a:clrChange>
              <a:clrFrom>
                <a:srgbClr val="FEFEFC"/>
              </a:clrFrom>
              <a:clrTo>
                <a:srgbClr val="FEFEFC">
                  <a:alpha val="0"/>
                </a:srgbClr>
              </a:clrTo>
            </a:clrChange>
            <a:lum bright="-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759"/>
          <a:stretch>
            <a:fillRect/>
          </a:stretch>
        </p:blipFill>
        <p:spPr bwMode="auto">
          <a:xfrm>
            <a:off x="63500" y="6484938"/>
            <a:ext cx="979488" cy="30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8" name="Picture 41"/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288" y="6581775"/>
            <a:ext cx="81137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66" name="Text Box 42"/>
          <p:cNvSpPr txBox="1">
            <a:spLocks noChangeArrowheads="1"/>
          </p:cNvSpPr>
          <p:nvPr/>
        </p:nvSpPr>
        <p:spPr bwMode="auto">
          <a:xfrm>
            <a:off x="8040688" y="6562725"/>
            <a:ext cx="804862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tabLst>
                <a:tab pos="1169988" algn="l"/>
              </a:tabLs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tabLst>
                <a:tab pos="1169988" algn="l"/>
              </a:tabLs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tabLst>
                <a:tab pos="1169988" algn="l"/>
              </a:tabLs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tabLst>
                <a:tab pos="1169988" algn="l"/>
              </a:tabLs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tabLst>
                <a:tab pos="1169988" algn="l"/>
              </a:tabLs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69988" algn="l"/>
              </a:tabLs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69988" algn="l"/>
              </a:tabLs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69988" algn="l"/>
              </a:tabLs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69988" algn="l"/>
              </a:tabLs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spcBef>
                <a:spcPct val="50000"/>
              </a:spcBef>
              <a:defRPr/>
            </a:pPr>
            <a:r>
              <a:rPr kumimoji="0" lang="en-US" altLang="ko-KR" sz="14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 </a:t>
            </a:r>
            <a:fld id="{91A339AC-0F9B-478F-8176-F413667EE036}" type="slidenum">
              <a:rPr kumimoji="0" lang="en-US" altLang="ko-KR" sz="1400" b="1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r" eaLnBrk="1" latinLnBrk="1" hangingPunct="1">
                <a:spcBef>
                  <a:spcPct val="50000"/>
                </a:spcBef>
                <a:defRPr/>
              </a:pPr>
              <a:t>‹#›</a:t>
            </a:fld>
            <a:r>
              <a:rPr kumimoji="0" lang="en-US" altLang="ko-KR" sz="14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-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2" r:id="rId1"/>
    <p:sldLayoutId id="2147483923" r:id="rId2"/>
    <p:sldLayoutId id="2147483924" r:id="rId3"/>
    <p:sldLayoutId id="2147483925" r:id="rId4"/>
    <p:sldLayoutId id="2147483926" r:id="rId5"/>
    <p:sldLayoutId id="2147483927" r:id="rId6"/>
    <p:sldLayoutId id="2147483928" r:id="rId7"/>
    <p:sldLayoutId id="2147483929" r:id="rId8"/>
    <p:sldLayoutId id="2147483930" r:id="rId9"/>
    <p:sldLayoutId id="2147483931" r:id="rId10"/>
    <p:sldLayoutId id="2147483932" r:id="rId11"/>
    <p:sldLayoutId id="2147483933" r:id="rId12"/>
    <p:sldLayoutId id="2147483934" r:id="rId13"/>
    <p:sldLayoutId id="2147483935" r:id="rId14"/>
    <p:sldLayoutId id="2147483936" r:id="rId15"/>
    <p:sldLayoutId id="2147483941" r:id="rId16"/>
    <p:sldLayoutId id="2147483942" r:id="rId17"/>
    <p:sldLayoutId id="2147483943" r:id="rId18"/>
  </p:sldLayoutIdLst>
  <p:hf hdr="0"/>
  <p:txStyles>
    <p:titleStyle>
      <a:lvl1pPr marL="363538" indent="-363538" algn="l" rtl="0" eaLnBrk="0" fontAlgn="base" latinLnBrk="1" hangingPunct="0">
        <a:spcBef>
          <a:spcPct val="0"/>
        </a:spcBef>
        <a:spcAft>
          <a:spcPct val="0"/>
        </a:spcAft>
        <a:buFont typeface="Wingdings" panose="05000000000000000000" pitchFamily="2" charset="2"/>
        <a:buChar char="q"/>
        <a:defRPr kumimoji="1" sz="2000">
          <a:solidFill>
            <a:srgbClr val="003366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  <a:lvl2pPr marL="363538" indent="-363538" algn="l" rtl="0" eaLnBrk="0" fontAlgn="base" latinLnBrk="1" hangingPunct="0">
        <a:spcBef>
          <a:spcPct val="0"/>
        </a:spcBef>
        <a:spcAft>
          <a:spcPct val="0"/>
        </a:spcAft>
        <a:buFont typeface="Wingdings" panose="05000000000000000000" pitchFamily="2" charset="2"/>
        <a:buChar char="q"/>
        <a:defRPr kumimoji="1" sz="2000">
          <a:solidFill>
            <a:srgbClr val="003366"/>
          </a:solidFill>
          <a:latin typeface="HY헤드라인M" pitchFamily="18" charset="-127"/>
          <a:ea typeface="HY헤드라인M" pitchFamily="18" charset="-127"/>
        </a:defRPr>
      </a:lvl2pPr>
      <a:lvl3pPr marL="363538" indent="-363538" algn="l" rtl="0" eaLnBrk="0" fontAlgn="base" latinLnBrk="1" hangingPunct="0">
        <a:spcBef>
          <a:spcPct val="0"/>
        </a:spcBef>
        <a:spcAft>
          <a:spcPct val="0"/>
        </a:spcAft>
        <a:buFont typeface="Wingdings" panose="05000000000000000000" pitchFamily="2" charset="2"/>
        <a:buChar char="q"/>
        <a:defRPr kumimoji="1" sz="2000">
          <a:solidFill>
            <a:srgbClr val="003366"/>
          </a:solidFill>
          <a:latin typeface="HY헤드라인M" pitchFamily="18" charset="-127"/>
          <a:ea typeface="HY헤드라인M" pitchFamily="18" charset="-127"/>
        </a:defRPr>
      </a:lvl3pPr>
      <a:lvl4pPr marL="363538" indent="-363538" algn="l" rtl="0" eaLnBrk="0" fontAlgn="base" latinLnBrk="1" hangingPunct="0">
        <a:spcBef>
          <a:spcPct val="0"/>
        </a:spcBef>
        <a:spcAft>
          <a:spcPct val="0"/>
        </a:spcAft>
        <a:buFont typeface="Wingdings" panose="05000000000000000000" pitchFamily="2" charset="2"/>
        <a:buChar char="q"/>
        <a:defRPr kumimoji="1" sz="2000">
          <a:solidFill>
            <a:srgbClr val="003366"/>
          </a:solidFill>
          <a:latin typeface="HY헤드라인M" pitchFamily="18" charset="-127"/>
          <a:ea typeface="HY헤드라인M" pitchFamily="18" charset="-127"/>
        </a:defRPr>
      </a:lvl4pPr>
      <a:lvl5pPr marL="363538" indent="-363538" algn="l" rtl="0" eaLnBrk="0" fontAlgn="base" latinLnBrk="1" hangingPunct="0">
        <a:spcBef>
          <a:spcPct val="0"/>
        </a:spcBef>
        <a:spcAft>
          <a:spcPct val="0"/>
        </a:spcAft>
        <a:buFont typeface="Wingdings" panose="05000000000000000000" pitchFamily="2" charset="2"/>
        <a:buChar char="q"/>
        <a:defRPr kumimoji="1" sz="2000">
          <a:solidFill>
            <a:srgbClr val="003366"/>
          </a:solidFill>
          <a:latin typeface="HY헤드라인M" pitchFamily="18" charset="-127"/>
          <a:ea typeface="HY헤드라인M" pitchFamily="18" charset="-127"/>
        </a:defRPr>
      </a:lvl5pPr>
      <a:lvl6pPr marL="820738" indent="-363538" algn="l" rtl="0" eaLnBrk="1" fontAlgn="base" latinLnBrk="1" hangingPunct="1">
        <a:spcBef>
          <a:spcPct val="0"/>
        </a:spcBef>
        <a:spcAft>
          <a:spcPct val="0"/>
        </a:spcAft>
        <a:buFont typeface="Wingdings" pitchFamily="2" charset="2"/>
        <a:buChar char="q"/>
        <a:defRPr kumimoji="1" sz="2000">
          <a:solidFill>
            <a:srgbClr val="003366"/>
          </a:solidFill>
          <a:latin typeface="HY헤드라인M" pitchFamily="18" charset="-127"/>
          <a:ea typeface="HY헤드라인M" pitchFamily="18" charset="-127"/>
        </a:defRPr>
      </a:lvl6pPr>
      <a:lvl7pPr marL="1277938" indent="-363538" algn="l" rtl="0" eaLnBrk="1" fontAlgn="base" latinLnBrk="1" hangingPunct="1">
        <a:spcBef>
          <a:spcPct val="0"/>
        </a:spcBef>
        <a:spcAft>
          <a:spcPct val="0"/>
        </a:spcAft>
        <a:buFont typeface="Wingdings" pitchFamily="2" charset="2"/>
        <a:buChar char="q"/>
        <a:defRPr kumimoji="1" sz="2000">
          <a:solidFill>
            <a:srgbClr val="003366"/>
          </a:solidFill>
          <a:latin typeface="HY헤드라인M" pitchFamily="18" charset="-127"/>
          <a:ea typeface="HY헤드라인M" pitchFamily="18" charset="-127"/>
        </a:defRPr>
      </a:lvl7pPr>
      <a:lvl8pPr marL="1735138" indent="-363538" algn="l" rtl="0" eaLnBrk="1" fontAlgn="base" latinLnBrk="1" hangingPunct="1">
        <a:spcBef>
          <a:spcPct val="0"/>
        </a:spcBef>
        <a:spcAft>
          <a:spcPct val="0"/>
        </a:spcAft>
        <a:buFont typeface="Wingdings" pitchFamily="2" charset="2"/>
        <a:buChar char="q"/>
        <a:defRPr kumimoji="1" sz="2000">
          <a:solidFill>
            <a:srgbClr val="003366"/>
          </a:solidFill>
          <a:latin typeface="HY헤드라인M" pitchFamily="18" charset="-127"/>
          <a:ea typeface="HY헤드라인M" pitchFamily="18" charset="-127"/>
        </a:defRPr>
      </a:lvl8pPr>
      <a:lvl9pPr marL="2192338" indent="-363538" algn="l" rtl="0" eaLnBrk="1" fontAlgn="base" latinLnBrk="1" hangingPunct="1">
        <a:spcBef>
          <a:spcPct val="0"/>
        </a:spcBef>
        <a:spcAft>
          <a:spcPct val="0"/>
        </a:spcAft>
        <a:buFont typeface="Wingdings" pitchFamily="2" charset="2"/>
        <a:buChar char="q"/>
        <a:defRPr kumimoji="1" sz="2000">
          <a:solidFill>
            <a:srgbClr val="003366"/>
          </a:solidFill>
          <a:latin typeface="HY헤드라인M" pitchFamily="18" charset="-127"/>
          <a:ea typeface="HY헤드라인M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1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v"/>
        <a:defRPr kumimoji="1" sz="2000">
          <a:solidFill>
            <a:srgbClr val="11111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742950" indent="-285750" algn="l" rtl="0" eaLnBrk="0" fontAlgn="base" latinLnBrk="1" hangingPunct="0">
        <a:lnSpc>
          <a:spcPct val="11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m"/>
        <a:defRPr kumimoji="1" sz="2000" b="1">
          <a:solidFill>
            <a:schemeClr val="tx1"/>
          </a:solidFill>
          <a:latin typeface="Arial" charset="0"/>
          <a:ea typeface="새굴림" pitchFamily="18" charset="-127"/>
        </a:defRPr>
      </a:lvl2pPr>
      <a:lvl3pPr marL="1143000" indent="-228600" algn="l" rtl="0" eaLnBrk="0" fontAlgn="base" latinLnBrk="1" hangingPunct="0">
        <a:lnSpc>
          <a:spcPct val="110000"/>
        </a:lnSpc>
        <a:spcBef>
          <a:spcPct val="20000"/>
        </a:spcBef>
        <a:spcAft>
          <a:spcPct val="0"/>
        </a:spcAft>
        <a:buChar char="•"/>
        <a:defRPr kumimoji="1" sz="1600" b="1">
          <a:solidFill>
            <a:schemeClr val="tx1"/>
          </a:solidFill>
          <a:latin typeface="새굴림" pitchFamily="18" charset="-127"/>
          <a:ea typeface="새굴림" pitchFamily="18" charset="-127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>
          <a:solidFill>
            <a:schemeClr val="tx1"/>
          </a:solidFill>
          <a:latin typeface="Arial" charset="0"/>
          <a:ea typeface="굴림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charset="-127"/>
          <a:ea typeface="굴림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charset="-127"/>
          <a:ea typeface="굴림" charset="-127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charset="-127"/>
          <a:ea typeface="굴림" charset="-127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charset="-127"/>
          <a:ea typeface="굴림" charset="-127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charset="-127"/>
          <a:ea typeface="굴림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20"/>
          <p:cNvSpPr txBox="1">
            <a:spLocks noChangeArrowheads="1"/>
          </p:cNvSpPr>
          <p:nvPr/>
        </p:nvSpPr>
        <p:spPr bwMode="auto">
          <a:xfrm>
            <a:off x="323850" y="673100"/>
            <a:ext cx="8428038" cy="77788"/>
          </a:xfrm>
          <a:prstGeom prst="rect">
            <a:avLst/>
          </a:prstGeom>
          <a:solidFill>
            <a:srgbClr val="666699"/>
          </a:solidFill>
          <a:ln>
            <a:noFill/>
          </a:ln>
          <a:extLst/>
        </p:spPr>
        <p:txBody>
          <a:bodyPr anchor="b"/>
          <a:lstStyle>
            <a:lvl1pPr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fontAlgn="auto" latinLnBrk="1" hangingPunct="1">
              <a:lnSpc>
                <a:spcPct val="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ko-KR" sz="800">
                <a:solidFill>
                  <a:schemeClr val="accent1"/>
                </a:solidFill>
                <a:latin typeface="Verdana" pitchFamily="34" charset="0"/>
                <a:ea typeface="맑은 고딕" panose="020B0503020000020004" pitchFamily="50" charset="-127"/>
              </a:rPr>
              <a:t>  </a:t>
            </a:r>
            <a:endParaRPr lang="en-US" altLang="ko-KR" sz="800" b="1">
              <a:solidFill>
                <a:srgbClr val="FF6600"/>
              </a:solidFill>
              <a:latin typeface="Arial" charset="0"/>
              <a:ea typeface="맑은 고딕" panose="020B0503020000020004" pitchFamily="50" charset="-127"/>
            </a:endParaRPr>
          </a:p>
        </p:txBody>
      </p:sp>
      <p:pic>
        <p:nvPicPr>
          <p:cNvPr id="4099" name="Picture 41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713" y="6581775"/>
            <a:ext cx="81422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 descr="E:\2013년\7_자료\케이맥 LOGO\K－MAC_logo_image\Signature Composition_09.png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512" b="9685"/>
          <a:stretch>
            <a:fillRect/>
          </a:stretch>
        </p:blipFill>
        <p:spPr bwMode="auto">
          <a:xfrm>
            <a:off x="90488" y="6488113"/>
            <a:ext cx="98107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4" r:id="rId1"/>
    <p:sldLayoutId id="2147483945" r:id="rId2"/>
    <p:sldLayoutId id="2147483946" r:id="rId3"/>
    <p:sldLayoutId id="2147483947" r:id="rId4"/>
    <p:sldLayoutId id="2147483948" r:id="rId5"/>
    <p:sldLayoutId id="2147483949" r:id="rId6"/>
    <p:sldLayoutId id="2147483950" r:id="rId7"/>
    <p:sldLayoutId id="2147483951" r:id="rId8"/>
    <p:sldLayoutId id="2147483952" r:id="rId9"/>
    <p:sldLayoutId id="2147483953" r:id="rId10"/>
    <p:sldLayoutId id="2147483954" r:id="rId11"/>
    <p:sldLayoutId id="2147483955" r:id="rId12"/>
    <p:sldLayoutId id="2147483956" r:id="rId13"/>
  </p:sldLayoutIdLst>
  <p:transition>
    <p:wipe/>
  </p:transition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0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0.xml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0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모서리가 둥근 직사각형 11"/>
          <p:cNvSpPr/>
          <p:nvPr/>
        </p:nvSpPr>
        <p:spPr>
          <a:xfrm>
            <a:off x="118583" y="371430"/>
            <a:ext cx="8906835" cy="6115141"/>
          </a:xfrm>
          <a:prstGeom prst="roundRect">
            <a:avLst>
              <a:gd name="adj" fmla="val 4511"/>
            </a:avLst>
          </a:prstGeom>
          <a:noFill/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</a:endParaRPr>
          </a:p>
        </p:txBody>
      </p:sp>
      <p:sp>
        <p:nvSpPr>
          <p:cNvPr id="13" name="TextBox 47"/>
          <p:cNvSpPr txBox="1">
            <a:spLocks noChangeAspect="1"/>
          </p:cNvSpPr>
          <p:nvPr/>
        </p:nvSpPr>
        <p:spPr bwMode="auto">
          <a:xfrm>
            <a:off x="7563102" y="545152"/>
            <a:ext cx="1185935" cy="369332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b="1" dirty="0">
                <a:solidFill>
                  <a:srgbClr val="FF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對  外  秘</a:t>
            </a:r>
          </a:p>
        </p:txBody>
      </p:sp>
      <p:sp>
        <p:nvSpPr>
          <p:cNvPr id="14" name="직사각형 8"/>
          <p:cNvSpPr>
            <a:spLocks noChangeArrowheads="1"/>
          </p:cNvSpPr>
          <p:nvPr/>
        </p:nvSpPr>
        <p:spPr bwMode="auto">
          <a:xfrm>
            <a:off x="4753366" y="2902902"/>
            <a:ext cx="35108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kumimoji="0" lang="en-US" altLang="ko-KR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SDC HMI</a:t>
            </a:r>
            <a:r>
              <a:rPr kumimoji="0" lang="ko-KR" altLang="en-US" b="1" dirty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설비 광학계 위치 자료</a:t>
            </a:r>
            <a:endParaRPr kumimoji="0" lang="en-US" altLang="ko-KR" b="1" dirty="0">
              <a:solidFill>
                <a:srgbClr val="00206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cxnSp>
        <p:nvCxnSpPr>
          <p:cNvPr id="16" name="직선 연결선 15"/>
          <p:cNvCxnSpPr/>
          <p:nvPr/>
        </p:nvCxnSpPr>
        <p:spPr>
          <a:xfrm>
            <a:off x="4753366" y="3208325"/>
            <a:ext cx="3865732" cy="21749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그림 17">
            <a:extLst>
              <a:ext uri="{FF2B5EF4-FFF2-40B4-BE49-F238E27FC236}">
                <a16:creationId xmlns:a16="http://schemas.microsoft.com/office/drawing/2014/main" id="{E6702BA4-88D8-4F4A-9876-8AAD611F7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0506" y="3474466"/>
            <a:ext cx="1420455" cy="43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9102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00" name="Rectangle 4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endParaRPr lang="ko-KR" altLang="en-US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6702BA4-88D8-4F4A-9876-8AAD611F7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53336"/>
            <a:ext cx="1311895" cy="404664"/>
          </a:xfrm>
          <a:prstGeom prst="rect">
            <a:avLst/>
          </a:prstGeom>
        </p:spPr>
      </p:pic>
      <p:sp>
        <p:nvSpPr>
          <p:cNvPr id="20" name="TextBox 47"/>
          <p:cNvSpPr txBox="1">
            <a:spLocks noChangeAspect="1"/>
          </p:cNvSpPr>
          <p:nvPr/>
        </p:nvSpPr>
        <p:spPr bwMode="auto">
          <a:xfrm>
            <a:off x="7524750" y="136525"/>
            <a:ext cx="1227138" cy="3683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b="1">
                <a:solidFill>
                  <a:srgbClr val="FF0000"/>
                </a:solidFill>
                <a:latin typeface="+mj-ea"/>
                <a:ea typeface="+mj-ea"/>
              </a:rPr>
              <a:t>對  外  秘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336772" y="182884"/>
            <a:ext cx="8195668" cy="45429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  <a:ea typeface="+mj-ea"/>
              </a:rPr>
              <a:t>■</a:t>
            </a:r>
            <a:r>
              <a:rPr kumimoji="0" lang="en-US" altLang="ko-KR" dirty="0">
                <a:ln>
                  <a:solidFill>
                    <a:schemeClr val="tx1"/>
                  </a:solidFill>
                </a:ln>
                <a:latin typeface="+mj-ea"/>
                <a:ea typeface="+mj-ea"/>
              </a:rPr>
              <a:t>  1. Vision Optic Module </a:t>
            </a:r>
            <a:r>
              <a:rPr kumimoji="0" lang="ko-KR" altLang="en-US" dirty="0">
                <a:ln>
                  <a:solidFill>
                    <a:schemeClr val="tx1"/>
                  </a:solidFill>
                </a:ln>
                <a:latin typeface="+mj-ea"/>
                <a:ea typeface="+mj-ea"/>
              </a:rPr>
              <a:t>거리 정보</a:t>
            </a:r>
            <a:endParaRPr kumimoji="0" lang="en-US" altLang="ko-KR" dirty="0">
              <a:ln>
                <a:solidFill>
                  <a:schemeClr val="tx1"/>
                </a:solidFill>
              </a:ln>
              <a:latin typeface="+mj-ea"/>
              <a:ea typeface="+mj-ea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79249" y="895869"/>
            <a:ext cx="11430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+mj-ea"/>
                <a:ea typeface="+mj-ea"/>
              </a:rPr>
              <a:t>Stage </a:t>
            </a:r>
            <a:r>
              <a:rPr lang="ko-KR" altLang="en-US" sz="1400" b="1" dirty="0">
                <a:latin typeface="+mj-ea"/>
                <a:ea typeface="+mj-ea"/>
              </a:rPr>
              <a:t>구조 </a:t>
            </a:r>
            <a:endParaRPr lang="en-US" altLang="ko-KR" sz="1400" b="1" dirty="0">
              <a:latin typeface="+mj-ea"/>
              <a:ea typeface="+mj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A13303D-08A0-40CF-9E4D-E20CA7E251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5696" y="1517086"/>
            <a:ext cx="5802136" cy="4725144"/>
          </a:xfrm>
          <a:prstGeom prst="rect">
            <a:avLst/>
          </a:prstGeom>
        </p:spPr>
      </p:pic>
      <p:sp>
        <p:nvSpPr>
          <p:cNvPr id="25" name="모서리가 둥근 직사각형 38">
            <a:extLst>
              <a:ext uri="{FF2B5EF4-FFF2-40B4-BE49-F238E27FC236}">
                <a16:creationId xmlns:a16="http://schemas.microsoft.com/office/drawing/2014/main" id="{E6E2B84A-6968-494F-9906-A602793B34DE}"/>
              </a:ext>
            </a:extLst>
          </p:cNvPr>
          <p:cNvSpPr/>
          <p:nvPr/>
        </p:nvSpPr>
        <p:spPr>
          <a:xfrm>
            <a:off x="2123728" y="1360278"/>
            <a:ext cx="1056340" cy="454292"/>
          </a:xfrm>
          <a:prstGeom prst="round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rgbClr val="000000"/>
                </a:solidFill>
                <a:latin typeface="+mj-ea"/>
                <a:ea typeface="+mj-ea"/>
              </a:rPr>
              <a:t>화질</a:t>
            </a:r>
            <a:r>
              <a:rPr lang="en-US" altLang="ko-KR" sz="900" dirty="0">
                <a:solidFill>
                  <a:srgbClr val="000000"/>
                </a:solidFill>
                <a:latin typeface="+mj-ea"/>
                <a:ea typeface="+mj-ea"/>
              </a:rPr>
              <a:t>, </a:t>
            </a:r>
            <a:r>
              <a:rPr lang="ko-KR" altLang="en-US" sz="900" dirty="0" err="1">
                <a:solidFill>
                  <a:srgbClr val="000000"/>
                </a:solidFill>
                <a:latin typeface="+mj-ea"/>
                <a:ea typeface="+mj-ea"/>
              </a:rPr>
              <a:t>색이상</a:t>
            </a:r>
            <a:r>
              <a:rPr lang="en-US" altLang="ko-KR" sz="900" dirty="0">
                <a:solidFill>
                  <a:srgbClr val="000000"/>
                </a:solidFill>
                <a:latin typeface="+mj-ea"/>
                <a:ea typeface="+mj-ea"/>
              </a:rPr>
              <a:t>,</a:t>
            </a:r>
          </a:p>
          <a:p>
            <a:pPr algn="ctr"/>
            <a:r>
              <a:rPr lang="en-US" altLang="ko-KR" sz="900" dirty="0">
                <a:solidFill>
                  <a:srgbClr val="000000"/>
                </a:solidFill>
                <a:latin typeface="+mj-ea"/>
                <a:ea typeface="+mj-ea"/>
              </a:rPr>
              <a:t>Aging Align</a:t>
            </a:r>
            <a:endParaRPr lang="ko-KR" altLang="en-US" sz="90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cxnSp>
        <p:nvCxnSpPr>
          <p:cNvPr id="26" name="꺾인 연결선 39">
            <a:extLst>
              <a:ext uri="{FF2B5EF4-FFF2-40B4-BE49-F238E27FC236}">
                <a16:creationId xmlns:a16="http://schemas.microsoft.com/office/drawing/2014/main" id="{330AE8AC-3020-49F2-BFC8-C01E4B2445E3}"/>
              </a:ext>
            </a:extLst>
          </p:cNvPr>
          <p:cNvCxnSpPr>
            <a:cxnSpLocks/>
            <a:stCxn id="25" idx="2"/>
          </p:cNvCxnSpPr>
          <p:nvPr/>
        </p:nvCxnSpPr>
        <p:spPr>
          <a:xfrm rot="16200000" flipH="1">
            <a:off x="2822569" y="1643898"/>
            <a:ext cx="710628" cy="1051971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모서리가 둥근 직사각형 38">
            <a:extLst>
              <a:ext uri="{FF2B5EF4-FFF2-40B4-BE49-F238E27FC236}">
                <a16:creationId xmlns:a16="http://schemas.microsoft.com/office/drawing/2014/main" id="{B2B2D077-BDCA-4289-ACF2-E73BCE09BCF7}"/>
              </a:ext>
            </a:extLst>
          </p:cNvPr>
          <p:cNvSpPr/>
          <p:nvPr/>
        </p:nvSpPr>
        <p:spPr>
          <a:xfrm>
            <a:off x="1259632" y="2112053"/>
            <a:ext cx="1056340" cy="454292"/>
          </a:xfrm>
          <a:prstGeom prst="round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rgbClr val="000000"/>
                </a:solidFill>
                <a:latin typeface="+mj-ea"/>
                <a:ea typeface="+mj-ea"/>
              </a:rPr>
              <a:t>WAD, </a:t>
            </a:r>
            <a:r>
              <a:rPr lang="ko-KR" altLang="en-US" sz="900" dirty="0" err="1">
                <a:solidFill>
                  <a:srgbClr val="000000"/>
                </a:solidFill>
                <a:latin typeface="+mj-ea"/>
                <a:ea typeface="+mj-ea"/>
              </a:rPr>
              <a:t>시야각</a:t>
            </a:r>
            <a:r>
              <a:rPr lang="en-US" altLang="ko-KR" sz="900" dirty="0">
                <a:solidFill>
                  <a:srgbClr val="000000"/>
                </a:solidFill>
                <a:latin typeface="+mj-ea"/>
                <a:ea typeface="+mj-ea"/>
              </a:rPr>
              <a:t>,</a:t>
            </a:r>
          </a:p>
          <a:p>
            <a:pPr algn="ctr"/>
            <a:r>
              <a:rPr lang="en-US" altLang="ko-KR" sz="900" dirty="0">
                <a:solidFill>
                  <a:srgbClr val="000000"/>
                </a:solidFill>
                <a:latin typeface="+mj-ea"/>
                <a:ea typeface="+mj-ea"/>
              </a:rPr>
              <a:t>Probe Align</a:t>
            </a:r>
            <a:endParaRPr lang="ko-KR" altLang="en-US" sz="90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cxnSp>
        <p:nvCxnSpPr>
          <p:cNvPr id="37" name="꺾인 연결선 39">
            <a:extLst>
              <a:ext uri="{FF2B5EF4-FFF2-40B4-BE49-F238E27FC236}">
                <a16:creationId xmlns:a16="http://schemas.microsoft.com/office/drawing/2014/main" id="{95D764C1-4729-4B69-80C6-5D5FAC0D1133}"/>
              </a:ext>
            </a:extLst>
          </p:cNvPr>
          <p:cNvCxnSpPr>
            <a:cxnSpLocks/>
            <a:stCxn id="27" idx="2"/>
          </p:cNvCxnSpPr>
          <p:nvPr/>
        </p:nvCxnSpPr>
        <p:spPr>
          <a:xfrm rot="16200000" flipH="1">
            <a:off x="2375582" y="1978565"/>
            <a:ext cx="672537" cy="1848096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모서리가 둥근 직사각형 14">
            <a:extLst>
              <a:ext uri="{FF2B5EF4-FFF2-40B4-BE49-F238E27FC236}">
                <a16:creationId xmlns:a16="http://schemas.microsoft.com/office/drawing/2014/main" id="{0CDBF66D-186D-4641-A61A-0F4ECEDC205A}"/>
              </a:ext>
            </a:extLst>
          </p:cNvPr>
          <p:cNvSpPr/>
          <p:nvPr/>
        </p:nvSpPr>
        <p:spPr>
          <a:xfrm>
            <a:off x="2570632" y="5848806"/>
            <a:ext cx="1214502" cy="36004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ysClr val="windowText" lastClr="000000"/>
                </a:solidFill>
                <a:latin typeface="+mj-ea"/>
                <a:ea typeface="+mj-ea"/>
              </a:rPr>
              <a:t>Loading</a:t>
            </a:r>
            <a:endParaRPr lang="ko-KR" altLang="en-US" sz="1000" dirty="0"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48538475"/>
      </p:ext>
    </p:extLst>
  </p:cSld>
  <p:clrMapOvr>
    <a:masterClrMapping/>
  </p:clrMapOvr>
  <p:transition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00" name="Rectangle 4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endParaRPr lang="ko-KR" altLang="en-US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6702BA4-88D8-4F4A-9876-8AAD611F7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53336"/>
            <a:ext cx="1311895" cy="404664"/>
          </a:xfrm>
          <a:prstGeom prst="rect">
            <a:avLst/>
          </a:prstGeom>
        </p:spPr>
      </p:pic>
      <p:sp>
        <p:nvSpPr>
          <p:cNvPr id="20" name="TextBox 47"/>
          <p:cNvSpPr txBox="1">
            <a:spLocks noChangeAspect="1"/>
          </p:cNvSpPr>
          <p:nvPr/>
        </p:nvSpPr>
        <p:spPr bwMode="auto">
          <a:xfrm>
            <a:off x="7524750" y="136525"/>
            <a:ext cx="1227138" cy="3683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b="1">
                <a:solidFill>
                  <a:srgbClr val="FF0000"/>
                </a:solidFill>
                <a:latin typeface="+mj-ea"/>
                <a:ea typeface="+mj-ea"/>
              </a:rPr>
              <a:t>對  外  秘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336772" y="182884"/>
            <a:ext cx="8195668" cy="45429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  <a:ea typeface="+mj-ea"/>
              </a:rPr>
              <a:t>■</a:t>
            </a:r>
            <a:r>
              <a:rPr kumimoji="0" lang="en-US" altLang="ko-KR" dirty="0">
                <a:ln>
                  <a:solidFill>
                    <a:schemeClr val="tx1"/>
                  </a:solidFill>
                </a:ln>
                <a:latin typeface="+mj-ea"/>
                <a:ea typeface="+mj-ea"/>
              </a:rPr>
              <a:t>  1. Vision Optic Module </a:t>
            </a:r>
            <a:r>
              <a:rPr kumimoji="0" lang="ko-KR" altLang="en-US" dirty="0">
                <a:ln>
                  <a:solidFill>
                    <a:schemeClr val="tx1"/>
                  </a:solidFill>
                </a:ln>
                <a:latin typeface="+mj-ea"/>
                <a:ea typeface="+mj-ea"/>
              </a:rPr>
              <a:t>거리 정보</a:t>
            </a:r>
            <a:endParaRPr kumimoji="0" lang="en-US" altLang="ko-KR" dirty="0">
              <a:ln>
                <a:solidFill>
                  <a:schemeClr val="tx1"/>
                </a:solidFill>
              </a:ln>
              <a:latin typeface="+mj-ea"/>
              <a:ea typeface="+mj-ea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79249" y="895869"/>
            <a:ext cx="39412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+mj-ea"/>
                <a:ea typeface="+mj-ea"/>
              </a:rPr>
              <a:t>1. </a:t>
            </a:r>
            <a:r>
              <a:rPr lang="ko-KR" altLang="en-US" sz="1400" b="1" dirty="0">
                <a:latin typeface="+mj-ea"/>
                <a:ea typeface="+mj-ea"/>
              </a:rPr>
              <a:t>화질</a:t>
            </a:r>
            <a:r>
              <a:rPr lang="en-US" altLang="ko-KR" sz="1400" b="1" dirty="0">
                <a:latin typeface="+mj-ea"/>
                <a:ea typeface="+mj-ea"/>
              </a:rPr>
              <a:t>, </a:t>
            </a:r>
            <a:r>
              <a:rPr lang="ko-KR" altLang="en-US" sz="1400" b="1" dirty="0" err="1">
                <a:latin typeface="+mj-ea"/>
                <a:ea typeface="+mj-ea"/>
              </a:rPr>
              <a:t>색이상</a:t>
            </a:r>
            <a:r>
              <a:rPr lang="en-US" altLang="ko-KR" sz="1400" b="1" dirty="0">
                <a:latin typeface="+mj-ea"/>
                <a:ea typeface="+mj-ea"/>
              </a:rPr>
              <a:t>, Aging Probe Align </a:t>
            </a:r>
            <a:r>
              <a:rPr lang="ko-KR" altLang="en-US" sz="1400" b="1" dirty="0">
                <a:latin typeface="+mj-ea"/>
                <a:ea typeface="+mj-ea"/>
              </a:rPr>
              <a:t>거리 정보</a:t>
            </a:r>
            <a:endParaRPr lang="en-US" altLang="ko-KR" sz="1400" b="1" dirty="0">
              <a:latin typeface="+mj-ea"/>
              <a:ea typeface="+mj-ea"/>
            </a:endParaRP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EFF5F3F8-533B-4BF1-865A-8770AC420C74}"/>
              </a:ext>
            </a:extLst>
          </p:cNvPr>
          <p:cNvGrpSpPr/>
          <p:nvPr/>
        </p:nvGrpSpPr>
        <p:grpSpPr>
          <a:xfrm>
            <a:off x="652317" y="1968320"/>
            <a:ext cx="7253795" cy="4039889"/>
            <a:chOff x="652317" y="1968320"/>
            <a:chExt cx="7253795" cy="4039889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15CD38FA-BC61-4661-81F2-AD9CBFB7D8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19736" y="2276872"/>
              <a:ext cx="6304528" cy="3731337"/>
            </a:xfrm>
            <a:prstGeom prst="rect">
              <a:avLst/>
            </a:prstGeom>
          </p:spPr>
        </p:pic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1EFD1DC5-FD0F-49D5-B10A-0A97D6BA2F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0140" y="3573016"/>
              <a:ext cx="232061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EAA3F815-8D1B-41B4-B7E8-D5265FE060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0140" y="5676038"/>
              <a:ext cx="80752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9F0192A5-32A5-482D-B2A2-187319A017D2}"/>
                </a:ext>
              </a:extLst>
            </p:cNvPr>
            <p:cNvCxnSpPr>
              <a:cxnSpLocks/>
            </p:cNvCxnSpPr>
            <p:nvPr/>
          </p:nvCxnSpPr>
          <p:spPr>
            <a:xfrm>
              <a:off x="899592" y="3573016"/>
              <a:ext cx="0" cy="210222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F43EDC8-DE4B-4EB7-AA4D-57164C35D86E}"/>
                </a:ext>
              </a:extLst>
            </p:cNvPr>
            <p:cNvSpPr txBox="1"/>
            <p:nvPr/>
          </p:nvSpPr>
          <p:spPr>
            <a:xfrm rot="16200000">
              <a:off x="262973" y="4499638"/>
              <a:ext cx="10556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225mm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80398BA4-89BB-4617-B768-AF3070975D74}"/>
                </a:ext>
              </a:extLst>
            </p:cNvPr>
            <p:cNvCxnSpPr>
              <a:cxnSpLocks/>
            </p:cNvCxnSpPr>
            <p:nvPr/>
          </p:nvCxnSpPr>
          <p:spPr>
            <a:xfrm>
              <a:off x="1311895" y="4638137"/>
              <a:ext cx="0" cy="1037099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519BF38-68CE-4AFB-979D-8B80DD5DE072}"/>
                </a:ext>
              </a:extLst>
            </p:cNvPr>
            <p:cNvSpPr txBox="1"/>
            <p:nvPr/>
          </p:nvSpPr>
          <p:spPr>
            <a:xfrm rot="16200000">
              <a:off x="675277" y="5008892"/>
              <a:ext cx="10556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114.5mm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47B0CBF9-0AB6-4652-928C-5611813323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7624" y="4626044"/>
              <a:ext cx="32403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EA0FB0B-62F4-4D3C-9BC9-02944BB07C10}"/>
                </a:ext>
              </a:extLst>
            </p:cNvPr>
            <p:cNvSpPr txBox="1"/>
            <p:nvPr/>
          </p:nvSpPr>
          <p:spPr>
            <a:xfrm rot="16200000">
              <a:off x="675278" y="3965747"/>
              <a:ext cx="10556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110.5mm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19FCD3FA-4498-4031-8FA1-669C17EAD36B}"/>
                </a:ext>
              </a:extLst>
            </p:cNvPr>
            <p:cNvCxnSpPr>
              <a:cxnSpLocks/>
            </p:cNvCxnSpPr>
            <p:nvPr/>
          </p:nvCxnSpPr>
          <p:spPr>
            <a:xfrm>
              <a:off x="1311895" y="3573016"/>
              <a:ext cx="0" cy="1037099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0241EBF9-C090-43DE-8590-D077181598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68144" y="1988840"/>
              <a:ext cx="0" cy="149038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6D603A51-B4FC-4B35-905A-859FB5C7F5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19872" y="2060848"/>
              <a:ext cx="0" cy="122413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직선 화살표 연결선 48">
              <a:extLst>
                <a:ext uri="{FF2B5EF4-FFF2-40B4-BE49-F238E27FC236}">
                  <a16:creationId xmlns:a16="http://schemas.microsoft.com/office/drawing/2014/main" id="{BF1E97BC-33CF-44F3-8865-9B680427AE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19872" y="2204864"/>
              <a:ext cx="1152128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5510A784-0727-4323-93FE-2AC49FECEE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72000" y="1988840"/>
              <a:ext cx="0" cy="24482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화살표 연결선 55">
              <a:extLst>
                <a:ext uri="{FF2B5EF4-FFF2-40B4-BE49-F238E27FC236}">
                  <a16:creationId xmlns:a16="http://schemas.microsoft.com/office/drawing/2014/main" id="{7C1DB199-E6F6-437D-9641-E5419CE5C0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2000" y="2204864"/>
              <a:ext cx="1296144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F0252C7-C110-4C3D-AC4B-0E7DE3D31AB9}"/>
                </a:ext>
              </a:extLst>
            </p:cNvPr>
            <p:cNvSpPr txBox="1"/>
            <p:nvPr/>
          </p:nvSpPr>
          <p:spPr>
            <a:xfrm>
              <a:off x="3468092" y="1968320"/>
              <a:ext cx="10556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127mm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19A1CA5A-390E-4F44-BDBB-7D4EC54DC3C9}"/>
                </a:ext>
              </a:extLst>
            </p:cNvPr>
            <p:cNvSpPr txBox="1"/>
            <p:nvPr/>
          </p:nvSpPr>
          <p:spPr>
            <a:xfrm>
              <a:off x="4698928" y="1968320"/>
              <a:ext cx="10556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140mm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  <p:cxnSp>
          <p:nvCxnSpPr>
            <p:cNvPr id="64" name="직선 화살표 연결선 63">
              <a:extLst>
                <a:ext uri="{FF2B5EF4-FFF2-40B4-BE49-F238E27FC236}">
                  <a16:creationId xmlns:a16="http://schemas.microsoft.com/office/drawing/2014/main" id="{CA64322C-B822-4A71-BC1A-B4E43C12FCB3}"/>
                </a:ext>
              </a:extLst>
            </p:cNvPr>
            <p:cNvCxnSpPr>
              <a:cxnSpLocks/>
            </p:cNvCxnSpPr>
            <p:nvPr/>
          </p:nvCxnSpPr>
          <p:spPr>
            <a:xfrm>
              <a:off x="7596336" y="3984745"/>
              <a:ext cx="0" cy="653392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65B2D463-9117-4B20-B30A-2C6CBDDC04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06965" y="3984745"/>
              <a:ext cx="150539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237BE8AA-BAFD-4B8F-B013-A08093CB0DD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60032" y="4626044"/>
              <a:ext cx="2952328" cy="1209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1D568338-782A-452A-919E-CD11D2D71EA0}"/>
                </a:ext>
              </a:extLst>
            </p:cNvPr>
            <p:cNvSpPr txBox="1"/>
            <p:nvPr/>
          </p:nvSpPr>
          <p:spPr>
            <a:xfrm rot="5400000">
              <a:off x="7239769" y="4172942"/>
              <a:ext cx="10556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atin typeface="+mj-ea"/>
                  <a:ea typeface="+mj-ea"/>
                </a:rPr>
                <a:t>74mm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11065540"/>
      </p:ext>
    </p:extLst>
  </p:cSld>
  <p:clrMapOvr>
    <a:masterClrMapping/>
  </p:clrMapOvr>
  <p:transition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3FA1DB9-C6D7-423C-B102-161D76141E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9852" y="1856850"/>
            <a:ext cx="4510080" cy="4494791"/>
          </a:xfrm>
          <a:prstGeom prst="rect">
            <a:avLst/>
          </a:prstGeom>
        </p:spPr>
      </p:pic>
      <p:sp>
        <p:nvSpPr>
          <p:cNvPr id="106500" name="Rectangle 4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endParaRPr lang="ko-KR" altLang="en-US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6702BA4-88D8-4F4A-9876-8AAD611F78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453336"/>
            <a:ext cx="1311895" cy="404664"/>
          </a:xfrm>
          <a:prstGeom prst="rect">
            <a:avLst/>
          </a:prstGeom>
        </p:spPr>
      </p:pic>
      <p:sp>
        <p:nvSpPr>
          <p:cNvPr id="20" name="TextBox 47"/>
          <p:cNvSpPr txBox="1">
            <a:spLocks noChangeAspect="1"/>
          </p:cNvSpPr>
          <p:nvPr/>
        </p:nvSpPr>
        <p:spPr bwMode="auto">
          <a:xfrm>
            <a:off x="7524750" y="136525"/>
            <a:ext cx="1227138" cy="3683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b="1">
                <a:solidFill>
                  <a:srgbClr val="FF0000"/>
                </a:solidFill>
                <a:latin typeface="+mj-ea"/>
                <a:ea typeface="+mj-ea"/>
              </a:rPr>
              <a:t>對  外  秘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336772" y="182884"/>
            <a:ext cx="8195668" cy="45429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  <a:ea typeface="+mj-ea"/>
              </a:rPr>
              <a:t>■</a:t>
            </a:r>
            <a:r>
              <a:rPr kumimoji="0" lang="en-US" altLang="ko-KR" dirty="0">
                <a:ln>
                  <a:solidFill>
                    <a:schemeClr val="tx1"/>
                  </a:solidFill>
                </a:ln>
                <a:latin typeface="+mj-ea"/>
                <a:ea typeface="+mj-ea"/>
              </a:rPr>
              <a:t>  1. Vision Optic Module </a:t>
            </a:r>
            <a:r>
              <a:rPr kumimoji="0" lang="ko-KR" altLang="en-US" dirty="0">
                <a:ln>
                  <a:solidFill>
                    <a:schemeClr val="tx1"/>
                  </a:solidFill>
                </a:ln>
                <a:latin typeface="+mj-ea"/>
                <a:ea typeface="+mj-ea"/>
              </a:rPr>
              <a:t>거리 정보</a:t>
            </a:r>
            <a:endParaRPr kumimoji="0" lang="en-US" altLang="ko-KR" dirty="0">
              <a:ln>
                <a:solidFill>
                  <a:schemeClr val="tx1"/>
                </a:solidFill>
              </a:ln>
              <a:latin typeface="+mj-ea"/>
              <a:ea typeface="+mj-ea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79249" y="895869"/>
            <a:ext cx="34979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+mj-ea"/>
                <a:ea typeface="+mj-ea"/>
              </a:rPr>
              <a:t>2. WAD, </a:t>
            </a:r>
            <a:r>
              <a:rPr lang="ko-KR" altLang="en-US" sz="1400" b="1" dirty="0" err="1">
                <a:latin typeface="+mj-ea"/>
                <a:ea typeface="+mj-ea"/>
              </a:rPr>
              <a:t>시야각</a:t>
            </a:r>
            <a:r>
              <a:rPr lang="en-US" altLang="ko-KR" sz="1400" b="1" dirty="0">
                <a:latin typeface="+mj-ea"/>
                <a:ea typeface="+mj-ea"/>
              </a:rPr>
              <a:t>, Probe Align </a:t>
            </a:r>
            <a:r>
              <a:rPr lang="ko-KR" altLang="en-US" sz="1400" b="1" dirty="0">
                <a:latin typeface="+mj-ea"/>
                <a:ea typeface="+mj-ea"/>
              </a:rPr>
              <a:t>거리 정보</a:t>
            </a:r>
            <a:endParaRPr lang="en-US" altLang="ko-KR" sz="1400" b="1" dirty="0">
              <a:latin typeface="+mj-ea"/>
              <a:ea typeface="+mj-ea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EFD1DC5-FD0F-49D5-B10A-0A97D6BA2FD3}"/>
              </a:ext>
            </a:extLst>
          </p:cNvPr>
          <p:cNvCxnSpPr>
            <a:cxnSpLocks/>
          </p:cNvCxnSpPr>
          <p:nvPr/>
        </p:nvCxnSpPr>
        <p:spPr>
          <a:xfrm flipH="1">
            <a:off x="1907704" y="3485860"/>
            <a:ext cx="27950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EAA3F815-8D1B-41B4-B7E8-D5265FE060A0}"/>
              </a:ext>
            </a:extLst>
          </p:cNvPr>
          <p:cNvCxnSpPr>
            <a:cxnSpLocks/>
          </p:cNvCxnSpPr>
          <p:nvPr/>
        </p:nvCxnSpPr>
        <p:spPr>
          <a:xfrm flipH="1" flipV="1">
            <a:off x="1941349" y="6082632"/>
            <a:ext cx="395220" cy="8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80398BA4-89BB-4617-B768-AF3070975D74}"/>
              </a:ext>
            </a:extLst>
          </p:cNvPr>
          <p:cNvCxnSpPr>
            <a:cxnSpLocks/>
          </p:cNvCxnSpPr>
          <p:nvPr/>
        </p:nvCxnSpPr>
        <p:spPr>
          <a:xfrm>
            <a:off x="2050121" y="3485860"/>
            <a:ext cx="0" cy="2583004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519BF38-68CE-4AFB-979D-8B80DD5DE072}"/>
              </a:ext>
            </a:extLst>
          </p:cNvPr>
          <p:cNvSpPr txBox="1"/>
          <p:nvPr/>
        </p:nvSpPr>
        <p:spPr>
          <a:xfrm rot="16200000">
            <a:off x="1413504" y="4650625"/>
            <a:ext cx="10556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+mj-ea"/>
                <a:ea typeface="+mj-ea"/>
              </a:rPr>
              <a:t>434.5mm</a:t>
            </a:r>
            <a:endParaRPr lang="ko-KR" altLang="en-US" sz="1200" dirty="0">
              <a:latin typeface="+mj-ea"/>
              <a:ea typeface="+mj-ea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47B0CBF9-0AB6-4652-928C-56118133231D}"/>
              </a:ext>
            </a:extLst>
          </p:cNvPr>
          <p:cNvCxnSpPr>
            <a:cxnSpLocks/>
          </p:cNvCxnSpPr>
          <p:nvPr/>
        </p:nvCxnSpPr>
        <p:spPr>
          <a:xfrm flipH="1">
            <a:off x="1925850" y="2564904"/>
            <a:ext cx="149402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EA0FB0B-62F4-4D3C-9BC9-02944BB07C10}"/>
              </a:ext>
            </a:extLst>
          </p:cNvPr>
          <p:cNvSpPr txBox="1"/>
          <p:nvPr/>
        </p:nvSpPr>
        <p:spPr>
          <a:xfrm rot="16200000">
            <a:off x="1413505" y="2886883"/>
            <a:ext cx="10556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+mj-ea"/>
                <a:ea typeface="+mj-ea"/>
              </a:rPr>
              <a:t>156.9mm</a:t>
            </a:r>
            <a:endParaRPr lang="ko-KR" altLang="en-US" sz="1200" dirty="0">
              <a:latin typeface="+mj-ea"/>
              <a:ea typeface="+mj-ea"/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19FCD3FA-4498-4031-8FA1-669C17EAD36B}"/>
              </a:ext>
            </a:extLst>
          </p:cNvPr>
          <p:cNvCxnSpPr>
            <a:cxnSpLocks/>
          </p:cNvCxnSpPr>
          <p:nvPr/>
        </p:nvCxnSpPr>
        <p:spPr>
          <a:xfrm>
            <a:off x="2050121" y="2564904"/>
            <a:ext cx="0" cy="920956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0241EBF9-C090-43DE-8590-D07718159840}"/>
              </a:ext>
            </a:extLst>
          </p:cNvPr>
          <p:cNvCxnSpPr>
            <a:cxnSpLocks/>
          </p:cNvCxnSpPr>
          <p:nvPr/>
        </p:nvCxnSpPr>
        <p:spPr>
          <a:xfrm flipV="1">
            <a:off x="5541969" y="1626255"/>
            <a:ext cx="0" cy="20907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6D603A51-B4FC-4B35-905A-859FB5C7F585}"/>
              </a:ext>
            </a:extLst>
          </p:cNvPr>
          <p:cNvCxnSpPr>
            <a:cxnSpLocks/>
          </p:cNvCxnSpPr>
          <p:nvPr/>
        </p:nvCxnSpPr>
        <p:spPr>
          <a:xfrm flipV="1">
            <a:off x="3478334" y="1626255"/>
            <a:ext cx="0" cy="12961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BF1E97BC-33CF-44F3-8865-9B680427AE87}"/>
              </a:ext>
            </a:extLst>
          </p:cNvPr>
          <p:cNvCxnSpPr>
            <a:cxnSpLocks/>
          </p:cNvCxnSpPr>
          <p:nvPr/>
        </p:nvCxnSpPr>
        <p:spPr>
          <a:xfrm flipH="1">
            <a:off x="3478334" y="1842279"/>
            <a:ext cx="1381698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5510A784-0727-4323-93FE-2AC49FECEEA4}"/>
              </a:ext>
            </a:extLst>
          </p:cNvPr>
          <p:cNvCxnSpPr>
            <a:cxnSpLocks/>
          </p:cNvCxnSpPr>
          <p:nvPr/>
        </p:nvCxnSpPr>
        <p:spPr>
          <a:xfrm flipV="1">
            <a:off x="4860032" y="1626255"/>
            <a:ext cx="0" cy="17307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7C1DB199-E6F6-437D-9641-E5419CE5C052}"/>
              </a:ext>
            </a:extLst>
          </p:cNvPr>
          <p:cNvCxnSpPr>
            <a:cxnSpLocks/>
          </p:cNvCxnSpPr>
          <p:nvPr/>
        </p:nvCxnSpPr>
        <p:spPr>
          <a:xfrm flipH="1">
            <a:off x="4860032" y="1842279"/>
            <a:ext cx="681938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EF0252C7-C110-4C3D-AC4B-0E7DE3D31AB9}"/>
              </a:ext>
            </a:extLst>
          </p:cNvPr>
          <p:cNvSpPr txBox="1"/>
          <p:nvPr/>
        </p:nvSpPr>
        <p:spPr>
          <a:xfrm>
            <a:off x="3647115" y="1605735"/>
            <a:ext cx="10556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+mj-ea"/>
                <a:ea typeface="+mj-ea"/>
              </a:rPr>
              <a:t>233mm</a:t>
            </a:r>
            <a:endParaRPr lang="ko-KR" altLang="en-US" sz="1200" dirty="0">
              <a:latin typeface="+mj-ea"/>
              <a:ea typeface="+mj-ea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9A1CA5A-390E-4F44-BDBB-7D4EC54DC3C9}"/>
              </a:ext>
            </a:extLst>
          </p:cNvPr>
          <p:cNvSpPr txBox="1"/>
          <p:nvPr/>
        </p:nvSpPr>
        <p:spPr>
          <a:xfrm>
            <a:off x="4678681" y="1605735"/>
            <a:ext cx="10556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+mj-ea"/>
                <a:ea typeface="+mj-ea"/>
              </a:rPr>
              <a:t>118mm</a:t>
            </a:r>
            <a:endParaRPr lang="ko-KR" altLang="en-US" sz="1200" dirty="0">
              <a:latin typeface="+mj-ea"/>
              <a:ea typeface="+mj-ea"/>
            </a:endParaRPr>
          </a:p>
        </p:txBody>
      </p: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CA64322C-B822-4A71-BC1A-B4E43C12FCB3}"/>
              </a:ext>
            </a:extLst>
          </p:cNvPr>
          <p:cNvCxnSpPr>
            <a:cxnSpLocks/>
          </p:cNvCxnSpPr>
          <p:nvPr/>
        </p:nvCxnSpPr>
        <p:spPr>
          <a:xfrm>
            <a:off x="7174160" y="3472314"/>
            <a:ext cx="0" cy="367184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65B2D463-9117-4B20-B30A-2C6CBDDC04E0}"/>
              </a:ext>
            </a:extLst>
          </p:cNvPr>
          <p:cNvCxnSpPr>
            <a:cxnSpLocks/>
          </p:cNvCxnSpPr>
          <p:nvPr/>
        </p:nvCxnSpPr>
        <p:spPr>
          <a:xfrm flipH="1">
            <a:off x="5004048" y="3472314"/>
            <a:ext cx="23861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237BE8AA-BAFD-4B8F-B013-A08093CB0DD8}"/>
              </a:ext>
            </a:extLst>
          </p:cNvPr>
          <p:cNvCxnSpPr>
            <a:cxnSpLocks/>
          </p:cNvCxnSpPr>
          <p:nvPr/>
        </p:nvCxnSpPr>
        <p:spPr>
          <a:xfrm flipH="1" flipV="1">
            <a:off x="5940152" y="3839498"/>
            <a:ext cx="1450032" cy="59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1D568338-782A-452A-919E-CD11D2D71EA0}"/>
              </a:ext>
            </a:extLst>
          </p:cNvPr>
          <p:cNvSpPr txBox="1"/>
          <p:nvPr/>
        </p:nvSpPr>
        <p:spPr>
          <a:xfrm rot="5400000">
            <a:off x="6817593" y="3517407"/>
            <a:ext cx="10556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+mj-ea"/>
                <a:ea typeface="+mj-ea"/>
              </a:rPr>
              <a:t>59mm</a:t>
            </a:r>
            <a:endParaRPr lang="ko-KR" altLang="en-US" sz="12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545252054"/>
      </p:ext>
    </p:extLst>
  </p:cSld>
  <p:clrMapOvr>
    <a:masterClrMapping/>
  </p:clrMapOvr>
  <p:transition>
    <p:wipe/>
  </p:transition>
</p:sld>
</file>

<file path=ppt/theme/theme1.xml><?xml version="1.0" encoding="utf-8"?>
<a:theme xmlns:a="http://schemas.openxmlformats.org/drawingml/2006/main" name="테마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테마1" id="{2389A7AB-3E85-40B1-8106-08399406C102}" vid="{42E10B9A-A05E-4512-B877-C058F36D28D1}"/>
    </a:ext>
  </a:extLst>
</a:theme>
</file>

<file path=ppt/theme/theme2.xml><?xml version="1.0" encoding="utf-8"?>
<a:theme xmlns:a="http://schemas.openxmlformats.org/drawingml/2006/main" name="LG.Philips-LCD">
  <a:themeElements>
    <a:clrScheme name="LG.Philips-LCD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G.Philips-LCD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굴림" pitchFamily="50" charset="-127"/>
          </a:defRPr>
        </a:defPPr>
      </a:lstStyle>
    </a:lnDef>
  </a:objectDefaults>
  <a:extraClrSchemeLst>
    <a:extraClrScheme>
      <a:clrScheme name="LG.Philips-LCD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G.Philips-LCD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G.Philips-LCD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G.Philips-LCD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G.Philips-LCD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G.Philips-LCD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G.Philips-LCD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Hardware수정 사항(090313)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HY헤드라인M"/>
        <a:ea typeface="HY헤드라인M"/>
        <a:cs typeface=""/>
      </a:majorFont>
      <a:minorFont>
        <a:latin typeface="HY헤드라인M"/>
        <a:ea typeface="HY헤드라인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2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1" hangingPunct="1">
          <a:lnSpc>
            <a:spcPct val="9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>
            <a:tab pos="1169988" algn="l"/>
          </a:tabLst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HY헤드라인M" pitchFamily="18" charset="-127"/>
          </a:defRPr>
        </a:defPPr>
      </a:lstStyle>
    </a:spDef>
    <a:lnDef>
      <a:spPr bwMode="auto">
        <a:solidFill>
          <a:schemeClr val="bg2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KMAC-테마2">
  <a:themeElements>
    <a:clrScheme name="사용자 지정 1">
      <a:dk1>
        <a:srgbClr val="000000"/>
      </a:dk1>
      <a:lt1>
        <a:srgbClr val="FFFFFF"/>
      </a:lt1>
      <a:dk2>
        <a:srgbClr val="FFD869"/>
      </a:dk2>
      <a:lt2>
        <a:srgbClr val="0066CC"/>
      </a:lt2>
      <a:accent1>
        <a:srgbClr val="9999FF"/>
      </a:accent1>
      <a:accent2>
        <a:srgbClr val="FF6161"/>
      </a:accent2>
      <a:accent3>
        <a:srgbClr val="92D050"/>
      </a:accent3>
      <a:accent4>
        <a:srgbClr val="78397A"/>
      </a:accent4>
      <a:accent5>
        <a:srgbClr val="00CCFF"/>
      </a:accent5>
      <a:accent6>
        <a:srgbClr val="F8EE6C"/>
      </a:accent6>
      <a:hlink>
        <a:srgbClr val="C990CB"/>
      </a:hlink>
      <a:folHlink>
        <a:srgbClr val="9DBDD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테마1</Template>
  <TotalTime>14284</TotalTime>
  <Words>93</Words>
  <Application>Microsoft Office PowerPoint</Application>
  <PresentationFormat>화면 슬라이드 쇼(4:3)</PresentationFormat>
  <Paragraphs>31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4</vt:i4>
      </vt:variant>
    </vt:vector>
  </HeadingPairs>
  <TitlesOfParts>
    <vt:vector size="18" baseType="lpstr">
      <vt:lpstr>HY헤드라인M</vt:lpstr>
      <vt:lpstr>굴림</vt:lpstr>
      <vt:lpstr>돋움</vt:lpstr>
      <vt:lpstr>맑은 고딕</vt:lpstr>
      <vt:lpstr>맑은 고딕 Semilight</vt:lpstr>
      <vt:lpstr>새굴림</vt:lpstr>
      <vt:lpstr>Arial</vt:lpstr>
      <vt:lpstr>Times New Roman</vt:lpstr>
      <vt:lpstr>Verdana</vt:lpstr>
      <vt:lpstr>Wingdings</vt:lpstr>
      <vt:lpstr>테마1</vt:lpstr>
      <vt:lpstr>LG.Philips-LCD</vt:lpstr>
      <vt:lpstr>Hardware수정 사항(090313)</vt:lpstr>
      <vt:lpstr>KMAC-테마2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sslee</dc:creator>
  <cp:lastModifiedBy>김동우</cp:lastModifiedBy>
  <cp:revision>1174</cp:revision>
  <cp:lastPrinted>2019-04-12T08:14:32Z</cp:lastPrinted>
  <dcterms:created xsi:type="dcterms:W3CDTF">2014-07-21T01:56:39Z</dcterms:created>
  <dcterms:modified xsi:type="dcterms:W3CDTF">2022-02-14T06:47:51Z</dcterms:modified>
</cp:coreProperties>
</file>