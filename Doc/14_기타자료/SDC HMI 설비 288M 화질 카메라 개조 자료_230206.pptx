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9"/>
  </p:notesMasterIdLst>
  <p:sldIdLst>
    <p:sldId id="280" r:id="rId3"/>
    <p:sldId id="464" r:id="rId4"/>
    <p:sldId id="466" r:id="rId5"/>
    <p:sldId id="465" r:id="rId6"/>
    <p:sldId id="467" r:id="rId7"/>
    <p:sldId id="356" r:id="rId8"/>
  </p:sldIdLst>
  <p:sldSz cx="9144000" cy="6858000" type="screen4x3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44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3420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575" cy="498475"/>
          </a:xfrm>
          <a:prstGeom prst="rect">
            <a:avLst/>
          </a:prstGeom>
        </p:spPr>
        <p:txBody>
          <a:bodyPr vert="horz" lIns="91433" tIns="45716" rIns="91433" bIns="4571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9" y="1"/>
            <a:ext cx="2949575" cy="498475"/>
          </a:xfrm>
          <a:prstGeom prst="rect">
            <a:avLst/>
          </a:prstGeom>
        </p:spPr>
        <p:txBody>
          <a:bodyPr vert="horz" lIns="91433" tIns="45716" rIns="91433" bIns="45716" rtlCol="0"/>
          <a:lstStyle>
            <a:lvl1pPr algn="r">
              <a:defRPr sz="1200"/>
            </a:lvl1pPr>
          </a:lstStyle>
          <a:p>
            <a:fld id="{A8432EF3-2C5E-4437-A242-89457AC3EBC6}" type="datetimeFigureOut">
              <a:rPr lang="ko-KR" altLang="en-US" smtClean="0"/>
              <a:pPr/>
              <a:t>2023-02-06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3575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6" rIns="91433" bIns="4571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3139"/>
            <a:ext cx="5445125" cy="3913187"/>
          </a:xfrm>
          <a:prstGeom prst="rect">
            <a:avLst/>
          </a:prstGeom>
        </p:spPr>
        <p:txBody>
          <a:bodyPr vert="horz" lIns="91433" tIns="45716" rIns="91433" bIns="45716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864"/>
            <a:ext cx="2949575" cy="498475"/>
          </a:xfrm>
          <a:prstGeom prst="rect">
            <a:avLst/>
          </a:prstGeom>
        </p:spPr>
        <p:txBody>
          <a:bodyPr vert="horz" lIns="91433" tIns="45716" rIns="91433" bIns="4571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9" y="9440864"/>
            <a:ext cx="2949575" cy="498475"/>
          </a:xfrm>
          <a:prstGeom prst="rect">
            <a:avLst/>
          </a:prstGeom>
        </p:spPr>
        <p:txBody>
          <a:bodyPr vert="horz" lIns="91433" tIns="45716" rIns="91433" bIns="45716" rtlCol="0" anchor="b"/>
          <a:lstStyle>
            <a:lvl1pPr algn="r">
              <a:defRPr sz="1200"/>
            </a:lvl1pPr>
          </a:lstStyle>
          <a:p>
            <a:fld id="{1F694038-8F26-4992-81E4-0A012897C14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1342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pPr/>
              <a:t>2023-02-06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356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8F6CADA-A13E-447C-839F-0F14015D6169}"/>
              </a:ext>
            </a:extLst>
          </p:cNvPr>
          <p:cNvSpPr/>
          <p:nvPr userDrawn="1"/>
        </p:nvSpPr>
        <p:spPr>
          <a:xfrm>
            <a:off x="1445742" y="2"/>
            <a:ext cx="7698259" cy="5262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6D85D9A-0A31-48BF-A83B-51EF472174E2}"/>
              </a:ext>
            </a:extLst>
          </p:cNvPr>
          <p:cNvSpPr/>
          <p:nvPr userDrawn="1"/>
        </p:nvSpPr>
        <p:spPr>
          <a:xfrm>
            <a:off x="0" y="2"/>
            <a:ext cx="1242204" cy="5262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A9043C-79A8-49A7-BC77-BC88A3C0395F}"/>
              </a:ext>
            </a:extLst>
          </p:cNvPr>
          <p:cNvSpPr/>
          <p:nvPr userDrawn="1"/>
        </p:nvSpPr>
        <p:spPr>
          <a:xfrm>
            <a:off x="1311217" y="2"/>
            <a:ext cx="60385" cy="52621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E88106A-1960-4D48-B0A5-00D22E7E9D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905" y="5671355"/>
            <a:ext cx="1842189" cy="44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41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CA2A418-A329-4373-AA93-8D96F11154AE}"/>
              </a:ext>
            </a:extLst>
          </p:cNvPr>
          <p:cNvSpPr/>
          <p:nvPr userDrawn="1"/>
        </p:nvSpPr>
        <p:spPr>
          <a:xfrm>
            <a:off x="1445743" y="665018"/>
            <a:ext cx="7282622" cy="773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153B245-C7A4-4148-9536-93AEF2B71FDB}"/>
              </a:ext>
            </a:extLst>
          </p:cNvPr>
          <p:cNvSpPr/>
          <p:nvPr userDrawn="1"/>
        </p:nvSpPr>
        <p:spPr>
          <a:xfrm>
            <a:off x="415636" y="665018"/>
            <a:ext cx="826568" cy="773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7A0CB3A-47B0-4D52-9E44-800852389524}"/>
              </a:ext>
            </a:extLst>
          </p:cNvPr>
          <p:cNvSpPr/>
          <p:nvPr userDrawn="1"/>
        </p:nvSpPr>
        <p:spPr>
          <a:xfrm>
            <a:off x="1311217" y="665018"/>
            <a:ext cx="60385" cy="7732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D9FD4FB-AD3D-4FA9-9D44-F4666717A0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84" y="6518314"/>
            <a:ext cx="1255078" cy="306435"/>
          </a:xfrm>
          <a:prstGeom prst="rect">
            <a:avLst/>
          </a:prstGeom>
        </p:spPr>
      </p:pic>
      <p:pic>
        <p:nvPicPr>
          <p:cNvPr id="11" name="Picture 41">
            <a:extLst>
              <a:ext uri="{FF2B5EF4-FFF2-40B4-BE49-F238E27FC236}">
                <a16:creationId xmlns:a16="http://schemas.microsoft.com/office/drawing/2014/main" id="{72A0348D-8020-4D06-8F46-5EDC953E48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2" y="6581775"/>
            <a:ext cx="777239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7160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pPr/>
              <a:t>2023-02-06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598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pPr/>
              <a:t>2023-02-06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976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pPr/>
              <a:t>2023-02-06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195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pPr/>
              <a:t>2023-02-06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307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pPr/>
              <a:t>2023-02-06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734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pPr/>
              <a:t>2023-02-06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147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pPr/>
              <a:t>2023-02-06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915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pPr/>
              <a:t>2023-02-06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540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-11113" y="3622675"/>
            <a:ext cx="9155113" cy="3235325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66" tIns="44438" rIns="90466" bIns="44438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endParaRPr kumimoji="0" lang="ko-KR" altLang="en-US">
              <a:latin typeface="Arial" panose="020B060402020202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3" name="Rectangle 8"/>
          <p:cNvSpPr>
            <a:spLocks noChangeArrowheads="1"/>
          </p:cNvSpPr>
          <p:nvPr/>
        </p:nvSpPr>
        <p:spPr bwMode="auto">
          <a:xfrm>
            <a:off x="-4763" y="-6350"/>
            <a:ext cx="674688" cy="2859088"/>
          </a:xfrm>
          <a:prstGeom prst="rect">
            <a:avLst/>
          </a:prstGeom>
          <a:solidFill>
            <a:srgbClr val="003366"/>
          </a:solidFill>
          <a:ln w="9525">
            <a:solidFill>
              <a:srgbClr val="003366"/>
            </a:solidFill>
            <a:miter lim="800000"/>
            <a:headEnd/>
            <a:tailEnd/>
          </a:ln>
        </p:spPr>
        <p:txBody>
          <a:bodyPr lIns="90466" tIns="44438" rIns="90466" bIns="44438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endParaRPr kumimoji="0" lang="ko-KR" altLang="en-US">
              <a:latin typeface="Arial" panose="020B060402020202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688975" y="2852738"/>
            <a:ext cx="8455025" cy="136842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66" tIns="44438" rIns="90466" bIns="44438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endParaRPr kumimoji="0" lang="ko-KR" altLang="en-US">
              <a:latin typeface="Arial" panose="020B060402020202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-7938" y="2852738"/>
            <a:ext cx="677863" cy="4005262"/>
          </a:xfrm>
          <a:prstGeom prst="rect">
            <a:avLst/>
          </a:prstGeom>
          <a:solidFill>
            <a:srgbClr val="A7A7A7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90466" tIns="44438" rIns="90466" bIns="44438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endParaRPr kumimoji="0" lang="ko-KR" altLang="en-US">
              <a:latin typeface="Arial" panose="020B0604020202020204" pitchFamily="34" charset="0"/>
              <a:ea typeface="HY헤드라인M" panose="02030600000101010101" pitchFamily="18" charset="-127"/>
            </a:endParaRPr>
          </a:p>
        </p:txBody>
      </p:sp>
      <p:pic>
        <p:nvPicPr>
          <p:cNvPr id="6" name="Picture 4" descr="E:\2013년\7_자료\케이맥 LOGO\K－MAC_logo_image\Signature Composition_09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512" b="9685"/>
          <a:stretch>
            <a:fillRect/>
          </a:stretch>
        </p:blipFill>
        <p:spPr bwMode="auto">
          <a:xfrm>
            <a:off x="7734300" y="331788"/>
            <a:ext cx="9810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2998498"/>
      </p:ext>
    </p:extLst>
  </p:cSld>
  <p:clrMapOvr>
    <a:masterClrMapping/>
  </p:clrMapOvr>
  <p:transition>
    <p:wipe/>
  </p:transition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3DE9189E-AD8F-4C1A-8561-A2E586804B91}" type="datetimeFigureOut">
              <a:rPr lang="ko-KR" altLang="en-US"/>
              <a:pPr>
                <a:defRPr/>
              </a:pPr>
              <a:t>2023-02-06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86B45385-55EE-43CC-941A-01A8260550B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806896"/>
      </p:ext>
    </p:extLst>
  </p:cSld>
  <p:clrMapOvr>
    <a:masterClrMapping/>
  </p:clrMapOvr>
  <p:transition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1A60A1CB-4138-49DB-895C-5BE17B37F1DF}" type="datetimeFigureOut">
              <a:rPr lang="ko-KR" altLang="en-US"/>
              <a:pPr>
                <a:defRPr/>
              </a:pPr>
              <a:t>2023-02-06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F382D9DE-7A54-432D-B9F8-8F41DE4A7B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2592235"/>
      </p:ext>
    </p:extLst>
  </p:cSld>
  <p:clrMapOvr>
    <a:masterClrMapping/>
  </p:clrMapOvr>
  <p:transition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4F6D5B06-BF9D-4E24-92CC-5A6AD6786CBA}" type="datetimeFigureOut">
              <a:rPr lang="ko-KR" altLang="en-US"/>
              <a:pPr>
                <a:defRPr/>
              </a:pPr>
              <a:t>2023-02-06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73E2C2B2-0006-4A19-A06E-F329842F7DF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8430781"/>
      </p:ext>
    </p:extLst>
  </p:cSld>
  <p:clrMapOvr>
    <a:masterClrMapping/>
  </p:clrMapOvr>
  <p:transition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328D3AF3-64FE-4E71-A496-E1EBCF877780}" type="datetimeFigureOut">
              <a:rPr lang="ko-KR" altLang="en-US"/>
              <a:pPr>
                <a:defRPr/>
              </a:pPr>
              <a:t>2023-02-06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A37E9C51-05E8-41F6-A55C-A1A1334ABEF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238155"/>
      </p:ext>
    </p:extLst>
  </p:cSld>
  <p:clrMapOvr>
    <a:masterClrMapping/>
  </p:clrMapOvr>
  <p:transition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0A7DADDD-78D8-4AB7-8BD4-A61768480615}" type="datetimeFigureOut">
              <a:rPr lang="ko-KR" altLang="en-US"/>
              <a:pPr>
                <a:defRPr/>
              </a:pPr>
              <a:t>2023-02-06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71289D55-0AA1-4E5D-9FDF-C352BA7F0C4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3518481"/>
      </p:ext>
    </p:extLst>
  </p:cSld>
  <p:clrMapOvr>
    <a:masterClrMapping/>
  </p:clrMapOvr>
  <p:transition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2B28E4FD-0667-4FDF-A32B-C17D1AFEF46F}" type="datetimeFigureOut">
              <a:rPr lang="ko-KR" altLang="en-US"/>
              <a:pPr>
                <a:defRPr/>
              </a:pPr>
              <a:t>2023-02-06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49204271-E5BE-4204-842F-9B22CFCA2F1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785640"/>
      </p:ext>
    </p:extLst>
  </p:cSld>
  <p:clrMapOvr>
    <a:masterClrMapping/>
  </p:clrMapOvr>
  <p:transition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F2E9CB79-ABE1-417E-B3B0-588158A43633}" type="datetimeFigureOut">
              <a:rPr lang="ko-KR" altLang="en-US"/>
              <a:pPr>
                <a:defRPr/>
              </a:pPr>
              <a:t>2023-02-06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74BEA782-3682-44AB-B6B9-BE7507B1793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0845103"/>
      </p:ext>
    </p:extLst>
  </p:cSld>
  <p:clrMapOvr>
    <a:masterClrMapping/>
  </p:clrMapOvr>
  <p:transition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438C95EA-1AF8-4E84-87A9-0F239B0315E8}" type="datetimeFigureOut">
              <a:rPr lang="ko-KR" altLang="en-US"/>
              <a:pPr>
                <a:defRPr/>
              </a:pPr>
              <a:t>2023-02-06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CCC66F7F-315D-4067-810D-D1DCEE66B5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850897"/>
      </p:ext>
    </p:extLst>
  </p:cSld>
  <p:clrMapOvr>
    <a:masterClrMapping/>
  </p:clrMapOvr>
  <p:transition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AEF72929-E4AF-4394-A318-C6D95F2E9FFF}" type="datetimeFigureOut">
              <a:rPr lang="ko-KR" altLang="en-US"/>
              <a:pPr>
                <a:defRPr/>
              </a:pPr>
              <a:t>2023-02-06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731FA55F-2527-4435-8B7F-0FE04254BA2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178585"/>
      </p:ext>
    </p:extLst>
  </p:cSld>
  <p:clrMapOvr>
    <a:masterClrMapping/>
  </p:clrMapOvr>
  <p:transition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3A6DABF0-8D43-4B19-8211-EE40CA82D841}" type="datetimeFigureOut">
              <a:rPr lang="ko-KR" altLang="en-US"/>
              <a:pPr>
                <a:defRPr/>
              </a:pPr>
              <a:t>2023-02-06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75D5F9BF-E191-40B3-965E-4BEB14E528A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9378529"/>
      </p:ext>
    </p:extLst>
  </p:cSld>
  <p:clrMapOvr>
    <a:masterClrMapping/>
  </p:clrMapOvr>
  <p:transition>
    <p:wip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CCFD5F02-71F4-42B8-8F17-A9154D33537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089213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 userDrawn="1"/>
        </p:nvCxnSpPr>
        <p:spPr>
          <a:xfrm>
            <a:off x="250825" y="1052513"/>
            <a:ext cx="8642350" cy="0"/>
          </a:xfrm>
          <a:prstGeom prst="line">
            <a:avLst/>
          </a:prstGeom>
          <a:ln w="38100">
            <a:solidFill>
              <a:srgbClr val="233E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45"/>
          <p:cNvSpPr>
            <a:spLocks noChangeArrowheads="1"/>
          </p:cNvSpPr>
          <p:nvPr userDrawn="1"/>
        </p:nvSpPr>
        <p:spPr bwMode="auto">
          <a:xfrm>
            <a:off x="165100" y="6376988"/>
            <a:ext cx="8677275" cy="323850"/>
          </a:xfrm>
          <a:prstGeom prst="rect">
            <a:avLst/>
          </a:prstGeom>
          <a:noFill/>
          <a:ln>
            <a:noFill/>
          </a:ln>
          <a:extLst/>
        </p:spPr>
        <p:txBody>
          <a:bodyPr lIns="90488" tIns="44450" rIns="90488" bIns="44450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>
                <a:solidFill>
                  <a:srgbClr val="595959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Copyright © 2012 by KMAC Corporation. </a:t>
            </a:r>
          </a:p>
          <a:p>
            <a:pPr eaLnBrk="1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>
                <a:solidFill>
                  <a:srgbClr val="595959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ALL RIGHTS RESERVED.</a:t>
            </a:r>
          </a:p>
        </p:txBody>
      </p:sp>
      <p:pic>
        <p:nvPicPr>
          <p:cNvPr id="4" name="그림 8" descr="시그니쳐(칼라)_마크-아이덴티파이어_중.emf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3513" y="577850"/>
            <a:ext cx="1081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379D9EE3-65D0-4DD4-8056-9149CD232848}" type="datetime1">
              <a:rPr lang="ko-KR" altLang="en-US"/>
              <a:pPr>
                <a:defRPr/>
              </a:pPr>
              <a:t>2023-02-06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61075" y="6356350"/>
            <a:ext cx="2895600" cy="365125"/>
          </a:xfrm>
          <a:prstGeom prst="rect">
            <a:avLst/>
          </a:prstGeom>
        </p:spPr>
        <p:txBody>
          <a:bodyPr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000" b="1">
                <a:latin typeface="돋움" pitchFamily="50" charset="-127"/>
                <a:ea typeface="돋움" pitchFamily="50" charset="-127"/>
              </a:defRPr>
            </a:lvl1pPr>
          </a:lstStyle>
          <a:p>
            <a:pPr>
              <a:defRPr/>
            </a:pPr>
            <a:r>
              <a:rPr lang="en-US" altLang="ko-KR"/>
              <a:t>www.kmac.com</a:t>
            </a:r>
            <a:endParaRPr lang="ko-KR" altLang="en-US" dirty="0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502025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F2879A4-310A-427E-9B64-410F7AF6059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083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6F926446-C434-470C-9D55-6FCACA20F5B2}" type="datetimeFigureOut">
              <a:rPr lang="ko-KR" altLang="en-US"/>
              <a:pPr>
                <a:defRPr/>
              </a:pPr>
              <a:t>2023-02-06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DB46575-072A-4CF1-A3B8-1EF95B4F7E7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419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10B3C7-A114-4FDB-822F-CDDC420C289A}" type="datetimeFigureOut">
              <a:rPr lang="ko-KR" altLang="en-US" smtClean="0"/>
              <a:pPr/>
              <a:t>2023-02-06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6FE3D-0EF2-4E34-ACFA-8C91961BEE4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53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0"/>
          <p:cNvSpPr txBox="1">
            <a:spLocks noChangeArrowheads="1"/>
          </p:cNvSpPr>
          <p:nvPr/>
        </p:nvSpPr>
        <p:spPr bwMode="auto">
          <a:xfrm>
            <a:off x="323850" y="673100"/>
            <a:ext cx="8428038" cy="77788"/>
          </a:xfrm>
          <a:prstGeom prst="rect">
            <a:avLst/>
          </a:prstGeom>
          <a:solidFill>
            <a:srgbClr val="666699"/>
          </a:solidFill>
          <a:ln>
            <a:noFill/>
          </a:ln>
          <a:extLst/>
        </p:spPr>
        <p:txBody>
          <a:bodyPr anchor="b"/>
          <a:lstStyle>
            <a:lvl1pPr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fontAlgn="auto" latinLnBrk="1" hangingPunct="1">
              <a:lnSpc>
                <a:spcPct val="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ko-KR" sz="800">
                <a:solidFill>
                  <a:schemeClr val="accent1"/>
                </a:solidFill>
                <a:latin typeface="Verdana" pitchFamily="34" charset="0"/>
                <a:ea typeface="굴림" pitchFamily="50" charset="-127"/>
              </a:rPr>
              <a:t>  </a:t>
            </a:r>
            <a:endParaRPr lang="en-US" altLang="ko-KR" sz="800" b="1">
              <a:solidFill>
                <a:srgbClr val="FF6600"/>
              </a:solidFill>
              <a:latin typeface="Arial" charset="0"/>
              <a:ea typeface="굴림" pitchFamily="50" charset="-127"/>
            </a:endParaRPr>
          </a:p>
        </p:txBody>
      </p:sp>
      <p:pic>
        <p:nvPicPr>
          <p:cNvPr id="4099" name="Picture 41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713" y="6581775"/>
            <a:ext cx="81422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 descr="E:\2013년\7_자료\케이맥 LOGO\K－MAC_logo_image\Signature Composition_09.pn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512" b="9685"/>
          <a:stretch>
            <a:fillRect/>
          </a:stretch>
        </p:blipFill>
        <p:spPr bwMode="auto">
          <a:xfrm>
            <a:off x="90488" y="6488113"/>
            <a:ext cx="9810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4249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ransition>
    <p:wipe/>
  </p:transition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95B10C-5FDC-4E56-8A65-9EF75DE81D59}"/>
              </a:ext>
            </a:extLst>
          </p:cNvPr>
          <p:cNvSpPr txBox="1"/>
          <p:nvPr/>
        </p:nvSpPr>
        <p:spPr>
          <a:xfrm>
            <a:off x="717623" y="2323494"/>
            <a:ext cx="7703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002060"/>
                </a:solidFill>
                <a:latin typeface="+mn-ea"/>
              </a:rPr>
              <a:t>SDC</a:t>
            </a:r>
            <a:r>
              <a:rPr lang="ko-KR" altLang="en-US" sz="2400" b="1" dirty="0">
                <a:solidFill>
                  <a:srgbClr val="002060"/>
                </a:solidFill>
                <a:latin typeface="+mn-ea"/>
              </a:rPr>
              <a:t> </a:t>
            </a:r>
            <a:r>
              <a:rPr lang="en-US" altLang="ko-KR" sz="2400" b="1" dirty="0">
                <a:solidFill>
                  <a:srgbClr val="002060"/>
                </a:solidFill>
                <a:latin typeface="+mn-ea"/>
              </a:rPr>
              <a:t>HMI</a:t>
            </a:r>
            <a:r>
              <a:rPr lang="ko-KR" altLang="en-US" sz="2400" b="1" dirty="0">
                <a:solidFill>
                  <a:srgbClr val="002060"/>
                </a:solidFill>
                <a:latin typeface="+mn-ea"/>
              </a:rPr>
              <a:t> </a:t>
            </a:r>
            <a:r>
              <a:rPr lang="en-US" altLang="ko-KR" sz="2400" b="1" dirty="0">
                <a:solidFill>
                  <a:srgbClr val="002060"/>
                </a:solidFill>
                <a:latin typeface="+mn-ea"/>
              </a:rPr>
              <a:t>288M </a:t>
            </a:r>
            <a:r>
              <a:rPr lang="ko-KR" altLang="en-US" sz="2400" b="1" dirty="0">
                <a:solidFill>
                  <a:srgbClr val="002060"/>
                </a:solidFill>
                <a:latin typeface="+mn-ea"/>
              </a:rPr>
              <a:t>화질 카메라 개조 자료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4680D21-9CBC-4EB4-A161-9D828C60FABC}"/>
              </a:ext>
            </a:extLst>
          </p:cNvPr>
          <p:cNvCxnSpPr>
            <a:cxnSpLocks/>
          </p:cNvCxnSpPr>
          <p:nvPr/>
        </p:nvCxnSpPr>
        <p:spPr>
          <a:xfrm flipV="1">
            <a:off x="1166070" y="2787667"/>
            <a:ext cx="6971251" cy="2009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795B10C-5FDC-4E56-8A65-9EF75DE81D59}"/>
              </a:ext>
            </a:extLst>
          </p:cNvPr>
          <p:cNvSpPr txBox="1"/>
          <p:nvPr/>
        </p:nvSpPr>
        <p:spPr>
          <a:xfrm>
            <a:off x="717623" y="5101863"/>
            <a:ext cx="770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002060"/>
                </a:solidFill>
                <a:latin typeface="+mn-ea"/>
              </a:rPr>
              <a:t>2023.02.07</a:t>
            </a:r>
          </a:p>
        </p:txBody>
      </p:sp>
    </p:spTree>
    <p:extLst>
      <p:ext uri="{BB962C8B-B14F-4D97-AF65-F5344CB8AC3E}">
        <p14:creationId xmlns:p14="http://schemas.microsoft.com/office/powerpoint/2010/main" val="3351169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0381B59-BDA1-480D-A5D9-B2A740A14D69}"/>
              </a:ext>
            </a:extLst>
          </p:cNvPr>
          <p:cNvSpPr/>
          <p:nvPr/>
        </p:nvSpPr>
        <p:spPr>
          <a:xfrm>
            <a:off x="336773" y="182884"/>
            <a:ext cx="5286412" cy="454292"/>
          </a:xfrm>
          <a:prstGeom prst="rect">
            <a:avLst/>
          </a:prstGeom>
        </p:spPr>
        <p:txBody>
          <a:bodyPr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ln>
                  <a:solidFill>
                    <a:schemeClr val="tx1"/>
                  </a:solidFill>
                </a:ln>
                <a:latin typeface="+mn-ea"/>
              </a:rPr>
              <a:t>▣ </a:t>
            </a:r>
            <a:r>
              <a:rPr lang="en-US" altLang="ko-KR" dirty="0">
                <a:ln>
                  <a:solidFill>
                    <a:schemeClr val="tx1"/>
                  </a:solidFill>
                </a:ln>
                <a:latin typeface="+mn-ea"/>
              </a:rPr>
              <a:t>SDC HMI 288M </a:t>
            </a:r>
            <a:r>
              <a:rPr lang="ko-KR" altLang="en-US" dirty="0">
                <a:ln>
                  <a:solidFill>
                    <a:schemeClr val="tx1"/>
                  </a:solidFill>
                </a:ln>
                <a:latin typeface="+mn-ea"/>
              </a:rPr>
              <a:t>화질 카메라 개조 자료</a:t>
            </a:r>
          </a:p>
        </p:txBody>
      </p:sp>
      <p:sp>
        <p:nvSpPr>
          <p:cNvPr id="4" name="TextBox 47">
            <a:extLst>
              <a:ext uri="{FF2B5EF4-FFF2-40B4-BE49-F238E27FC236}">
                <a16:creationId xmlns:a16="http://schemas.microsoft.com/office/drawing/2014/main" id="{0361999D-BAA3-4D4B-87C6-92AF426981D8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>
                <a:solidFill>
                  <a:srgbClr val="FF0000"/>
                </a:solidFill>
                <a:latin typeface="+mn-ea"/>
                <a:ea typeface="+mn-ea"/>
              </a:rPr>
              <a:t>對  外  秘</a:t>
            </a:r>
          </a:p>
        </p:txBody>
      </p:sp>
      <p:sp>
        <p:nvSpPr>
          <p:cNvPr id="29" name="TextBox 38">
            <a:extLst>
              <a:ext uri="{FF2B5EF4-FFF2-40B4-BE49-F238E27FC236}">
                <a16:creationId xmlns:a16="http://schemas.microsoft.com/office/drawing/2014/main" id="{19CCAED6-01A5-4112-BB01-E9DDE9582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769883"/>
            <a:ext cx="2117863" cy="36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8" tIns="45715" rIns="91428" bIns="45715">
            <a:spAutoFit/>
          </a:bodyPr>
          <a:lstStyle>
            <a:lvl1pPr marL="342900" indent="-342900" eaLnBrk="0" hangingPunct="0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l" eaLnBrk="1" hangingPunct="1">
              <a:spcBef>
                <a:spcPct val="20000"/>
              </a:spcBef>
              <a:buClr>
                <a:schemeClr val="accent1"/>
              </a:buClr>
            </a:pPr>
            <a:r>
              <a:rPr lang="en-US" altLang="ko-KR" sz="1800" dirty="0">
                <a:solidFill>
                  <a:srgbClr val="003399"/>
                </a:solidFill>
                <a:latin typeface="+mj-ea"/>
                <a:ea typeface="+mj-ea"/>
              </a:rPr>
              <a:t>1. </a:t>
            </a:r>
            <a:r>
              <a:rPr lang="ko-KR" altLang="en-US" sz="1800" dirty="0">
                <a:solidFill>
                  <a:srgbClr val="003399"/>
                </a:solidFill>
                <a:latin typeface="+mj-ea"/>
                <a:ea typeface="+mj-ea"/>
              </a:rPr>
              <a:t>측정 </a:t>
            </a:r>
            <a:r>
              <a:rPr lang="en-US" altLang="ko-KR" sz="1800" dirty="0">
                <a:solidFill>
                  <a:srgbClr val="003399"/>
                </a:solidFill>
                <a:latin typeface="+mj-ea"/>
                <a:ea typeface="+mj-ea"/>
              </a:rPr>
              <a:t>Glass </a:t>
            </a:r>
            <a:r>
              <a:rPr lang="ko-KR" altLang="en-US" sz="1800" dirty="0">
                <a:solidFill>
                  <a:srgbClr val="003399"/>
                </a:solidFill>
                <a:latin typeface="+mj-ea"/>
                <a:ea typeface="+mj-ea"/>
              </a:rPr>
              <a:t>정보</a:t>
            </a:r>
            <a:endParaRPr lang="ko-KR" altLang="en-US" sz="1000" dirty="0">
              <a:solidFill>
                <a:srgbClr val="003399"/>
              </a:solidFill>
              <a:latin typeface="+mj-ea"/>
              <a:ea typeface="+mj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C686452-1ADC-44F2-9C43-FC1A4CCA6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626" y="1139205"/>
            <a:ext cx="6744748" cy="423538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E782909B-9804-40DC-A333-3B65E62FC44E}"/>
              </a:ext>
            </a:extLst>
          </p:cNvPr>
          <p:cNvSpPr/>
          <p:nvPr/>
        </p:nvSpPr>
        <p:spPr>
          <a:xfrm>
            <a:off x="1199626" y="5342080"/>
            <a:ext cx="4572000" cy="11572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000000"/>
                </a:solidFill>
                <a:latin typeface="+mn-ea"/>
              </a:rPr>
              <a:t>  </a:t>
            </a:r>
            <a:r>
              <a:rPr lang="en-US" altLang="ko-KR" sz="1200" b="1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altLang="en-US" sz="1200" b="1" dirty="0">
                <a:solidFill>
                  <a:srgbClr val="000000"/>
                </a:solidFill>
                <a:latin typeface="+mn-ea"/>
              </a:rPr>
              <a:t>해상도</a:t>
            </a:r>
            <a:r>
              <a:rPr lang="en-US" altLang="ko-KR" sz="1200" b="1" dirty="0">
                <a:solidFill>
                  <a:srgbClr val="000000"/>
                </a:solidFill>
                <a:latin typeface="+mn-ea"/>
              </a:rPr>
              <a:t>: FHD+ 6008 * RGB * 934</a:t>
            </a:r>
            <a:endParaRPr lang="en-US" altLang="ko-KR" sz="12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000000"/>
                </a:solidFill>
                <a:latin typeface="+mn-ea"/>
              </a:rPr>
              <a:t>  - Active Area: 853.136(H) * 132.628(V)</a:t>
            </a:r>
            <a:endParaRPr lang="en-US" altLang="ko-KR" sz="12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000000"/>
                </a:solidFill>
                <a:latin typeface="+mn-ea"/>
              </a:rPr>
              <a:t>  - Panel </a:t>
            </a:r>
            <a:r>
              <a:rPr lang="en-US" altLang="ko-KR" sz="1200" b="1" dirty="0" err="1">
                <a:solidFill>
                  <a:srgbClr val="000000"/>
                </a:solidFill>
                <a:latin typeface="+mn-ea"/>
              </a:rPr>
              <a:t>Szie</a:t>
            </a:r>
            <a:r>
              <a:rPr lang="en-US" altLang="ko-KR" sz="1200" b="1" dirty="0">
                <a:solidFill>
                  <a:srgbClr val="000000"/>
                </a:solidFill>
                <a:latin typeface="+mn-ea"/>
              </a:rPr>
              <a:t>: 859.736(H) * 142.628(V)</a:t>
            </a:r>
            <a:endParaRPr lang="en-US" altLang="ko-KR" sz="12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000000"/>
                </a:solidFill>
                <a:latin typeface="+mn-ea"/>
              </a:rPr>
              <a:t>  - PAD</a:t>
            </a:r>
            <a:r>
              <a:rPr lang="ko-KR" altLang="en-US" sz="1200" b="1" dirty="0">
                <a:solidFill>
                  <a:srgbClr val="000000"/>
                </a:solidFill>
                <a:latin typeface="+mn-ea"/>
              </a:rPr>
              <a:t>위치 </a:t>
            </a:r>
            <a:r>
              <a:rPr lang="en-US" altLang="ko-KR" sz="1200" b="1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rgbClr val="000000"/>
                </a:solidFill>
                <a:latin typeface="+mn-ea"/>
              </a:rPr>
              <a:t>좌측</a:t>
            </a:r>
            <a:endParaRPr lang="ko-KR" altLang="en-US" sz="1200" b="0" i="0" dirty="0">
              <a:solidFill>
                <a:srgbClr val="000000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60611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0381B59-BDA1-480D-A5D9-B2A740A14D69}"/>
              </a:ext>
            </a:extLst>
          </p:cNvPr>
          <p:cNvSpPr/>
          <p:nvPr/>
        </p:nvSpPr>
        <p:spPr>
          <a:xfrm>
            <a:off x="336773" y="182884"/>
            <a:ext cx="5286412" cy="454292"/>
          </a:xfrm>
          <a:prstGeom prst="rect">
            <a:avLst/>
          </a:prstGeom>
        </p:spPr>
        <p:txBody>
          <a:bodyPr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ln>
                  <a:solidFill>
                    <a:schemeClr val="tx1"/>
                  </a:solidFill>
                </a:ln>
                <a:latin typeface="+mn-ea"/>
              </a:rPr>
              <a:t>▣ </a:t>
            </a:r>
            <a:r>
              <a:rPr lang="en-US" altLang="ko-KR" dirty="0">
                <a:ln>
                  <a:solidFill>
                    <a:schemeClr val="tx1"/>
                  </a:solidFill>
                </a:ln>
                <a:latin typeface="+mn-ea"/>
              </a:rPr>
              <a:t>SDC HMI 288M </a:t>
            </a:r>
            <a:r>
              <a:rPr lang="ko-KR" altLang="en-US" dirty="0">
                <a:ln>
                  <a:solidFill>
                    <a:schemeClr val="tx1"/>
                  </a:solidFill>
                </a:ln>
                <a:latin typeface="+mn-ea"/>
              </a:rPr>
              <a:t>화질 카메라 개조 자료</a:t>
            </a:r>
          </a:p>
        </p:txBody>
      </p:sp>
      <p:sp>
        <p:nvSpPr>
          <p:cNvPr id="4" name="TextBox 47">
            <a:extLst>
              <a:ext uri="{FF2B5EF4-FFF2-40B4-BE49-F238E27FC236}">
                <a16:creationId xmlns:a16="http://schemas.microsoft.com/office/drawing/2014/main" id="{0361999D-BAA3-4D4B-87C6-92AF426981D8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>
                <a:solidFill>
                  <a:srgbClr val="FF0000"/>
                </a:solidFill>
                <a:latin typeface="+mn-ea"/>
                <a:ea typeface="+mn-ea"/>
              </a:rPr>
              <a:t>對  外  秘</a:t>
            </a:r>
          </a:p>
        </p:txBody>
      </p:sp>
      <p:sp>
        <p:nvSpPr>
          <p:cNvPr id="29" name="TextBox 38">
            <a:extLst>
              <a:ext uri="{FF2B5EF4-FFF2-40B4-BE49-F238E27FC236}">
                <a16:creationId xmlns:a16="http://schemas.microsoft.com/office/drawing/2014/main" id="{19CCAED6-01A5-4112-BB01-E9DDE9582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769883"/>
            <a:ext cx="1465442" cy="36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8" tIns="45715" rIns="91428" bIns="45715">
            <a:spAutoFit/>
          </a:bodyPr>
          <a:lstStyle>
            <a:lvl1pPr marL="342900" indent="-342900" eaLnBrk="0" hangingPunct="0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l" eaLnBrk="1" hangingPunct="1">
              <a:spcBef>
                <a:spcPct val="20000"/>
              </a:spcBef>
              <a:buClr>
                <a:schemeClr val="accent1"/>
              </a:buClr>
            </a:pPr>
            <a:r>
              <a:rPr lang="en-US" altLang="ko-KR" sz="1800" dirty="0">
                <a:solidFill>
                  <a:srgbClr val="003399"/>
                </a:solidFill>
                <a:latin typeface="+mj-ea"/>
                <a:ea typeface="+mj-ea"/>
              </a:rPr>
              <a:t>2. </a:t>
            </a:r>
            <a:r>
              <a:rPr lang="ko-KR" altLang="en-US" sz="1800" dirty="0">
                <a:solidFill>
                  <a:srgbClr val="003399"/>
                </a:solidFill>
                <a:latin typeface="+mj-ea"/>
                <a:ea typeface="+mj-ea"/>
              </a:rPr>
              <a:t>측정 범위</a:t>
            </a:r>
            <a:endParaRPr lang="ko-KR" altLang="en-US" sz="1000" dirty="0">
              <a:solidFill>
                <a:srgbClr val="003399"/>
              </a:solidFill>
              <a:latin typeface="+mj-ea"/>
              <a:ea typeface="+mj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782909B-9804-40DC-A333-3B65E62FC44E}"/>
              </a:ext>
            </a:extLst>
          </p:cNvPr>
          <p:cNvSpPr/>
          <p:nvPr/>
        </p:nvSpPr>
        <p:spPr>
          <a:xfrm>
            <a:off x="336773" y="1106988"/>
            <a:ext cx="4572000" cy="33361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000000"/>
                </a:solidFill>
                <a:latin typeface="+mj-ea"/>
                <a:ea typeface="+mj-ea"/>
              </a:rPr>
              <a:t>1) 1 Shot </a:t>
            </a:r>
            <a:r>
              <a:rPr lang="ko-KR" altLang="en-US" sz="1200" b="1" dirty="0">
                <a:solidFill>
                  <a:srgbClr val="000000"/>
                </a:solidFill>
                <a:latin typeface="+mj-ea"/>
                <a:ea typeface="+mj-ea"/>
              </a:rPr>
              <a:t>측정 가능 여부 확인</a:t>
            </a:r>
            <a:endParaRPr lang="ko-KR" altLang="en-US" sz="1200" b="0" i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7233BBE-2DDA-420B-B686-31B9C71A2BDB}"/>
              </a:ext>
            </a:extLst>
          </p:cNvPr>
          <p:cNvSpPr/>
          <p:nvPr/>
        </p:nvSpPr>
        <p:spPr>
          <a:xfrm>
            <a:off x="2572753" y="5500435"/>
            <a:ext cx="4572000" cy="88761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- 1 Shot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및 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2 Shot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측정 시 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Glass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측정 대응 가능 확인</a:t>
            </a:r>
            <a:endParaRPr lang="en-US" altLang="ko-KR" sz="12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  (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면계측기 및 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Align Camera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설계 변경 필요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b="1" i="0" dirty="0">
                <a:solidFill>
                  <a:srgbClr val="FF0000"/>
                </a:solidFill>
                <a:effectLst/>
                <a:latin typeface="+mn-ea"/>
              </a:rPr>
              <a:t>- </a:t>
            </a:r>
            <a:r>
              <a:rPr lang="ko-KR" altLang="en-US" sz="1200" b="1" i="0" dirty="0" err="1">
                <a:solidFill>
                  <a:srgbClr val="FF0000"/>
                </a:solidFill>
                <a:effectLst/>
                <a:latin typeface="+mn-ea"/>
              </a:rPr>
              <a:t>씽크론</a:t>
            </a:r>
            <a:r>
              <a:rPr lang="ko-KR" altLang="en-US" sz="1200" b="1" i="0" dirty="0">
                <a:solidFill>
                  <a:srgbClr val="FF0000"/>
                </a:solidFill>
                <a:effectLst/>
                <a:latin typeface="+mn-ea"/>
              </a:rPr>
              <a:t> </a:t>
            </a:r>
            <a:r>
              <a:rPr lang="en-US" altLang="ko-KR" sz="1200" b="1" i="0" dirty="0">
                <a:solidFill>
                  <a:srgbClr val="FF0000"/>
                </a:solidFill>
                <a:effectLst/>
                <a:latin typeface="+mn-ea"/>
              </a:rPr>
              <a:t>WD </a:t>
            </a:r>
            <a:r>
              <a:rPr lang="ko-KR" altLang="en-US" sz="1200" b="1" i="0" dirty="0">
                <a:solidFill>
                  <a:srgbClr val="FF0000"/>
                </a:solidFill>
                <a:effectLst/>
                <a:latin typeface="+mn-ea"/>
              </a:rPr>
              <a:t>및 </a:t>
            </a:r>
            <a:r>
              <a:rPr lang="en-US" altLang="ko-KR" sz="1200" b="1" i="0" dirty="0">
                <a:solidFill>
                  <a:srgbClr val="FF0000"/>
                </a:solidFill>
                <a:effectLst/>
                <a:latin typeface="+mn-ea"/>
              </a:rPr>
              <a:t>FOV </a:t>
            </a:r>
            <a:r>
              <a:rPr lang="ko-KR" altLang="en-US" sz="1200" b="1" i="0" dirty="0">
                <a:solidFill>
                  <a:srgbClr val="FF0000"/>
                </a:solidFill>
                <a:effectLst/>
                <a:latin typeface="+mn-ea"/>
              </a:rPr>
              <a:t>적용 하였음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C607140-C256-4CB3-A903-3D4709A10216}"/>
              </a:ext>
            </a:extLst>
          </p:cNvPr>
          <p:cNvSpPr/>
          <p:nvPr/>
        </p:nvSpPr>
        <p:spPr>
          <a:xfrm>
            <a:off x="4958208" y="1106988"/>
            <a:ext cx="4572000" cy="33361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000000"/>
                </a:solidFill>
                <a:latin typeface="+mj-ea"/>
                <a:ea typeface="+mj-ea"/>
              </a:rPr>
              <a:t>2) 2 Shot </a:t>
            </a:r>
            <a:r>
              <a:rPr lang="ko-KR" altLang="en-US" sz="1200" b="1" dirty="0">
                <a:solidFill>
                  <a:srgbClr val="000000"/>
                </a:solidFill>
                <a:latin typeface="+mj-ea"/>
                <a:ea typeface="+mj-ea"/>
              </a:rPr>
              <a:t>측정 가능 여부 확인</a:t>
            </a:r>
            <a:endParaRPr lang="ko-KR" altLang="en-US" sz="1200" b="0" i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5A34B08-6560-405B-BEAB-C9E7642D54ED}"/>
              </a:ext>
            </a:extLst>
          </p:cNvPr>
          <p:cNvCxnSpPr>
            <a:cxnSpLocks/>
          </p:cNvCxnSpPr>
          <p:nvPr/>
        </p:nvCxnSpPr>
        <p:spPr>
          <a:xfrm>
            <a:off x="4572000" y="954544"/>
            <a:ext cx="0" cy="4387536"/>
          </a:xfrm>
          <a:prstGeom prst="line">
            <a:avLst/>
          </a:prstGeom>
          <a:ln w="1270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ED6B49B1-0515-4001-A697-50AC3D4E4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38" y="1573151"/>
            <a:ext cx="2216090" cy="386102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7FE1865-1BCF-489C-8843-ABA601ED1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1573151"/>
            <a:ext cx="2268349" cy="2814291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E080326-CA40-43B2-B516-A2B635A2CF87}"/>
              </a:ext>
            </a:extLst>
          </p:cNvPr>
          <p:cNvSpPr/>
          <p:nvPr/>
        </p:nvSpPr>
        <p:spPr>
          <a:xfrm>
            <a:off x="7217438" y="1574098"/>
            <a:ext cx="1711153" cy="567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altLang="en-US" sz="1100" dirty="0">
                <a:solidFill>
                  <a:srgbClr val="000000"/>
                </a:solidFill>
                <a:latin typeface="+mn-ea"/>
              </a:rPr>
              <a:t>렌즈배율 </a:t>
            </a:r>
            <a:r>
              <a:rPr lang="en-US" altLang="ko-KR" sz="1100" dirty="0">
                <a:solidFill>
                  <a:srgbClr val="000000"/>
                </a:solidFill>
                <a:latin typeface="+mn-ea"/>
              </a:rPr>
              <a:t>: 0.1479x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altLang="en-US" sz="1100" dirty="0">
                <a:solidFill>
                  <a:srgbClr val="000000"/>
                </a:solidFill>
                <a:latin typeface="+mn-ea"/>
              </a:rPr>
              <a:t>렌즈</a:t>
            </a:r>
            <a:r>
              <a:rPr lang="en-US" altLang="ko-KR" sz="1100" dirty="0">
                <a:solidFill>
                  <a:srgbClr val="000000"/>
                </a:solidFill>
                <a:latin typeface="+mn-ea"/>
              </a:rPr>
              <a:t>WD : 799.1mm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5DF673B-8C33-4269-916E-344D70A8D0A8}"/>
              </a:ext>
            </a:extLst>
          </p:cNvPr>
          <p:cNvSpPr/>
          <p:nvPr/>
        </p:nvSpPr>
        <p:spPr>
          <a:xfrm>
            <a:off x="2784740" y="1574098"/>
            <a:ext cx="1644384" cy="567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altLang="en-US" sz="1100" dirty="0">
                <a:solidFill>
                  <a:srgbClr val="000000"/>
                </a:solidFill>
                <a:latin typeface="+mn-ea"/>
              </a:rPr>
              <a:t>렌즈배율 </a:t>
            </a:r>
            <a:r>
              <a:rPr lang="en-US" altLang="ko-KR" sz="1100" dirty="0">
                <a:solidFill>
                  <a:srgbClr val="000000"/>
                </a:solidFill>
                <a:latin typeface="+mn-ea"/>
              </a:rPr>
              <a:t>: 0.074x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altLang="en-US" sz="1100" dirty="0">
                <a:solidFill>
                  <a:srgbClr val="000000"/>
                </a:solidFill>
                <a:latin typeface="+mn-ea"/>
              </a:rPr>
              <a:t>렌즈</a:t>
            </a:r>
            <a:r>
              <a:rPr lang="en-US" altLang="ko-KR" sz="1100" dirty="0">
                <a:solidFill>
                  <a:srgbClr val="000000"/>
                </a:solidFill>
                <a:latin typeface="+mn-ea"/>
              </a:rPr>
              <a:t>WD : 1517.5mm 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E34D370-5B71-4858-8AC0-1410E6637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573" y="2803161"/>
            <a:ext cx="1844969" cy="245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209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0381B59-BDA1-480D-A5D9-B2A740A14D69}"/>
              </a:ext>
            </a:extLst>
          </p:cNvPr>
          <p:cNvSpPr/>
          <p:nvPr/>
        </p:nvSpPr>
        <p:spPr>
          <a:xfrm>
            <a:off x="336773" y="182884"/>
            <a:ext cx="5286412" cy="454292"/>
          </a:xfrm>
          <a:prstGeom prst="rect">
            <a:avLst/>
          </a:prstGeom>
        </p:spPr>
        <p:txBody>
          <a:bodyPr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ln>
                  <a:solidFill>
                    <a:schemeClr val="tx1"/>
                  </a:solidFill>
                </a:ln>
                <a:latin typeface="+mn-ea"/>
              </a:rPr>
              <a:t>▣ </a:t>
            </a:r>
            <a:r>
              <a:rPr lang="en-US" altLang="ko-KR" dirty="0">
                <a:ln>
                  <a:solidFill>
                    <a:schemeClr val="tx1"/>
                  </a:solidFill>
                </a:ln>
                <a:latin typeface="+mn-ea"/>
              </a:rPr>
              <a:t>SDC HMI 288M </a:t>
            </a:r>
            <a:r>
              <a:rPr lang="ko-KR" altLang="en-US" dirty="0">
                <a:ln>
                  <a:solidFill>
                    <a:schemeClr val="tx1"/>
                  </a:solidFill>
                </a:ln>
                <a:latin typeface="+mn-ea"/>
              </a:rPr>
              <a:t>화질 카메라 개조 자료</a:t>
            </a:r>
          </a:p>
        </p:txBody>
      </p:sp>
      <p:sp>
        <p:nvSpPr>
          <p:cNvPr id="4" name="TextBox 47">
            <a:extLst>
              <a:ext uri="{FF2B5EF4-FFF2-40B4-BE49-F238E27FC236}">
                <a16:creationId xmlns:a16="http://schemas.microsoft.com/office/drawing/2014/main" id="{0361999D-BAA3-4D4B-87C6-92AF426981D8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>
                <a:solidFill>
                  <a:srgbClr val="FF0000"/>
                </a:solidFill>
                <a:latin typeface="+mn-ea"/>
                <a:ea typeface="+mn-ea"/>
              </a:rPr>
              <a:t>對  外  秘</a:t>
            </a:r>
          </a:p>
        </p:txBody>
      </p:sp>
      <p:sp>
        <p:nvSpPr>
          <p:cNvPr id="29" name="TextBox 38">
            <a:extLst>
              <a:ext uri="{FF2B5EF4-FFF2-40B4-BE49-F238E27FC236}">
                <a16:creationId xmlns:a16="http://schemas.microsoft.com/office/drawing/2014/main" id="{19CCAED6-01A5-4112-BB01-E9DDE9582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769883"/>
            <a:ext cx="2008859" cy="36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8" tIns="45715" rIns="91428" bIns="45715">
            <a:spAutoFit/>
          </a:bodyPr>
          <a:lstStyle>
            <a:lvl1pPr marL="342900" indent="-342900" eaLnBrk="0" hangingPunct="0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</a:pPr>
            <a:r>
              <a:rPr lang="en-US" altLang="ko-KR" sz="1800" dirty="0">
                <a:solidFill>
                  <a:srgbClr val="003399"/>
                </a:solidFill>
                <a:latin typeface="+mn-ea"/>
                <a:ea typeface="+mn-ea"/>
              </a:rPr>
              <a:t>3. </a:t>
            </a:r>
            <a:r>
              <a:rPr lang="ko-KR" altLang="en-US" sz="1800" dirty="0">
                <a:solidFill>
                  <a:srgbClr val="003399"/>
                </a:solidFill>
                <a:latin typeface="+mn-ea"/>
                <a:ea typeface="+mn-ea"/>
              </a:rPr>
              <a:t>측정 불가 영역</a:t>
            </a:r>
            <a:endParaRPr lang="ko-KR" altLang="en-US" sz="1000" dirty="0">
              <a:solidFill>
                <a:srgbClr val="003399"/>
              </a:solidFill>
              <a:latin typeface="+mn-ea"/>
              <a:ea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7233BBE-2DDA-420B-B686-31B9C71A2BDB}"/>
              </a:ext>
            </a:extLst>
          </p:cNvPr>
          <p:cNvSpPr/>
          <p:nvPr/>
        </p:nvSpPr>
        <p:spPr>
          <a:xfrm>
            <a:off x="2572753" y="5504147"/>
            <a:ext cx="4572000" cy="88761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- Glass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1200" b="1" dirty="0" err="1">
                <a:solidFill>
                  <a:srgbClr val="FF0000"/>
                </a:solidFill>
                <a:latin typeface="+mn-ea"/>
              </a:rPr>
              <a:t>전면부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2 Cell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측정 불가 </a:t>
            </a:r>
            <a:endParaRPr lang="en-US" altLang="ko-KR" sz="12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i="0" dirty="0">
                <a:solidFill>
                  <a:srgbClr val="FF0000"/>
                </a:solidFill>
                <a:effectLst/>
                <a:latin typeface="+mn-ea"/>
              </a:rPr>
              <a:t>- </a:t>
            </a:r>
            <a:r>
              <a:rPr lang="ko-KR" altLang="en-US" sz="1200" b="1" i="0" dirty="0" err="1">
                <a:solidFill>
                  <a:srgbClr val="FF0000"/>
                </a:solidFill>
                <a:effectLst/>
                <a:latin typeface="+mn-ea"/>
              </a:rPr>
              <a:t>시야각</a:t>
            </a:r>
            <a:r>
              <a:rPr lang="ko-KR" altLang="en-US" sz="1200" b="1" i="0" dirty="0">
                <a:solidFill>
                  <a:srgbClr val="FF0000"/>
                </a:solidFill>
                <a:effectLst/>
                <a:latin typeface="+mn-ea"/>
              </a:rPr>
              <a:t> 간섭으로 화질 </a:t>
            </a:r>
            <a:r>
              <a:rPr lang="en-US" altLang="ko-KR" sz="1200" b="1" i="0" dirty="0">
                <a:solidFill>
                  <a:srgbClr val="FF0000"/>
                </a:solidFill>
                <a:effectLst/>
                <a:latin typeface="+mn-ea"/>
              </a:rPr>
              <a:t>Camera Stroke </a:t>
            </a:r>
            <a:r>
              <a:rPr lang="ko-KR" altLang="en-US" sz="1200" b="1" i="0" dirty="0">
                <a:solidFill>
                  <a:srgbClr val="FF0000"/>
                </a:solidFill>
                <a:effectLst/>
                <a:latin typeface="+mn-ea"/>
              </a:rPr>
              <a:t>제한</a:t>
            </a:r>
            <a:endParaRPr lang="en-US" altLang="ko-KR" sz="1200" b="1" i="0" dirty="0">
              <a:solidFill>
                <a:srgbClr val="FF0000"/>
              </a:solidFill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-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후면 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Auto Change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간섭으로 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Sample Plate Stroke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제한</a:t>
            </a:r>
            <a:endParaRPr lang="ko-KR" altLang="en-US" sz="1200" b="1" i="0" dirty="0"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221367F-10D8-4F46-B805-5DE777CFF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3794" y="1494692"/>
            <a:ext cx="2070956" cy="3716216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740C7BE2-CE7C-4B8E-ADBF-6C7EAF7961BA}"/>
              </a:ext>
            </a:extLst>
          </p:cNvPr>
          <p:cNvSpPr/>
          <p:nvPr/>
        </p:nvSpPr>
        <p:spPr>
          <a:xfrm>
            <a:off x="6026210" y="3974123"/>
            <a:ext cx="1389185" cy="1178169"/>
          </a:xfrm>
          <a:prstGeom prst="rect">
            <a:avLst/>
          </a:prstGeom>
          <a:solidFill>
            <a:srgbClr val="FFFF00">
              <a:alpha val="4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57870DD-2523-43D7-93F4-BBF64980521D}"/>
              </a:ext>
            </a:extLst>
          </p:cNvPr>
          <p:cNvSpPr/>
          <p:nvPr/>
        </p:nvSpPr>
        <p:spPr>
          <a:xfrm>
            <a:off x="5598318" y="3974123"/>
            <a:ext cx="427892" cy="1178169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7D32D7C-79E1-4C03-982F-75541BE3F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01" y="1244970"/>
            <a:ext cx="3868014" cy="3965938"/>
          </a:xfrm>
          <a:prstGeom prst="rect">
            <a:avLst/>
          </a:prstGeom>
        </p:spPr>
      </p:pic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CF4918C-3EBB-4D99-AB20-80B02C178E68}"/>
              </a:ext>
            </a:extLst>
          </p:cNvPr>
          <p:cNvSpPr/>
          <p:nvPr/>
        </p:nvSpPr>
        <p:spPr>
          <a:xfrm>
            <a:off x="3993670" y="3352799"/>
            <a:ext cx="806930" cy="803031"/>
          </a:xfrm>
          <a:prstGeom prst="roundRect">
            <a:avLst/>
          </a:prstGeom>
          <a:solidFill>
            <a:srgbClr val="00B050">
              <a:alpha val="4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BCCF9A8-0C99-47AC-8C90-72FAB0C4E43A}"/>
              </a:ext>
            </a:extLst>
          </p:cNvPr>
          <p:cNvSpPr/>
          <p:nvPr/>
        </p:nvSpPr>
        <p:spPr>
          <a:xfrm>
            <a:off x="1848346" y="2057401"/>
            <a:ext cx="900715" cy="1576754"/>
          </a:xfrm>
          <a:prstGeom prst="roundRect">
            <a:avLst/>
          </a:prstGeom>
          <a:solidFill>
            <a:srgbClr val="0070C0">
              <a:alpha val="4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1741655D-9FA9-400D-A3CF-20B1AD765C9B}"/>
              </a:ext>
            </a:extLst>
          </p:cNvPr>
          <p:cNvCxnSpPr>
            <a:cxnSpLocks/>
          </p:cNvCxnSpPr>
          <p:nvPr/>
        </p:nvCxnSpPr>
        <p:spPr>
          <a:xfrm>
            <a:off x="4624754" y="2508738"/>
            <a:ext cx="0" cy="84406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96C9264-8CF7-4FE7-B2EC-BE59F078F13A}"/>
              </a:ext>
            </a:extLst>
          </p:cNvPr>
          <p:cNvSpPr txBox="1"/>
          <p:nvPr/>
        </p:nvSpPr>
        <p:spPr>
          <a:xfrm>
            <a:off x="4427476" y="2231739"/>
            <a:ext cx="1026318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Auto Change</a:t>
            </a:r>
            <a:endParaRPr lang="ko-KR" altLang="en-US" sz="1200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BCFC09E1-6E3A-431E-AB48-AE5C7008C8BF}"/>
              </a:ext>
            </a:extLst>
          </p:cNvPr>
          <p:cNvCxnSpPr>
            <a:cxnSpLocks/>
          </p:cNvCxnSpPr>
          <p:nvPr/>
        </p:nvCxnSpPr>
        <p:spPr>
          <a:xfrm>
            <a:off x="2186354" y="1635369"/>
            <a:ext cx="0" cy="42648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41A22E4-C5A8-40B9-8FF3-02A0AC024C12}"/>
              </a:ext>
            </a:extLst>
          </p:cNvPr>
          <p:cNvSpPr txBox="1"/>
          <p:nvPr/>
        </p:nvSpPr>
        <p:spPr>
          <a:xfrm>
            <a:off x="1989076" y="1356192"/>
            <a:ext cx="654478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/>
              <a:t>시야각</a:t>
            </a:r>
            <a:endParaRPr lang="ko-KR" altLang="en-US" sz="12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20A6F87C-EAAD-4267-A2B3-EB1583FF7B4E}"/>
              </a:ext>
            </a:extLst>
          </p:cNvPr>
          <p:cNvCxnSpPr>
            <a:cxnSpLocks/>
          </p:cNvCxnSpPr>
          <p:nvPr/>
        </p:nvCxnSpPr>
        <p:spPr>
          <a:xfrm flipV="1">
            <a:off x="5812264" y="5152292"/>
            <a:ext cx="0" cy="23446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A1A71C0-9960-4C5F-9DD0-1D07785C9E2D}"/>
              </a:ext>
            </a:extLst>
          </p:cNvPr>
          <p:cNvSpPr txBox="1"/>
          <p:nvPr/>
        </p:nvSpPr>
        <p:spPr>
          <a:xfrm>
            <a:off x="5694484" y="5386754"/>
            <a:ext cx="1026318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FF0000"/>
                </a:solidFill>
              </a:rPr>
              <a:t>측정 불가</a:t>
            </a:r>
          </a:p>
        </p:txBody>
      </p:sp>
    </p:spTree>
    <p:extLst>
      <p:ext uri="{BB962C8B-B14F-4D97-AF65-F5344CB8AC3E}">
        <p14:creationId xmlns:p14="http://schemas.microsoft.com/office/powerpoint/2010/main" val="1031214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0381B59-BDA1-480D-A5D9-B2A740A14D69}"/>
              </a:ext>
            </a:extLst>
          </p:cNvPr>
          <p:cNvSpPr/>
          <p:nvPr/>
        </p:nvSpPr>
        <p:spPr>
          <a:xfrm>
            <a:off x="336773" y="182884"/>
            <a:ext cx="5286412" cy="454292"/>
          </a:xfrm>
          <a:prstGeom prst="rect">
            <a:avLst/>
          </a:prstGeom>
        </p:spPr>
        <p:txBody>
          <a:bodyPr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ln>
                  <a:solidFill>
                    <a:schemeClr val="tx1"/>
                  </a:solidFill>
                </a:ln>
                <a:latin typeface="+mn-ea"/>
              </a:rPr>
              <a:t>▣ </a:t>
            </a:r>
            <a:r>
              <a:rPr lang="en-US" altLang="ko-KR" dirty="0">
                <a:ln>
                  <a:solidFill>
                    <a:schemeClr val="tx1"/>
                  </a:solidFill>
                </a:ln>
                <a:latin typeface="+mn-ea"/>
              </a:rPr>
              <a:t>SDC HMI 288M </a:t>
            </a:r>
            <a:r>
              <a:rPr lang="ko-KR" altLang="en-US" dirty="0">
                <a:ln>
                  <a:solidFill>
                    <a:schemeClr val="tx1"/>
                  </a:solidFill>
                </a:ln>
                <a:latin typeface="+mn-ea"/>
              </a:rPr>
              <a:t>화질 카메라 개조 자료</a:t>
            </a:r>
          </a:p>
        </p:txBody>
      </p:sp>
      <p:sp>
        <p:nvSpPr>
          <p:cNvPr id="4" name="TextBox 47">
            <a:extLst>
              <a:ext uri="{FF2B5EF4-FFF2-40B4-BE49-F238E27FC236}">
                <a16:creationId xmlns:a16="http://schemas.microsoft.com/office/drawing/2014/main" id="{0361999D-BAA3-4D4B-87C6-92AF426981D8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>
                <a:solidFill>
                  <a:srgbClr val="FF0000"/>
                </a:solidFill>
                <a:latin typeface="+mn-ea"/>
                <a:ea typeface="+mn-ea"/>
              </a:rPr>
              <a:t>對  外  秘</a:t>
            </a:r>
          </a:p>
        </p:txBody>
      </p:sp>
      <p:sp>
        <p:nvSpPr>
          <p:cNvPr id="29" name="TextBox 38">
            <a:extLst>
              <a:ext uri="{FF2B5EF4-FFF2-40B4-BE49-F238E27FC236}">
                <a16:creationId xmlns:a16="http://schemas.microsoft.com/office/drawing/2014/main" id="{19CCAED6-01A5-4112-BB01-E9DDE9582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769883"/>
            <a:ext cx="2667694" cy="36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8" tIns="45715" rIns="91428" bIns="45715">
            <a:spAutoFit/>
          </a:bodyPr>
          <a:lstStyle>
            <a:lvl1pPr marL="342900" indent="-342900" eaLnBrk="0" hangingPunct="0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</a:pPr>
            <a:r>
              <a:rPr lang="en-US" altLang="ko-KR" sz="1800" dirty="0">
                <a:solidFill>
                  <a:srgbClr val="003399"/>
                </a:solidFill>
                <a:latin typeface="+mn-ea"/>
                <a:ea typeface="+mn-ea"/>
              </a:rPr>
              <a:t>4. Cell Aging </a:t>
            </a:r>
            <a:r>
              <a:rPr lang="ko-KR" altLang="en-US" sz="1800" dirty="0">
                <a:solidFill>
                  <a:srgbClr val="003399"/>
                </a:solidFill>
                <a:latin typeface="+mn-ea"/>
                <a:ea typeface="+mn-ea"/>
              </a:rPr>
              <a:t>간격 확인</a:t>
            </a:r>
            <a:endParaRPr lang="ko-KR" altLang="en-US" sz="1000" dirty="0">
              <a:solidFill>
                <a:srgbClr val="003399"/>
              </a:solidFill>
              <a:latin typeface="+mn-ea"/>
              <a:ea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7233BBE-2DDA-420B-B686-31B9C71A2BDB}"/>
              </a:ext>
            </a:extLst>
          </p:cNvPr>
          <p:cNvSpPr/>
          <p:nvPr/>
        </p:nvSpPr>
        <p:spPr>
          <a:xfrm>
            <a:off x="1921660" y="5504147"/>
            <a:ext cx="5874186" cy="6106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Probe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간 거리 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172.5mm,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Cell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 간격 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about 161.6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으로 연속된 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Cell Aging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불가</a:t>
            </a:r>
            <a:endParaRPr lang="en-US" altLang="ko-KR" sz="1200" b="1" dirty="0">
              <a:solidFill>
                <a:srgbClr val="FF0000"/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b="1" i="0" dirty="0">
                <a:solidFill>
                  <a:srgbClr val="FF0000"/>
                </a:solidFill>
                <a:effectLst/>
                <a:latin typeface="+mn-ea"/>
              </a:rPr>
              <a:t>Aging </a:t>
            </a:r>
            <a:r>
              <a:rPr lang="ko-KR" altLang="en-US" sz="1200" b="1" i="0" dirty="0">
                <a:solidFill>
                  <a:srgbClr val="FF0000"/>
                </a:solidFill>
                <a:effectLst/>
                <a:latin typeface="+mn-ea"/>
              </a:rPr>
              <a:t>시 짝수 혹은 홀수 번째 </a:t>
            </a:r>
            <a:r>
              <a:rPr lang="en-US" altLang="ko-KR" sz="1200" b="1" i="0" dirty="0">
                <a:solidFill>
                  <a:srgbClr val="FF0000"/>
                </a:solidFill>
                <a:effectLst/>
                <a:latin typeface="+mn-ea"/>
              </a:rPr>
              <a:t>Cell Contact </a:t>
            </a:r>
            <a:r>
              <a:rPr lang="ko-KR" altLang="en-US" sz="1200" b="1" i="0" dirty="0">
                <a:solidFill>
                  <a:srgbClr val="FF0000"/>
                </a:solidFill>
                <a:effectLst/>
                <a:latin typeface="+mn-ea"/>
              </a:rPr>
              <a:t>하여 진행해야 함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7878E7E-9B19-49EB-8325-AE7E6FB03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382" y="1711570"/>
            <a:ext cx="4275236" cy="343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667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제목 1"/>
          <p:cNvSpPr>
            <a:spLocks noGrp="1"/>
          </p:cNvSpPr>
          <p:nvPr>
            <p:ph type="ctrTitle"/>
          </p:nvPr>
        </p:nvSpPr>
        <p:spPr>
          <a:xfrm>
            <a:off x="685800" y="2546350"/>
            <a:ext cx="7772400" cy="1470025"/>
          </a:xfrm>
        </p:spPr>
        <p:txBody>
          <a:bodyPr/>
          <a:lstStyle/>
          <a:p>
            <a:pPr eaLnBrk="1" hangingPunct="1"/>
            <a:r>
              <a:rPr lang="en-US" altLang="ko-KR"/>
              <a:t>Bg002-02</a:t>
            </a:r>
            <a:endParaRPr lang="ko-KR" altLang="en-US"/>
          </a:p>
        </p:txBody>
      </p:sp>
      <p:sp>
        <p:nvSpPr>
          <p:cNvPr id="28675" name="Oval 13"/>
          <p:cNvSpPr>
            <a:spLocks noChangeArrowheads="1"/>
          </p:cNvSpPr>
          <p:nvPr/>
        </p:nvSpPr>
        <p:spPr bwMode="auto">
          <a:xfrm>
            <a:off x="342900" y="5572125"/>
            <a:ext cx="8375650" cy="887413"/>
          </a:xfrm>
          <a:prstGeom prst="ellipse">
            <a:avLst/>
          </a:prstGeom>
          <a:gradFill rotWithShape="1">
            <a:gsLst>
              <a:gs pos="0">
                <a:srgbClr val="B2B2B2">
                  <a:alpha val="45000"/>
                </a:srgbClr>
              </a:gs>
              <a:gs pos="100000">
                <a:srgbClr val="717171">
                  <a:alpha val="0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2" name="Picture 34" descr="line-01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3432175"/>
            <a:ext cx="91424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35" descr="line-02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3432175"/>
            <a:ext cx="91424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36" descr="line-03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32175"/>
            <a:ext cx="91424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37" descr="line-01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32175"/>
            <a:ext cx="91424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38" descr="line-02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32175"/>
            <a:ext cx="91424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39" descr="line-03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32175"/>
            <a:ext cx="91424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40" descr="line-01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3430588"/>
            <a:ext cx="914241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41" descr="line-02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3430588"/>
            <a:ext cx="914241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42" descr="line-03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30588"/>
            <a:ext cx="914241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43" descr="line-01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30588"/>
            <a:ext cx="914241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44" descr="line-02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30588"/>
            <a:ext cx="914241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45" descr="line-03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30588"/>
            <a:ext cx="914241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Rectangle 46"/>
          <p:cNvSpPr>
            <a:spLocks noChangeArrowheads="1"/>
          </p:cNvSpPr>
          <p:nvPr/>
        </p:nvSpPr>
        <p:spPr bwMode="auto">
          <a:xfrm>
            <a:off x="34925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FFFFFF">
                  <a:gamma/>
                  <a:tint val="0"/>
                  <a:invGamma/>
                </a:srgbClr>
              </a:gs>
              <a:gs pos="50000">
                <a:srgbClr val="FFFFFF">
                  <a:alpha val="30000"/>
                </a:srgbClr>
              </a:gs>
              <a:gs pos="100000">
                <a:srgbClr val="FFFFFF">
                  <a:gamma/>
                  <a:tint val="0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692" name="Text Box 47"/>
          <p:cNvSpPr txBox="1">
            <a:spLocks noChangeArrowheads="1"/>
          </p:cNvSpPr>
          <p:nvPr/>
        </p:nvSpPr>
        <p:spPr bwMode="auto">
          <a:xfrm>
            <a:off x="1692275" y="2727326"/>
            <a:ext cx="5829300" cy="70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Arial Black" pitchFamily="34" charset="0"/>
                <a:ea typeface="맑은 고딕" pitchFamily="50" charset="-127"/>
                <a:cs typeface="+mn-cs"/>
              </a:rPr>
              <a:t>Thank you!</a:t>
            </a:r>
          </a:p>
        </p:txBody>
      </p:sp>
      <p:pic>
        <p:nvPicPr>
          <p:cNvPr id="36" name="Picture 49" descr="kmac-glow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2133600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4382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6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6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5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8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6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xit" presetSubtype="2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8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8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7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ntr" presetSubtype="8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8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8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xit" presetSubtype="2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1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ntr" presetSubtype="8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xit" presetSubtype="2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12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2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1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ntr" presetSubtype="8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xit" presetSubtype="2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14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4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3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ntr" presetSubtype="8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4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4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xit" presetSubtype="2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16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6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15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ntr" presetSubtype="8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6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6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63" presetClass="path" presetSubtype="0" repeatCount="indefinite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04548 2.22222E-6 L 0.40781 2.22222E-6 " pathEditMode="relative" rAng="0" ptsTypes="AA">
                                      <p:cBhvr>
                                        <p:cTn id="54" dur="1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1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MAC-테마2">
  <a:themeElements>
    <a:clrScheme name="사용자 지정 1">
      <a:dk1>
        <a:srgbClr val="000000"/>
      </a:dk1>
      <a:lt1>
        <a:srgbClr val="FFFFFF"/>
      </a:lt1>
      <a:dk2>
        <a:srgbClr val="FFD869"/>
      </a:dk2>
      <a:lt2>
        <a:srgbClr val="0066CC"/>
      </a:lt2>
      <a:accent1>
        <a:srgbClr val="9999FF"/>
      </a:accent1>
      <a:accent2>
        <a:srgbClr val="FF6161"/>
      </a:accent2>
      <a:accent3>
        <a:srgbClr val="92D050"/>
      </a:accent3>
      <a:accent4>
        <a:srgbClr val="78397A"/>
      </a:accent4>
      <a:accent5>
        <a:srgbClr val="00CCFF"/>
      </a:accent5>
      <a:accent6>
        <a:srgbClr val="F8EE6C"/>
      </a:accent6>
      <a:hlink>
        <a:srgbClr val="C990CB"/>
      </a:hlink>
      <a:folHlink>
        <a:srgbClr val="9DBDD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15325</TotalTime>
  <Words>242</Words>
  <Application>Microsoft Office PowerPoint</Application>
  <PresentationFormat>화면 슬라이드 쇼(4:3)</PresentationFormat>
  <Paragraphs>37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18" baseType="lpstr">
      <vt:lpstr>HY헤드라인M</vt:lpstr>
      <vt:lpstr>굴림</vt:lpstr>
      <vt:lpstr>돋움</vt:lpstr>
      <vt:lpstr>맑은 고딕</vt:lpstr>
      <vt:lpstr>Arial</vt:lpstr>
      <vt:lpstr>Arial Black</vt:lpstr>
      <vt:lpstr>Calibri</vt:lpstr>
      <vt:lpstr>Calibri Light</vt:lpstr>
      <vt:lpstr>Times New Roman</vt:lpstr>
      <vt:lpstr>Verdana</vt:lpstr>
      <vt:lpstr>Office 테마</vt:lpstr>
      <vt:lpstr>KMAC-테마2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Bg002-02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MAC</dc:creator>
  <cp:lastModifiedBy>강의석</cp:lastModifiedBy>
  <cp:revision>608</cp:revision>
  <cp:lastPrinted>2022-02-16T01:21:35Z</cp:lastPrinted>
  <dcterms:created xsi:type="dcterms:W3CDTF">2021-03-22T02:09:06Z</dcterms:created>
  <dcterms:modified xsi:type="dcterms:W3CDTF">2023-02-07T04:47:58Z</dcterms:modified>
</cp:coreProperties>
</file>